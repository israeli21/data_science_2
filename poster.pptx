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4.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5.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6.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7.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8.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9.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0" r:id="rId4"/>
    <p:sldMasterId id="2147483873" r:id="rId5"/>
    <p:sldMasterId id="2147483793" r:id="rId6"/>
    <p:sldMasterId id="2147483784" r:id="rId7"/>
    <p:sldMasterId id="2147483775" r:id="rId8"/>
    <p:sldMasterId id="2147483766" r:id="rId9"/>
    <p:sldMasterId id="2147483711" r:id="rId10"/>
    <p:sldMasterId id="2147483756" r:id="rId11"/>
    <p:sldMasterId id="2147483761" r:id="rId12"/>
    <p:sldMasterId id="2147483878" r:id="rId13"/>
  </p:sldMasterIdLst>
  <p:notesMasterIdLst>
    <p:notesMasterId r:id="rId15"/>
  </p:notesMasterIdLst>
  <p:sldIdLst>
    <p:sldId id="264" r:id="rId14"/>
  </p:sldIdLst>
  <p:sldSz cx="36576000" cy="32918400"/>
  <p:notesSz cx="6858000" cy="9144000"/>
  <p:defaultTextStyle>
    <a:defPPr>
      <a:defRPr lang="en-US"/>
    </a:defPPr>
    <a:lvl1pPr marL="0" algn="l" defTabSz="3335731" rtl="0" eaLnBrk="1" latinLnBrk="0" hangingPunct="1">
      <a:defRPr sz="6566" kern="1200">
        <a:solidFill>
          <a:schemeClr val="tx1"/>
        </a:solidFill>
        <a:latin typeface="+mn-lt"/>
        <a:ea typeface="+mn-ea"/>
        <a:cs typeface="+mn-cs"/>
      </a:defRPr>
    </a:lvl1pPr>
    <a:lvl2pPr marL="1667866" algn="l" defTabSz="3335731" rtl="0" eaLnBrk="1" latinLnBrk="0" hangingPunct="1">
      <a:defRPr sz="6566" kern="1200">
        <a:solidFill>
          <a:schemeClr val="tx1"/>
        </a:solidFill>
        <a:latin typeface="+mn-lt"/>
        <a:ea typeface="+mn-ea"/>
        <a:cs typeface="+mn-cs"/>
      </a:defRPr>
    </a:lvl2pPr>
    <a:lvl3pPr marL="3335731" algn="l" defTabSz="3335731" rtl="0" eaLnBrk="1" latinLnBrk="0" hangingPunct="1">
      <a:defRPr sz="6566" kern="1200">
        <a:solidFill>
          <a:schemeClr val="tx1"/>
        </a:solidFill>
        <a:latin typeface="+mn-lt"/>
        <a:ea typeface="+mn-ea"/>
        <a:cs typeface="+mn-cs"/>
      </a:defRPr>
    </a:lvl3pPr>
    <a:lvl4pPr marL="5003597" algn="l" defTabSz="3335731" rtl="0" eaLnBrk="1" latinLnBrk="0" hangingPunct="1">
      <a:defRPr sz="6566" kern="1200">
        <a:solidFill>
          <a:schemeClr val="tx1"/>
        </a:solidFill>
        <a:latin typeface="+mn-lt"/>
        <a:ea typeface="+mn-ea"/>
        <a:cs typeface="+mn-cs"/>
      </a:defRPr>
    </a:lvl4pPr>
    <a:lvl5pPr marL="6671462" algn="l" defTabSz="3335731" rtl="0" eaLnBrk="1" latinLnBrk="0" hangingPunct="1">
      <a:defRPr sz="6566" kern="1200">
        <a:solidFill>
          <a:schemeClr val="tx1"/>
        </a:solidFill>
        <a:latin typeface="+mn-lt"/>
        <a:ea typeface="+mn-ea"/>
        <a:cs typeface="+mn-cs"/>
      </a:defRPr>
    </a:lvl5pPr>
    <a:lvl6pPr marL="8339328" algn="l" defTabSz="3335731" rtl="0" eaLnBrk="1" latinLnBrk="0" hangingPunct="1">
      <a:defRPr sz="6566" kern="1200">
        <a:solidFill>
          <a:schemeClr val="tx1"/>
        </a:solidFill>
        <a:latin typeface="+mn-lt"/>
        <a:ea typeface="+mn-ea"/>
        <a:cs typeface="+mn-cs"/>
      </a:defRPr>
    </a:lvl6pPr>
    <a:lvl7pPr marL="10007194" algn="l" defTabSz="3335731" rtl="0" eaLnBrk="1" latinLnBrk="0" hangingPunct="1">
      <a:defRPr sz="6566" kern="1200">
        <a:solidFill>
          <a:schemeClr val="tx1"/>
        </a:solidFill>
        <a:latin typeface="+mn-lt"/>
        <a:ea typeface="+mn-ea"/>
        <a:cs typeface="+mn-cs"/>
      </a:defRPr>
    </a:lvl7pPr>
    <a:lvl8pPr marL="11675059" algn="l" defTabSz="3335731" rtl="0" eaLnBrk="1" latinLnBrk="0" hangingPunct="1">
      <a:defRPr sz="6566" kern="1200">
        <a:solidFill>
          <a:schemeClr val="tx1"/>
        </a:solidFill>
        <a:latin typeface="+mn-lt"/>
        <a:ea typeface="+mn-ea"/>
        <a:cs typeface="+mn-cs"/>
      </a:defRPr>
    </a:lvl8pPr>
    <a:lvl9pPr marL="13342925" algn="l" defTabSz="3335731" rtl="0" eaLnBrk="1" latinLnBrk="0" hangingPunct="1">
      <a:defRPr sz="6566"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p15:clr>
            <a:srgbClr val="A4A3A4"/>
          </p15:clr>
        </p15:guide>
        <p15:guide id="2" pos="115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02E"/>
    <a:srgbClr val="FFF9D9"/>
    <a:srgbClr val="54585A"/>
    <a:srgbClr val="888B8D"/>
    <a:srgbClr val="B97800"/>
    <a:srgbClr val="D89B00"/>
    <a:srgbClr val="F6BE00"/>
    <a:srgbClr val="005950"/>
    <a:srgbClr val="00866C"/>
    <a:srgbClr val="00B38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F181C4-87E8-5E38-37DA-01281E27BF94}" v="2" dt="2025-07-08T16:28:52.8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8203" autoAdjust="0"/>
    <p:restoredTop sz="93574" autoAdjust="0"/>
  </p:normalViewPr>
  <p:slideViewPr>
    <p:cSldViewPr snapToGrid="0">
      <p:cViewPr varScale="1">
        <p:scale>
          <a:sx n="10" d="100"/>
          <a:sy n="10" d="100"/>
        </p:scale>
        <p:origin x="1734" y="156"/>
      </p:cViewPr>
      <p:guideLst>
        <p:guide orient="horz" pos="10368"/>
        <p:guide pos="115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Master" Target="slideMasters/slideMaster10.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5" Type="http://schemas.openxmlformats.org/officeDocument/2006/relationships/slideMaster" Target="slideMasters/slideMaster2.xml"/><Relationship Id="rId15" Type="http://schemas.openxmlformats.org/officeDocument/2006/relationships/notesMaster" Target="notesMasters/notesMaster1.xml"/><Relationship Id="rId10" Type="http://schemas.openxmlformats.org/officeDocument/2006/relationships/slideMaster" Target="slideMasters/slideMaster7.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1E2E49-AA6E-4281-80AF-84CD804247D1}" type="datetimeFigureOut">
              <a:rPr lang="en-US" smtClean="0"/>
              <a:t>10/22/2025</a:t>
            </a:fld>
            <a:endParaRPr lang="en-US"/>
          </a:p>
        </p:txBody>
      </p:sp>
      <p:sp>
        <p:nvSpPr>
          <p:cNvPr id="4" name="Slide Image Placeholder 3"/>
          <p:cNvSpPr>
            <a:spLocks noGrp="1" noRot="1" noChangeAspect="1"/>
          </p:cNvSpPr>
          <p:nvPr>
            <p:ph type="sldImg" idx="2"/>
          </p:nvPr>
        </p:nvSpPr>
        <p:spPr>
          <a:xfrm>
            <a:off x="1714500" y="1143000"/>
            <a:ext cx="34290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11E790-542F-4589-A6C6-10E70B08C010}" type="slidenum">
              <a:rPr lang="en-US" smtClean="0"/>
              <a:t>‹#›</a:t>
            </a:fld>
            <a:endParaRPr lang="en-US"/>
          </a:p>
        </p:txBody>
      </p:sp>
    </p:spTree>
    <p:extLst>
      <p:ext uri="{BB962C8B-B14F-4D97-AF65-F5344CB8AC3E}">
        <p14:creationId xmlns:p14="http://schemas.microsoft.com/office/powerpoint/2010/main" val="18445967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7.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7.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7.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7.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8.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8.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8.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8.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9.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9.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9.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9.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0.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0.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rick Blank Poster 1">
    <p:spTree>
      <p:nvGrpSpPr>
        <p:cNvPr id="1" name=""/>
        <p:cNvGrpSpPr/>
        <p:nvPr/>
      </p:nvGrpSpPr>
      <p:grpSpPr>
        <a:xfrm>
          <a:off x="0" y="0"/>
          <a:ext cx="0" cy="0"/>
          <a:chOff x="0" y="0"/>
          <a:chExt cx="0" cy="0"/>
        </a:xfrm>
      </p:grpSpPr>
      <p:pic>
        <p:nvPicPr>
          <p:cNvPr id="4" name="Picture 3" descr="A red square with a white border&#10;&#10;Description automatically generated">
            <a:extLst>
              <a:ext uri="{FF2B5EF4-FFF2-40B4-BE49-F238E27FC236}">
                <a16:creationId xmlns:a16="http://schemas.microsoft.com/office/drawing/2014/main" id="{6E10FC8B-2261-A7B1-7953-480D5612752B}"/>
              </a:ext>
            </a:extLst>
          </p:cNvPr>
          <p:cNvPicPr>
            <a:picLocks noChangeAspect="1"/>
          </p:cNvPicPr>
          <p:nvPr userDrawn="1"/>
        </p:nvPicPr>
        <p:blipFill>
          <a:blip r:embed="rId2"/>
          <a:stretch>
            <a:fillRect/>
          </a:stretch>
        </p:blipFill>
        <p:spPr>
          <a:xfrm>
            <a:off x="0" y="0"/>
            <a:ext cx="36576000" cy="4572000"/>
          </a:xfrm>
          <a:prstGeom prst="rect">
            <a:avLst/>
          </a:prstGeom>
        </p:spPr>
      </p:pic>
      <p:sp>
        <p:nvSpPr>
          <p:cNvPr id="18" name="Text Placeholder 9">
            <a:extLst>
              <a:ext uri="{FF2B5EF4-FFF2-40B4-BE49-F238E27FC236}">
                <a16:creationId xmlns:a16="http://schemas.microsoft.com/office/drawing/2014/main" id="{C5117E31-D4DA-38B0-C32F-884F15C97A2E}"/>
              </a:ext>
            </a:extLst>
          </p:cNvPr>
          <p:cNvSpPr>
            <a:spLocks noGrp="1"/>
          </p:cNvSpPr>
          <p:nvPr>
            <p:ph type="body" sz="quarter" idx="10" hasCustomPrompt="1"/>
          </p:nvPr>
        </p:nvSpPr>
        <p:spPr>
          <a:xfrm>
            <a:off x="5486400" y="3337970"/>
            <a:ext cx="29718000" cy="914400"/>
          </a:xfrm>
        </p:spPr>
        <p:txBody>
          <a:bodyPr>
            <a:noAutofit/>
          </a:bodyPr>
          <a:lstStyle>
            <a:lvl1pPr marL="0" indent="0">
              <a:lnSpc>
                <a:spcPct val="100000"/>
              </a:lnSpc>
              <a:buNone/>
              <a:defRPr sz="5500" b="0" i="0">
                <a:solidFill>
                  <a:schemeClr val="bg1"/>
                </a:solidFill>
                <a:latin typeface="Arial Nova Cond" panose="020B0506020202020204" pitchFamily="34" charset="0"/>
              </a:defRPr>
            </a:lvl1pPr>
          </a:lstStyle>
          <a:p>
            <a:pPr lvl="0"/>
            <a:r>
              <a:rPr lang="en-US"/>
              <a:t>Your Name Here, Department; Mentor Name, Department; Other Contributors</a:t>
            </a:r>
          </a:p>
        </p:txBody>
      </p:sp>
      <p:sp>
        <p:nvSpPr>
          <p:cNvPr id="19" name="Title 5">
            <a:extLst>
              <a:ext uri="{FF2B5EF4-FFF2-40B4-BE49-F238E27FC236}">
                <a16:creationId xmlns:a16="http://schemas.microsoft.com/office/drawing/2014/main" id="{8B2C22E4-A131-E676-95D8-0DEB89FA8245}"/>
              </a:ext>
            </a:extLst>
          </p:cNvPr>
          <p:cNvSpPr>
            <a:spLocks noGrp="1"/>
          </p:cNvSpPr>
          <p:nvPr>
            <p:ph type="title" hasCustomPrompt="1"/>
          </p:nvPr>
        </p:nvSpPr>
        <p:spPr>
          <a:xfrm>
            <a:off x="5486400" y="320450"/>
            <a:ext cx="29718000" cy="3017520"/>
          </a:xfrm>
        </p:spPr>
        <p:txBody>
          <a:bodyPr anchor="t">
            <a:normAutofit/>
          </a:bodyPr>
          <a:lstStyle>
            <a:lvl1pPr>
              <a:lnSpc>
                <a:spcPct val="100000"/>
              </a:lnSpc>
              <a:defRPr sz="9600" b="0" i="0">
                <a:solidFill>
                  <a:schemeClr val="bg1"/>
                </a:solidFill>
                <a:latin typeface="Arial Nova Cond" panose="020B0506020202020204" pitchFamily="34" charset="0"/>
              </a:defRPr>
            </a:lvl1pPr>
          </a:lstStyle>
          <a:p>
            <a:r>
              <a:rPr lang="en-US"/>
              <a:t>Poster Title Goes Here</a:t>
            </a:r>
            <a:br>
              <a:rPr lang="en-US"/>
            </a:br>
            <a:r>
              <a:rPr lang="en-US"/>
              <a:t>Adjust Font Size As Needed</a:t>
            </a:r>
          </a:p>
        </p:txBody>
      </p:sp>
    </p:spTree>
    <p:extLst>
      <p:ext uri="{BB962C8B-B14F-4D97-AF65-F5344CB8AC3E}">
        <p14:creationId xmlns:p14="http://schemas.microsoft.com/office/powerpoint/2010/main" val="3717132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rick Blank Poster 2">
    <p:spTree>
      <p:nvGrpSpPr>
        <p:cNvPr id="1" name=""/>
        <p:cNvGrpSpPr/>
        <p:nvPr/>
      </p:nvGrpSpPr>
      <p:grpSpPr>
        <a:xfrm>
          <a:off x="0" y="0"/>
          <a:ext cx="0" cy="0"/>
          <a:chOff x="0" y="0"/>
          <a:chExt cx="0" cy="0"/>
        </a:xfrm>
      </p:grpSpPr>
      <p:pic>
        <p:nvPicPr>
          <p:cNvPr id="5" name="Picture 4" descr="A red square with white text&#10;&#10;Description automatically generated">
            <a:extLst>
              <a:ext uri="{FF2B5EF4-FFF2-40B4-BE49-F238E27FC236}">
                <a16:creationId xmlns:a16="http://schemas.microsoft.com/office/drawing/2014/main" id="{59B2E9BB-2050-7989-0315-D3EE1E4A5D13}"/>
              </a:ext>
            </a:extLst>
          </p:cNvPr>
          <p:cNvPicPr>
            <a:picLocks noChangeAspect="1"/>
          </p:cNvPicPr>
          <p:nvPr userDrawn="1"/>
        </p:nvPicPr>
        <p:blipFill>
          <a:blip r:embed="rId2"/>
          <a:stretch>
            <a:fillRect/>
          </a:stretch>
        </p:blipFill>
        <p:spPr>
          <a:xfrm>
            <a:off x="0" y="0"/>
            <a:ext cx="36576000" cy="4572000"/>
          </a:xfrm>
          <a:prstGeom prst="rect">
            <a:avLst/>
          </a:prstGeom>
        </p:spPr>
      </p:pic>
      <p:sp>
        <p:nvSpPr>
          <p:cNvPr id="2" name="Text Placeholder 9">
            <a:extLst>
              <a:ext uri="{FF2B5EF4-FFF2-40B4-BE49-F238E27FC236}">
                <a16:creationId xmlns:a16="http://schemas.microsoft.com/office/drawing/2014/main" id="{803F045D-AFC6-3561-DAD4-8F0E6BB37A4B}"/>
              </a:ext>
            </a:extLst>
          </p:cNvPr>
          <p:cNvSpPr>
            <a:spLocks noGrp="1"/>
          </p:cNvSpPr>
          <p:nvPr>
            <p:ph type="body" sz="quarter" idx="10" hasCustomPrompt="1"/>
          </p:nvPr>
        </p:nvSpPr>
        <p:spPr>
          <a:xfrm>
            <a:off x="1371600" y="3334528"/>
            <a:ext cx="28346400" cy="914400"/>
          </a:xfrm>
        </p:spPr>
        <p:txBody>
          <a:bodyPr>
            <a:noAutofit/>
          </a:bodyPr>
          <a:lstStyle>
            <a:lvl1pPr marL="0" indent="0">
              <a:lnSpc>
                <a:spcPct val="100000"/>
              </a:lnSpc>
              <a:buNone/>
              <a:defRPr sz="5500" b="0" i="0">
                <a:solidFill>
                  <a:schemeClr val="bg1"/>
                </a:solidFill>
                <a:latin typeface="Arial Nova Cond" panose="020B0506020202020204" pitchFamily="34" charset="0"/>
              </a:defRPr>
            </a:lvl1pPr>
          </a:lstStyle>
          <a:p>
            <a:pPr lvl="0"/>
            <a:r>
              <a:rPr lang="en-US"/>
              <a:t>Your Name Here, Department; Mentor Name, Department; Other Contributors</a:t>
            </a:r>
          </a:p>
        </p:txBody>
      </p:sp>
      <p:sp>
        <p:nvSpPr>
          <p:cNvPr id="3" name="Title 5">
            <a:extLst>
              <a:ext uri="{FF2B5EF4-FFF2-40B4-BE49-F238E27FC236}">
                <a16:creationId xmlns:a16="http://schemas.microsoft.com/office/drawing/2014/main" id="{C9C1680D-A538-7CBA-6F93-19C243090E1F}"/>
              </a:ext>
            </a:extLst>
          </p:cNvPr>
          <p:cNvSpPr>
            <a:spLocks noGrp="1"/>
          </p:cNvSpPr>
          <p:nvPr>
            <p:ph type="title" hasCustomPrompt="1"/>
          </p:nvPr>
        </p:nvSpPr>
        <p:spPr>
          <a:xfrm>
            <a:off x="1371600" y="317008"/>
            <a:ext cx="28346400" cy="3017520"/>
          </a:xfrm>
        </p:spPr>
        <p:txBody>
          <a:bodyPr anchor="t">
            <a:normAutofit/>
          </a:bodyPr>
          <a:lstStyle>
            <a:lvl1pPr>
              <a:lnSpc>
                <a:spcPct val="100000"/>
              </a:lnSpc>
              <a:defRPr sz="9600" b="0" i="0">
                <a:solidFill>
                  <a:schemeClr val="bg1"/>
                </a:solidFill>
                <a:latin typeface="Arial Nova Cond" panose="020B0506020202020204" pitchFamily="34" charset="0"/>
              </a:defRPr>
            </a:lvl1pPr>
          </a:lstStyle>
          <a:p>
            <a:r>
              <a:rPr lang="en-US"/>
              <a:t>Poster Title Goes Here</a:t>
            </a:r>
            <a:br>
              <a:rPr lang="en-US"/>
            </a:br>
            <a:r>
              <a:rPr lang="en-US"/>
              <a:t>Adjust Font Size As Needed</a:t>
            </a:r>
          </a:p>
        </p:txBody>
      </p:sp>
    </p:spTree>
    <p:extLst>
      <p:ext uri="{BB962C8B-B14F-4D97-AF65-F5344CB8AC3E}">
        <p14:creationId xmlns:p14="http://schemas.microsoft.com/office/powerpoint/2010/main" val="3666383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rick Template Poster 1">
    <p:spTree>
      <p:nvGrpSpPr>
        <p:cNvPr id="1" name=""/>
        <p:cNvGrpSpPr/>
        <p:nvPr/>
      </p:nvGrpSpPr>
      <p:grpSpPr>
        <a:xfrm>
          <a:off x="0" y="0"/>
          <a:ext cx="0" cy="0"/>
          <a:chOff x="0" y="0"/>
          <a:chExt cx="0" cy="0"/>
        </a:xfrm>
      </p:grpSpPr>
      <p:pic>
        <p:nvPicPr>
          <p:cNvPr id="4" name="Picture 3" descr="A red square with a white border&#10;&#10;Description automatically generated">
            <a:extLst>
              <a:ext uri="{FF2B5EF4-FFF2-40B4-BE49-F238E27FC236}">
                <a16:creationId xmlns:a16="http://schemas.microsoft.com/office/drawing/2014/main" id="{04970DE2-2837-E115-C3F8-2925E099CB74}"/>
              </a:ext>
            </a:extLst>
          </p:cNvPr>
          <p:cNvPicPr>
            <a:picLocks noChangeAspect="1"/>
          </p:cNvPicPr>
          <p:nvPr userDrawn="1"/>
        </p:nvPicPr>
        <p:blipFill>
          <a:blip r:embed="rId2"/>
          <a:stretch>
            <a:fillRect/>
          </a:stretch>
        </p:blipFill>
        <p:spPr>
          <a:xfrm>
            <a:off x="0" y="0"/>
            <a:ext cx="36576000" cy="4572000"/>
          </a:xfrm>
          <a:prstGeom prst="rect">
            <a:avLst/>
          </a:prstGeom>
        </p:spPr>
      </p:pic>
      <p:sp>
        <p:nvSpPr>
          <p:cNvPr id="39" name="Text Placeholder 34">
            <a:extLst>
              <a:ext uri="{FF2B5EF4-FFF2-40B4-BE49-F238E27FC236}">
                <a16:creationId xmlns:a16="http://schemas.microsoft.com/office/drawing/2014/main" id="{80759B05-CC2A-64BB-F41A-2C7BA4077234}"/>
              </a:ext>
            </a:extLst>
          </p:cNvPr>
          <p:cNvSpPr>
            <a:spLocks noGrp="1"/>
          </p:cNvSpPr>
          <p:nvPr>
            <p:ph type="body" sz="quarter" idx="22"/>
          </p:nvPr>
        </p:nvSpPr>
        <p:spPr>
          <a:xfrm>
            <a:off x="24686514" y="18060472"/>
            <a:ext cx="10972800" cy="1828800"/>
          </a:xfrm>
          <a:solidFill>
            <a:srgbClr val="C8102E"/>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27" name="Text Placeholder 25">
            <a:extLst>
              <a:ext uri="{FF2B5EF4-FFF2-40B4-BE49-F238E27FC236}">
                <a16:creationId xmlns:a16="http://schemas.microsoft.com/office/drawing/2014/main" id="{F880D5D5-9918-9A15-7D0B-8176CBC7FE66}"/>
              </a:ext>
            </a:extLst>
          </p:cNvPr>
          <p:cNvSpPr>
            <a:spLocks noGrp="1"/>
          </p:cNvSpPr>
          <p:nvPr>
            <p:ph type="body" sz="quarter" idx="12" hasCustomPrompt="1"/>
          </p:nvPr>
        </p:nvSpPr>
        <p:spPr>
          <a:xfrm>
            <a:off x="914400" y="17830727"/>
            <a:ext cx="10972800" cy="14168814"/>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39863" indent="-4365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Methods/Approach/Theory: Describe the approach or method you used to acquire your data or findings. How did you do what you did? Explain the advantages and limitations of the approach you used. Why was this method chosen over others? </a:t>
            </a:r>
            <a:r>
              <a:rPr lang="en-US" b="1"/>
              <a:t>Make sure to add a section title above!</a:t>
            </a:r>
            <a:endParaRPr lang="en-US"/>
          </a:p>
        </p:txBody>
      </p:sp>
      <p:sp>
        <p:nvSpPr>
          <p:cNvPr id="38" name="Text Placeholder 34">
            <a:extLst>
              <a:ext uri="{FF2B5EF4-FFF2-40B4-BE49-F238E27FC236}">
                <a16:creationId xmlns:a16="http://schemas.microsoft.com/office/drawing/2014/main" id="{34A50BB6-C388-248A-D452-19DF2B04D370}"/>
              </a:ext>
            </a:extLst>
          </p:cNvPr>
          <p:cNvSpPr>
            <a:spLocks noGrp="1"/>
          </p:cNvSpPr>
          <p:nvPr>
            <p:ph type="body" sz="quarter" idx="21"/>
          </p:nvPr>
        </p:nvSpPr>
        <p:spPr>
          <a:xfrm>
            <a:off x="914400" y="15548487"/>
            <a:ext cx="10972800" cy="1828800"/>
          </a:xfrm>
          <a:solidFill>
            <a:srgbClr val="C8102E"/>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7" name="Text Placeholder 34">
            <a:extLst>
              <a:ext uri="{FF2B5EF4-FFF2-40B4-BE49-F238E27FC236}">
                <a16:creationId xmlns:a16="http://schemas.microsoft.com/office/drawing/2014/main" id="{A84384B7-196F-014A-C966-FE0B4FD08BE4}"/>
              </a:ext>
            </a:extLst>
          </p:cNvPr>
          <p:cNvSpPr>
            <a:spLocks noGrp="1"/>
          </p:cNvSpPr>
          <p:nvPr>
            <p:ph type="body" sz="quarter" idx="20"/>
          </p:nvPr>
        </p:nvSpPr>
        <p:spPr>
          <a:xfrm>
            <a:off x="24688800" y="5486400"/>
            <a:ext cx="10972800" cy="1828800"/>
          </a:xfrm>
          <a:solidFill>
            <a:srgbClr val="C8102E"/>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6" name="Text Placeholder 34">
            <a:extLst>
              <a:ext uri="{FF2B5EF4-FFF2-40B4-BE49-F238E27FC236}">
                <a16:creationId xmlns:a16="http://schemas.microsoft.com/office/drawing/2014/main" id="{003134DC-F613-7A96-869F-33CF1B15CEE8}"/>
              </a:ext>
            </a:extLst>
          </p:cNvPr>
          <p:cNvSpPr>
            <a:spLocks noGrp="1"/>
          </p:cNvSpPr>
          <p:nvPr>
            <p:ph type="body" sz="quarter" idx="19"/>
          </p:nvPr>
        </p:nvSpPr>
        <p:spPr>
          <a:xfrm>
            <a:off x="12801600" y="5486400"/>
            <a:ext cx="10972800" cy="1828800"/>
          </a:xfrm>
          <a:solidFill>
            <a:srgbClr val="C8102E"/>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5" name="Text Placeholder 34">
            <a:extLst>
              <a:ext uri="{FF2B5EF4-FFF2-40B4-BE49-F238E27FC236}">
                <a16:creationId xmlns:a16="http://schemas.microsoft.com/office/drawing/2014/main" id="{6197EA4A-7B87-D00F-07E1-1D22E98B4F5D}"/>
              </a:ext>
            </a:extLst>
          </p:cNvPr>
          <p:cNvSpPr>
            <a:spLocks noGrp="1"/>
          </p:cNvSpPr>
          <p:nvPr>
            <p:ph type="body" sz="quarter" idx="18"/>
          </p:nvPr>
        </p:nvSpPr>
        <p:spPr>
          <a:xfrm>
            <a:off x="914400" y="5486400"/>
            <a:ext cx="10972800" cy="1828800"/>
          </a:xfrm>
          <a:solidFill>
            <a:srgbClr val="C8102E"/>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3" name="Text Placeholder 25">
            <a:extLst>
              <a:ext uri="{FF2B5EF4-FFF2-40B4-BE49-F238E27FC236}">
                <a16:creationId xmlns:a16="http://schemas.microsoft.com/office/drawing/2014/main" id="{44EC5CD0-2B87-1A68-1E6B-90CD55711D91}"/>
              </a:ext>
            </a:extLst>
          </p:cNvPr>
          <p:cNvSpPr>
            <a:spLocks noGrp="1"/>
          </p:cNvSpPr>
          <p:nvPr>
            <p:ph type="body" sz="quarter" idx="17" hasCustomPrompt="1"/>
          </p:nvPr>
        </p:nvSpPr>
        <p:spPr>
          <a:xfrm>
            <a:off x="24686514" y="28118872"/>
            <a:ext cx="10972800" cy="3886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Acknowledgments: This is a space to give recognition to mentors, peers, or others who helped you along the way. Additionally, you should also identify sources of funding such as SURF, Mellon, </a:t>
            </a:r>
            <a:r>
              <a:rPr lang="en-US" err="1"/>
              <a:t>Pharis</a:t>
            </a:r>
            <a:r>
              <a:rPr lang="en-US"/>
              <a:t> Fellows, REUs, or other grant entities that supported your or your faculty mentor. </a:t>
            </a:r>
            <a:r>
              <a:rPr lang="en-US" b="1"/>
              <a:t>Make sure to add a section title above!</a:t>
            </a:r>
            <a:endParaRPr lang="en-US"/>
          </a:p>
        </p:txBody>
      </p:sp>
      <p:sp>
        <p:nvSpPr>
          <p:cNvPr id="32" name="Text Placeholder 25">
            <a:extLst>
              <a:ext uri="{FF2B5EF4-FFF2-40B4-BE49-F238E27FC236}">
                <a16:creationId xmlns:a16="http://schemas.microsoft.com/office/drawing/2014/main" id="{B7761040-7B65-F860-ABB5-5FED581242E8}"/>
              </a:ext>
            </a:extLst>
          </p:cNvPr>
          <p:cNvSpPr>
            <a:spLocks noGrp="1"/>
          </p:cNvSpPr>
          <p:nvPr>
            <p:ph type="body" sz="quarter" idx="16" hasCustomPrompt="1"/>
          </p:nvPr>
        </p:nvSpPr>
        <p:spPr>
          <a:xfrm>
            <a:off x="24686514" y="20345400"/>
            <a:ext cx="10972800" cy="4800600"/>
          </a:xfrm>
        </p:spPr>
        <p:txBody>
          <a:bodyPr>
            <a:normAutofit/>
          </a:bodyPr>
          <a:lstStyle>
            <a:lvl1pPr marL="0" indent="0">
              <a:buNone/>
              <a:defRPr sz="3200" b="0" i="0">
                <a:latin typeface="Arial Nova Cond" panose="020B0506020202020204" pitchFamily="34" charset="0"/>
              </a:defRPr>
            </a:lvl1pPr>
            <a:lvl2pPr marL="928688" indent="-474663">
              <a:tabLst/>
              <a:defRPr sz="3200" b="0" i="1">
                <a:latin typeface="Arial Nova Cond" panose="020B0506020202020204" pitchFamily="34" charset="0"/>
              </a:defRPr>
            </a:lvl2pPr>
            <a:lvl3pPr marL="1497013" indent="-474663">
              <a:tabLst/>
              <a:defRPr sz="3200" b="0" i="1">
                <a:latin typeface="Arial Nova Cond" panose="020B0506020202020204" pitchFamily="34" charset="0"/>
              </a:defRPr>
            </a:lvl3pPr>
            <a:lvl4pPr marL="2065338" indent="-455613">
              <a:tabLst/>
              <a:defRPr sz="3200" b="0" i="1">
                <a:latin typeface="Arial Nova Cond" panose="020B0506020202020204" pitchFamily="34" charset="0"/>
              </a:defRPr>
            </a:lvl4pPr>
            <a:lvl5pPr marL="2633663" indent="-473075">
              <a:tabLst/>
              <a:defRPr sz="3200" b="0" i="1">
                <a:latin typeface="Arial Nova Cond" panose="020B0506020202020204" pitchFamily="34" charset="0"/>
              </a:defRPr>
            </a:lvl5pPr>
          </a:lstStyle>
          <a:p>
            <a:pPr lvl="0"/>
            <a:r>
              <a:rPr lang="en-US" i="0"/>
              <a:t>References: If you reference any ideas, theories, etc. from other authors, make sure to appropriately cite them. References should be in a slightly smaller font than the rest of your text. </a:t>
            </a:r>
            <a:r>
              <a:rPr lang="en-US" b="1" i="0"/>
              <a:t>Make sure to add a section title above!</a:t>
            </a:r>
            <a:endParaRPr lang="en-US"/>
          </a:p>
        </p:txBody>
      </p:sp>
      <p:sp>
        <p:nvSpPr>
          <p:cNvPr id="31" name="Text Placeholder 25">
            <a:extLst>
              <a:ext uri="{FF2B5EF4-FFF2-40B4-BE49-F238E27FC236}">
                <a16:creationId xmlns:a16="http://schemas.microsoft.com/office/drawing/2014/main" id="{9E4B85C6-A528-BFFB-8FE8-C059340F152B}"/>
              </a:ext>
            </a:extLst>
          </p:cNvPr>
          <p:cNvSpPr>
            <a:spLocks noGrp="1"/>
          </p:cNvSpPr>
          <p:nvPr>
            <p:ph type="body" sz="quarter" idx="15" hasCustomPrompt="1"/>
          </p:nvPr>
        </p:nvSpPr>
        <p:spPr>
          <a:xfrm>
            <a:off x="24688800" y="7772400"/>
            <a:ext cx="10972800" cy="9601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08188" indent="-434975">
              <a:tabLst/>
              <a:defRPr sz="4000" b="0" i="0">
                <a:latin typeface="Arial Nova Cond" panose="020B0506020202020204" pitchFamily="34" charset="0"/>
              </a:defRPr>
            </a:lvl4pPr>
            <a:lvl5pPr marL="2690813" indent="-473075">
              <a:tabLst/>
              <a:defRPr sz="4000" b="0" i="0">
                <a:latin typeface="Arial Nova Cond" panose="020B0506020202020204" pitchFamily="34" charset="0"/>
              </a:defRPr>
            </a:lvl5pPr>
          </a:lstStyle>
          <a:p>
            <a:pPr lvl="0"/>
            <a:r>
              <a:rPr lang="en-US"/>
              <a:t>Conclusion: Restate the problem you addressed in your background section. Summarize the key findings from your results. What is the significance of your results/findings? What are the next steps for this research topic for you or for others? </a:t>
            </a:r>
            <a:r>
              <a:rPr lang="en-US" b="1"/>
              <a:t>Make sure to add a section title above!</a:t>
            </a:r>
            <a:endParaRPr lang="en-US"/>
          </a:p>
        </p:txBody>
      </p:sp>
      <p:sp>
        <p:nvSpPr>
          <p:cNvPr id="10" name="Text Placeholder 9">
            <a:extLst>
              <a:ext uri="{FF2B5EF4-FFF2-40B4-BE49-F238E27FC236}">
                <a16:creationId xmlns:a16="http://schemas.microsoft.com/office/drawing/2014/main" id="{27804880-C918-AD60-D5A9-D01E99713C15}"/>
              </a:ext>
            </a:extLst>
          </p:cNvPr>
          <p:cNvSpPr>
            <a:spLocks noGrp="1"/>
          </p:cNvSpPr>
          <p:nvPr>
            <p:ph type="body" sz="quarter" idx="10" hasCustomPrompt="1"/>
          </p:nvPr>
        </p:nvSpPr>
        <p:spPr>
          <a:xfrm>
            <a:off x="5486400" y="3337970"/>
            <a:ext cx="29718000" cy="914400"/>
          </a:xfrm>
        </p:spPr>
        <p:txBody>
          <a:bodyPr>
            <a:noAutofit/>
          </a:bodyPr>
          <a:lstStyle>
            <a:lvl1pPr marL="0" indent="0">
              <a:lnSpc>
                <a:spcPct val="100000"/>
              </a:lnSpc>
              <a:buNone/>
              <a:defRPr sz="5500" b="0" i="0">
                <a:solidFill>
                  <a:schemeClr val="bg1"/>
                </a:solidFill>
                <a:latin typeface="Arial Nova Cond" panose="020B0506020202020204" pitchFamily="34" charset="0"/>
              </a:defRPr>
            </a:lvl1pPr>
          </a:lstStyle>
          <a:p>
            <a:pPr lvl="0"/>
            <a:r>
              <a:rPr lang="en-US"/>
              <a:t>Your Name Here, Department; Mentor Name, Department; Other Contributors</a:t>
            </a:r>
          </a:p>
        </p:txBody>
      </p:sp>
      <p:sp>
        <p:nvSpPr>
          <p:cNvPr id="29" name="Content Placeholder 28">
            <a:extLst>
              <a:ext uri="{FF2B5EF4-FFF2-40B4-BE49-F238E27FC236}">
                <a16:creationId xmlns:a16="http://schemas.microsoft.com/office/drawing/2014/main" id="{241B5E86-42C4-5822-B2AB-BCA848F3BC04}"/>
              </a:ext>
            </a:extLst>
          </p:cNvPr>
          <p:cNvSpPr>
            <a:spLocks noGrp="1"/>
          </p:cNvSpPr>
          <p:nvPr>
            <p:ph sz="quarter" idx="13" hasCustomPrompt="1"/>
          </p:nvPr>
        </p:nvSpPr>
        <p:spPr>
          <a:xfrm>
            <a:off x="12801600" y="20346472"/>
            <a:ext cx="10972800" cy="11658600"/>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97013" indent="-45561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Graphs, tables, or images can be a great way to add visually appealing components to your poster, but make sure they are labeled and easy to read. </a:t>
            </a:r>
            <a:r>
              <a:rPr lang="en-US" b="1"/>
              <a:t>Only use images that are high-resolution.</a:t>
            </a:r>
            <a:r>
              <a:rPr lang="en-US"/>
              <a:t> Images that are too pixelated will appear blurry when printed.</a:t>
            </a:r>
          </a:p>
        </p:txBody>
      </p:sp>
      <p:sp>
        <p:nvSpPr>
          <p:cNvPr id="6" name="Title 5">
            <a:extLst>
              <a:ext uri="{FF2B5EF4-FFF2-40B4-BE49-F238E27FC236}">
                <a16:creationId xmlns:a16="http://schemas.microsoft.com/office/drawing/2014/main" id="{25171E06-7B92-1FDF-EF04-D81E7F2525E0}"/>
              </a:ext>
            </a:extLst>
          </p:cNvPr>
          <p:cNvSpPr>
            <a:spLocks noGrp="1"/>
          </p:cNvSpPr>
          <p:nvPr>
            <p:ph type="title" hasCustomPrompt="1"/>
          </p:nvPr>
        </p:nvSpPr>
        <p:spPr>
          <a:xfrm>
            <a:off x="5486400" y="320450"/>
            <a:ext cx="29718000" cy="3017520"/>
          </a:xfrm>
        </p:spPr>
        <p:txBody>
          <a:bodyPr anchor="t">
            <a:normAutofit/>
          </a:bodyPr>
          <a:lstStyle>
            <a:lvl1pPr>
              <a:lnSpc>
                <a:spcPct val="100000"/>
              </a:lnSpc>
              <a:defRPr sz="9600" b="0" i="0">
                <a:solidFill>
                  <a:schemeClr val="bg1"/>
                </a:solidFill>
                <a:latin typeface="Arial Nova Cond" panose="020B0506020202020204" pitchFamily="34" charset="0"/>
              </a:defRPr>
            </a:lvl1pPr>
          </a:lstStyle>
          <a:p>
            <a:r>
              <a:rPr lang="en-US"/>
              <a:t>Poster Title Goes Here</a:t>
            </a:r>
            <a:br>
              <a:rPr lang="en-US"/>
            </a:br>
            <a:r>
              <a:rPr lang="en-US"/>
              <a:t>Adjust Font Size As Needed</a:t>
            </a:r>
          </a:p>
        </p:txBody>
      </p:sp>
      <p:sp>
        <p:nvSpPr>
          <p:cNvPr id="30" name="Content Placeholder 28">
            <a:extLst>
              <a:ext uri="{FF2B5EF4-FFF2-40B4-BE49-F238E27FC236}">
                <a16:creationId xmlns:a16="http://schemas.microsoft.com/office/drawing/2014/main" id="{913ABB5A-EEB3-97DD-4E9C-9D0BC0609D04}"/>
              </a:ext>
            </a:extLst>
          </p:cNvPr>
          <p:cNvSpPr>
            <a:spLocks noGrp="1"/>
          </p:cNvSpPr>
          <p:nvPr>
            <p:ph sz="quarter" idx="14" hasCustomPrompt="1"/>
          </p:nvPr>
        </p:nvSpPr>
        <p:spPr>
          <a:xfrm>
            <a:off x="12801600" y="7773472"/>
            <a:ext cx="10972800" cy="12115800"/>
          </a:xfrm>
        </p:spPr>
        <p:txBody>
          <a:bodyPr>
            <a:normAutofit/>
          </a:bodyPr>
          <a:lstStyle>
            <a:lvl1pPr marL="0" indent="0">
              <a:buNone/>
              <a:defRPr sz="4000" b="0" i="0">
                <a:latin typeface="Arial Nova Cond" panose="020B0506020202020204" pitchFamily="34" charset="0"/>
              </a:defRPr>
            </a:lvl1pPr>
            <a:lvl2pPr marL="984250" indent="-492125">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Data Results and Analysis: This should be your most in-depth section. Highlight the key data, findings, or themes that led to your conclusion. </a:t>
            </a:r>
            <a:r>
              <a:rPr lang="en-US" b="1"/>
              <a:t>Make sure to add a section title above!</a:t>
            </a:r>
            <a:endParaRPr lang="en-US"/>
          </a:p>
        </p:txBody>
      </p:sp>
      <p:sp>
        <p:nvSpPr>
          <p:cNvPr id="40" name="Text Placeholder 34">
            <a:extLst>
              <a:ext uri="{FF2B5EF4-FFF2-40B4-BE49-F238E27FC236}">
                <a16:creationId xmlns:a16="http://schemas.microsoft.com/office/drawing/2014/main" id="{168FC78A-B2B4-4AF1-63BB-20788CA570DD}"/>
              </a:ext>
            </a:extLst>
          </p:cNvPr>
          <p:cNvSpPr>
            <a:spLocks noGrp="1"/>
          </p:cNvSpPr>
          <p:nvPr>
            <p:ph type="body" sz="quarter" idx="23"/>
          </p:nvPr>
        </p:nvSpPr>
        <p:spPr>
          <a:xfrm>
            <a:off x="24686514" y="25831800"/>
            <a:ext cx="10972800" cy="1828800"/>
          </a:xfrm>
          <a:solidFill>
            <a:srgbClr val="C8102E"/>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26" name="Text Placeholder 25">
            <a:extLst>
              <a:ext uri="{FF2B5EF4-FFF2-40B4-BE49-F238E27FC236}">
                <a16:creationId xmlns:a16="http://schemas.microsoft.com/office/drawing/2014/main" id="{1F579534-099F-0827-9214-60A6EC6F259A}"/>
              </a:ext>
            </a:extLst>
          </p:cNvPr>
          <p:cNvSpPr>
            <a:spLocks noGrp="1"/>
          </p:cNvSpPr>
          <p:nvPr>
            <p:ph type="body" sz="quarter" idx="11" hasCustomPrompt="1"/>
          </p:nvPr>
        </p:nvSpPr>
        <p:spPr>
          <a:xfrm>
            <a:off x="914400" y="7772400"/>
            <a:ext cx="10972800" cy="7086600"/>
          </a:xfrm>
        </p:spPr>
        <p:txBody>
          <a:bodyPr>
            <a:normAutofit/>
          </a:bodyPr>
          <a:lstStyle>
            <a:lvl1pPr marL="0" indent="0">
              <a:buNone/>
              <a:defRPr sz="4000" b="0" i="0">
                <a:latin typeface="Arial Nova Cond" panose="020B0506020202020204" pitchFamily="34" charset="0"/>
              </a:defRPr>
            </a:lvl1pPr>
            <a:lvl2pPr marL="927100" indent="-457200">
              <a:tabLst/>
              <a:defRPr sz="4000" b="0" i="0">
                <a:latin typeface="Arial Nova Cond" panose="020B0506020202020204" pitchFamily="34" charset="0"/>
              </a:defRPr>
            </a:lvl2pPr>
            <a:lvl3pPr marL="1497013" indent="-469900">
              <a:tabLst/>
              <a:defRPr sz="4000" b="0" i="0">
                <a:latin typeface="Arial Nova Cond" panose="020B0506020202020204" pitchFamily="34" charset="0"/>
              </a:defRPr>
            </a:lvl3pPr>
            <a:lvl4pPr marL="2068513" indent="-457200">
              <a:tabLst/>
              <a:defRPr sz="4000" b="0" i="0">
                <a:latin typeface="Arial Nova Cond" panose="020B0506020202020204" pitchFamily="34" charset="0"/>
              </a:defRPr>
            </a:lvl4pPr>
            <a:lvl5pPr marL="2581275" indent="-427038">
              <a:tabLst/>
              <a:defRPr sz="4000" b="0" i="0">
                <a:latin typeface="Arial Nova Cond" panose="020B0506020202020204" pitchFamily="34" charset="0"/>
              </a:defRPr>
            </a:lvl5pPr>
          </a:lstStyle>
          <a:p>
            <a:pPr lvl="0"/>
            <a:r>
              <a:rPr lang="en-US"/>
              <a:t>Introduction: This section should include the background information on your topic. Introduce your audience to the issue or goal your research addresses and why it is important/relevant to your field. Discuss the previous work that has already been done in this area. Define key terms for your audience. </a:t>
            </a:r>
            <a:r>
              <a:rPr lang="en-US" b="1"/>
              <a:t>Make sure to add a section title above!</a:t>
            </a:r>
            <a:endParaRPr lang="en-US"/>
          </a:p>
        </p:txBody>
      </p:sp>
    </p:spTree>
    <p:extLst>
      <p:ext uri="{BB962C8B-B14F-4D97-AF65-F5344CB8AC3E}">
        <p14:creationId xmlns:p14="http://schemas.microsoft.com/office/powerpoint/2010/main" val="509789503"/>
      </p:ext>
    </p:extLst>
  </p:cSld>
  <p:clrMapOvr>
    <a:masterClrMapping/>
  </p:clrMapOvr>
  <p:extLst>
    <p:ext uri="{DCECCB84-F9BA-43D5-87BE-67443E8EF086}">
      <p15:sldGuideLst xmlns:p15="http://schemas.microsoft.com/office/powerpoint/2012/main">
        <p15:guide id="1" orient="horz" pos="4896">
          <p15:clr>
            <a:srgbClr val="FBAE40"/>
          </p15:clr>
        </p15:guide>
        <p15:guide id="2" pos="345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rick Template Poster 2">
    <p:spTree>
      <p:nvGrpSpPr>
        <p:cNvPr id="1" name=""/>
        <p:cNvGrpSpPr/>
        <p:nvPr/>
      </p:nvGrpSpPr>
      <p:grpSpPr>
        <a:xfrm>
          <a:off x="0" y="0"/>
          <a:ext cx="0" cy="0"/>
          <a:chOff x="0" y="0"/>
          <a:chExt cx="0" cy="0"/>
        </a:xfrm>
      </p:grpSpPr>
      <p:pic>
        <p:nvPicPr>
          <p:cNvPr id="13" name="Picture 12" descr="A red square with a white border&#10;&#10;Description automatically generated">
            <a:extLst>
              <a:ext uri="{FF2B5EF4-FFF2-40B4-BE49-F238E27FC236}">
                <a16:creationId xmlns:a16="http://schemas.microsoft.com/office/drawing/2014/main" id="{D10DEA4E-B6F6-86B5-FCFE-005829A61715}"/>
              </a:ext>
            </a:extLst>
          </p:cNvPr>
          <p:cNvPicPr>
            <a:picLocks noChangeAspect="1"/>
          </p:cNvPicPr>
          <p:nvPr userDrawn="1"/>
        </p:nvPicPr>
        <p:blipFill>
          <a:blip r:embed="rId2"/>
          <a:stretch>
            <a:fillRect/>
          </a:stretch>
        </p:blipFill>
        <p:spPr>
          <a:xfrm>
            <a:off x="0" y="0"/>
            <a:ext cx="36576000" cy="4572000"/>
          </a:xfrm>
          <a:prstGeom prst="rect">
            <a:avLst/>
          </a:prstGeom>
        </p:spPr>
      </p:pic>
      <p:sp>
        <p:nvSpPr>
          <p:cNvPr id="39" name="Text Placeholder 34">
            <a:extLst>
              <a:ext uri="{FF2B5EF4-FFF2-40B4-BE49-F238E27FC236}">
                <a16:creationId xmlns:a16="http://schemas.microsoft.com/office/drawing/2014/main" id="{80759B05-CC2A-64BB-F41A-2C7BA4077234}"/>
              </a:ext>
            </a:extLst>
          </p:cNvPr>
          <p:cNvSpPr>
            <a:spLocks noGrp="1"/>
          </p:cNvSpPr>
          <p:nvPr>
            <p:ph type="body" sz="quarter" idx="22"/>
          </p:nvPr>
        </p:nvSpPr>
        <p:spPr>
          <a:xfrm>
            <a:off x="24686514" y="18060472"/>
            <a:ext cx="10972800" cy="1828800"/>
          </a:xfrm>
          <a:solidFill>
            <a:srgbClr val="C8102E"/>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8" name="Text Placeholder 34">
            <a:extLst>
              <a:ext uri="{FF2B5EF4-FFF2-40B4-BE49-F238E27FC236}">
                <a16:creationId xmlns:a16="http://schemas.microsoft.com/office/drawing/2014/main" id="{34A50BB6-C388-248A-D452-19DF2B04D370}"/>
              </a:ext>
            </a:extLst>
          </p:cNvPr>
          <p:cNvSpPr>
            <a:spLocks noGrp="1"/>
          </p:cNvSpPr>
          <p:nvPr>
            <p:ph type="body" sz="quarter" idx="21"/>
          </p:nvPr>
        </p:nvSpPr>
        <p:spPr>
          <a:xfrm>
            <a:off x="914400" y="15548487"/>
            <a:ext cx="10972800" cy="1828800"/>
          </a:xfrm>
          <a:solidFill>
            <a:srgbClr val="C8102E"/>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7" name="Text Placeholder 34">
            <a:extLst>
              <a:ext uri="{FF2B5EF4-FFF2-40B4-BE49-F238E27FC236}">
                <a16:creationId xmlns:a16="http://schemas.microsoft.com/office/drawing/2014/main" id="{A84384B7-196F-014A-C966-FE0B4FD08BE4}"/>
              </a:ext>
            </a:extLst>
          </p:cNvPr>
          <p:cNvSpPr>
            <a:spLocks noGrp="1"/>
          </p:cNvSpPr>
          <p:nvPr>
            <p:ph type="body" sz="quarter" idx="20"/>
          </p:nvPr>
        </p:nvSpPr>
        <p:spPr>
          <a:xfrm>
            <a:off x="24688800" y="5486400"/>
            <a:ext cx="10972800" cy="1828800"/>
          </a:xfrm>
          <a:solidFill>
            <a:srgbClr val="C8102E"/>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6" name="Text Placeholder 34">
            <a:extLst>
              <a:ext uri="{FF2B5EF4-FFF2-40B4-BE49-F238E27FC236}">
                <a16:creationId xmlns:a16="http://schemas.microsoft.com/office/drawing/2014/main" id="{003134DC-F613-7A96-869F-33CF1B15CEE8}"/>
              </a:ext>
            </a:extLst>
          </p:cNvPr>
          <p:cNvSpPr>
            <a:spLocks noGrp="1"/>
          </p:cNvSpPr>
          <p:nvPr>
            <p:ph type="body" sz="quarter" idx="19"/>
          </p:nvPr>
        </p:nvSpPr>
        <p:spPr>
          <a:xfrm>
            <a:off x="12801600" y="5486400"/>
            <a:ext cx="10972800" cy="1828800"/>
          </a:xfrm>
          <a:solidFill>
            <a:srgbClr val="C8102E"/>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5" name="Text Placeholder 34">
            <a:extLst>
              <a:ext uri="{FF2B5EF4-FFF2-40B4-BE49-F238E27FC236}">
                <a16:creationId xmlns:a16="http://schemas.microsoft.com/office/drawing/2014/main" id="{6197EA4A-7B87-D00F-07E1-1D22E98B4F5D}"/>
              </a:ext>
            </a:extLst>
          </p:cNvPr>
          <p:cNvSpPr>
            <a:spLocks noGrp="1"/>
          </p:cNvSpPr>
          <p:nvPr>
            <p:ph type="body" sz="quarter" idx="18"/>
          </p:nvPr>
        </p:nvSpPr>
        <p:spPr>
          <a:xfrm>
            <a:off x="914400" y="5486400"/>
            <a:ext cx="10972800" cy="1828800"/>
          </a:xfrm>
          <a:solidFill>
            <a:srgbClr val="C8102E"/>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40" name="Text Placeholder 34">
            <a:extLst>
              <a:ext uri="{FF2B5EF4-FFF2-40B4-BE49-F238E27FC236}">
                <a16:creationId xmlns:a16="http://schemas.microsoft.com/office/drawing/2014/main" id="{168FC78A-B2B4-4AF1-63BB-20788CA570DD}"/>
              </a:ext>
            </a:extLst>
          </p:cNvPr>
          <p:cNvSpPr>
            <a:spLocks noGrp="1"/>
          </p:cNvSpPr>
          <p:nvPr>
            <p:ph type="body" sz="quarter" idx="23"/>
          </p:nvPr>
        </p:nvSpPr>
        <p:spPr>
          <a:xfrm>
            <a:off x="24686514" y="25831800"/>
            <a:ext cx="10972800" cy="1828800"/>
          </a:xfrm>
          <a:solidFill>
            <a:srgbClr val="C8102E"/>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2" name="Text Placeholder 9">
            <a:extLst>
              <a:ext uri="{FF2B5EF4-FFF2-40B4-BE49-F238E27FC236}">
                <a16:creationId xmlns:a16="http://schemas.microsoft.com/office/drawing/2014/main" id="{353FFE76-5307-6E4A-A8B9-9C45E8197536}"/>
              </a:ext>
            </a:extLst>
          </p:cNvPr>
          <p:cNvSpPr>
            <a:spLocks noGrp="1"/>
          </p:cNvSpPr>
          <p:nvPr>
            <p:ph type="body" sz="quarter" idx="10" hasCustomPrompt="1"/>
          </p:nvPr>
        </p:nvSpPr>
        <p:spPr>
          <a:xfrm>
            <a:off x="1371600" y="3334528"/>
            <a:ext cx="28346400" cy="914400"/>
          </a:xfrm>
        </p:spPr>
        <p:txBody>
          <a:bodyPr>
            <a:noAutofit/>
          </a:bodyPr>
          <a:lstStyle>
            <a:lvl1pPr marL="0" indent="0">
              <a:lnSpc>
                <a:spcPct val="100000"/>
              </a:lnSpc>
              <a:buNone/>
              <a:defRPr sz="5500" b="0" i="0">
                <a:solidFill>
                  <a:schemeClr val="bg1"/>
                </a:solidFill>
                <a:latin typeface="Arial Nova Cond" panose="020B0506020202020204" pitchFamily="34" charset="0"/>
              </a:defRPr>
            </a:lvl1pPr>
          </a:lstStyle>
          <a:p>
            <a:pPr lvl="0"/>
            <a:r>
              <a:rPr lang="en-US"/>
              <a:t>Your Name Here, Department; Mentor Name, Department; Other Contributors</a:t>
            </a:r>
          </a:p>
        </p:txBody>
      </p:sp>
      <p:sp>
        <p:nvSpPr>
          <p:cNvPr id="3" name="Title 5">
            <a:extLst>
              <a:ext uri="{FF2B5EF4-FFF2-40B4-BE49-F238E27FC236}">
                <a16:creationId xmlns:a16="http://schemas.microsoft.com/office/drawing/2014/main" id="{2B605DC3-39B1-E4B4-B61C-350325124611}"/>
              </a:ext>
            </a:extLst>
          </p:cNvPr>
          <p:cNvSpPr>
            <a:spLocks noGrp="1"/>
          </p:cNvSpPr>
          <p:nvPr>
            <p:ph type="title" hasCustomPrompt="1"/>
          </p:nvPr>
        </p:nvSpPr>
        <p:spPr>
          <a:xfrm>
            <a:off x="1371600" y="317008"/>
            <a:ext cx="28346400" cy="3017520"/>
          </a:xfrm>
        </p:spPr>
        <p:txBody>
          <a:bodyPr anchor="t">
            <a:normAutofit/>
          </a:bodyPr>
          <a:lstStyle>
            <a:lvl1pPr>
              <a:lnSpc>
                <a:spcPct val="100000"/>
              </a:lnSpc>
              <a:defRPr sz="9600" b="0" i="0">
                <a:solidFill>
                  <a:schemeClr val="bg1"/>
                </a:solidFill>
                <a:latin typeface="Arial Nova Cond" panose="020B0506020202020204" pitchFamily="34" charset="0"/>
              </a:defRPr>
            </a:lvl1pPr>
          </a:lstStyle>
          <a:p>
            <a:r>
              <a:rPr lang="en-US"/>
              <a:t>Poster Title Goes Here</a:t>
            </a:r>
            <a:br>
              <a:rPr lang="en-US"/>
            </a:br>
            <a:r>
              <a:rPr lang="en-US"/>
              <a:t>Adjust Font Size As Needed</a:t>
            </a:r>
          </a:p>
        </p:txBody>
      </p:sp>
      <p:sp>
        <p:nvSpPr>
          <p:cNvPr id="5" name="Text Placeholder 25">
            <a:extLst>
              <a:ext uri="{FF2B5EF4-FFF2-40B4-BE49-F238E27FC236}">
                <a16:creationId xmlns:a16="http://schemas.microsoft.com/office/drawing/2014/main" id="{296A16C3-3BCE-0F07-EB23-6D9A121754A9}"/>
              </a:ext>
            </a:extLst>
          </p:cNvPr>
          <p:cNvSpPr>
            <a:spLocks noGrp="1"/>
          </p:cNvSpPr>
          <p:nvPr>
            <p:ph type="body" sz="quarter" idx="12" hasCustomPrompt="1"/>
          </p:nvPr>
        </p:nvSpPr>
        <p:spPr>
          <a:xfrm>
            <a:off x="914400" y="17830727"/>
            <a:ext cx="10972800" cy="14168814"/>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39863" indent="-4365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Methods/Approach/Theory: Describe the approach or method you used to acquire your data or findings. How did you do what you did? Explain the advantages and limitations of the approach you used. Why was this method chosen over others? </a:t>
            </a:r>
            <a:r>
              <a:rPr lang="en-US" b="1"/>
              <a:t>Make sure to add a section title above!</a:t>
            </a:r>
            <a:endParaRPr lang="en-US"/>
          </a:p>
        </p:txBody>
      </p:sp>
      <p:sp>
        <p:nvSpPr>
          <p:cNvPr id="6" name="Text Placeholder 25">
            <a:extLst>
              <a:ext uri="{FF2B5EF4-FFF2-40B4-BE49-F238E27FC236}">
                <a16:creationId xmlns:a16="http://schemas.microsoft.com/office/drawing/2014/main" id="{1AEF6436-7879-8FD7-D548-895CB413178A}"/>
              </a:ext>
            </a:extLst>
          </p:cNvPr>
          <p:cNvSpPr>
            <a:spLocks noGrp="1"/>
          </p:cNvSpPr>
          <p:nvPr>
            <p:ph type="body" sz="quarter" idx="17" hasCustomPrompt="1"/>
          </p:nvPr>
        </p:nvSpPr>
        <p:spPr>
          <a:xfrm>
            <a:off x="24686514" y="28118872"/>
            <a:ext cx="10972800" cy="3886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Acknowledgments: This is a space to give recognition to mentors, peers, or others who helped you along the way. Additionally, you should also identify sources of funding such as SURF, Mellon, </a:t>
            </a:r>
            <a:r>
              <a:rPr lang="en-US" err="1"/>
              <a:t>Pharis</a:t>
            </a:r>
            <a:r>
              <a:rPr lang="en-US"/>
              <a:t> Fellows, REUs, or other grant entities that supported your or your faculty mentor. </a:t>
            </a:r>
            <a:r>
              <a:rPr lang="en-US" b="1"/>
              <a:t>Make sure to add a section title above!</a:t>
            </a:r>
            <a:endParaRPr lang="en-US"/>
          </a:p>
        </p:txBody>
      </p:sp>
      <p:sp>
        <p:nvSpPr>
          <p:cNvPr id="8" name="Text Placeholder 25">
            <a:extLst>
              <a:ext uri="{FF2B5EF4-FFF2-40B4-BE49-F238E27FC236}">
                <a16:creationId xmlns:a16="http://schemas.microsoft.com/office/drawing/2014/main" id="{3B883C0E-542B-EE40-2345-7E4F3CACEEF5}"/>
              </a:ext>
            </a:extLst>
          </p:cNvPr>
          <p:cNvSpPr>
            <a:spLocks noGrp="1"/>
          </p:cNvSpPr>
          <p:nvPr>
            <p:ph type="body" sz="quarter" idx="16" hasCustomPrompt="1"/>
          </p:nvPr>
        </p:nvSpPr>
        <p:spPr>
          <a:xfrm>
            <a:off x="24686514" y="20345400"/>
            <a:ext cx="10972800" cy="4800600"/>
          </a:xfrm>
        </p:spPr>
        <p:txBody>
          <a:bodyPr>
            <a:normAutofit/>
          </a:bodyPr>
          <a:lstStyle>
            <a:lvl1pPr marL="0" indent="0">
              <a:buNone/>
              <a:defRPr sz="3200" b="0" i="0">
                <a:latin typeface="Arial Nova Cond" panose="020B0506020202020204" pitchFamily="34" charset="0"/>
              </a:defRPr>
            </a:lvl1pPr>
            <a:lvl2pPr marL="928688" indent="-474663">
              <a:tabLst/>
              <a:defRPr sz="3200" b="0" i="1">
                <a:latin typeface="Arial Nova Cond" panose="020B0506020202020204" pitchFamily="34" charset="0"/>
              </a:defRPr>
            </a:lvl2pPr>
            <a:lvl3pPr marL="1497013" indent="-474663">
              <a:tabLst/>
              <a:defRPr sz="3200" b="0" i="1">
                <a:latin typeface="Arial Nova Cond" panose="020B0506020202020204" pitchFamily="34" charset="0"/>
              </a:defRPr>
            </a:lvl3pPr>
            <a:lvl4pPr marL="2065338" indent="-455613">
              <a:tabLst/>
              <a:defRPr sz="3200" b="0" i="1">
                <a:latin typeface="Arial Nova Cond" panose="020B0506020202020204" pitchFamily="34" charset="0"/>
              </a:defRPr>
            </a:lvl4pPr>
            <a:lvl5pPr marL="2633663" indent="-473075">
              <a:tabLst/>
              <a:defRPr sz="3200" b="0" i="1">
                <a:latin typeface="Arial Nova Cond" panose="020B0506020202020204" pitchFamily="34" charset="0"/>
              </a:defRPr>
            </a:lvl5pPr>
          </a:lstStyle>
          <a:p>
            <a:pPr lvl="0"/>
            <a:r>
              <a:rPr lang="en-US" i="0"/>
              <a:t>References: If you reference any ideas, theories, etc. from other authors, make sure to appropriately cite them. References should be in a slightly smaller font than the rest of your text. </a:t>
            </a:r>
            <a:r>
              <a:rPr lang="en-US" b="1" i="0"/>
              <a:t>Make sure to add a section title above!</a:t>
            </a:r>
            <a:endParaRPr lang="en-US"/>
          </a:p>
        </p:txBody>
      </p:sp>
      <p:sp>
        <p:nvSpPr>
          <p:cNvPr id="9" name="Text Placeholder 25">
            <a:extLst>
              <a:ext uri="{FF2B5EF4-FFF2-40B4-BE49-F238E27FC236}">
                <a16:creationId xmlns:a16="http://schemas.microsoft.com/office/drawing/2014/main" id="{E8E508D8-0074-1AAF-944B-AACF2B2DF084}"/>
              </a:ext>
            </a:extLst>
          </p:cNvPr>
          <p:cNvSpPr>
            <a:spLocks noGrp="1"/>
          </p:cNvSpPr>
          <p:nvPr>
            <p:ph type="body" sz="quarter" idx="15" hasCustomPrompt="1"/>
          </p:nvPr>
        </p:nvSpPr>
        <p:spPr>
          <a:xfrm>
            <a:off x="24688800" y="7772400"/>
            <a:ext cx="10972800" cy="9601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08188" indent="-434975">
              <a:tabLst/>
              <a:defRPr sz="4000" b="0" i="0">
                <a:latin typeface="Arial Nova Cond" panose="020B0506020202020204" pitchFamily="34" charset="0"/>
              </a:defRPr>
            </a:lvl4pPr>
            <a:lvl5pPr marL="2690813" indent="-473075">
              <a:tabLst/>
              <a:defRPr sz="4000" b="0" i="0">
                <a:latin typeface="Arial Nova Cond" panose="020B0506020202020204" pitchFamily="34" charset="0"/>
              </a:defRPr>
            </a:lvl5pPr>
          </a:lstStyle>
          <a:p>
            <a:pPr lvl="0"/>
            <a:r>
              <a:rPr lang="en-US"/>
              <a:t>Conclusion: Restate the problem you addressed in your background section. Summarize the key findings from your results. What is the significance of your results/findings? What are the next steps for this research topic for you or for others? </a:t>
            </a:r>
            <a:r>
              <a:rPr lang="en-US" b="1"/>
              <a:t>Make sure to add a section title above!</a:t>
            </a:r>
            <a:endParaRPr lang="en-US"/>
          </a:p>
        </p:txBody>
      </p:sp>
      <p:sp>
        <p:nvSpPr>
          <p:cNvPr id="10" name="Content Placeholder 28">
            <a:extLst>
              <a:ext uri="{FF2B5EF4-FFF2-40B4-BE49-F238E27FC236}">
                <a16:creationId xmlns:a16="http://schemas.microsoft.com/office/drawing/2014/main" id="{CF788CC0-9D4C-F88B-7BA7-E6794A2FE3C7}"/>
              </a:ext>
            </a:extLst>
          </p:cNvPr>
          <p:cNvSpPr>
            <a:spLocks noGrp="1"/>
          </p:cNvSpPr>
          <p:nvPr>
            <p:ph sz="quarter" idx="13" hasCustomPrompt="1"/>
          </p:nvPr>
        </p:nvSpPr>
        <p:spPr>
          <a:xfrm>
            <a:off x="12801600" y="20346472"/>
            <a:ext cx="10972800" cy="11658600"/>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97013" indent="-45561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Graphs, tables, or images can be a great way to add visually appealing components to your poster, but make sure they are labeled and easy to read. </a:t>
            </a:r>
            <a:r>
              <a:rPr lang="en-US" b="1"/>
              <a:t>Only use images that are high-resolution.</a:t>
            </a:r>
            <a:r>
              <a:rPr lang="en-US"/>
              <a:t> Images that are too pixelated will appear blurry when printed.</a:t>
            </a:r>
          </a:p>
        </p:txBody>
      </p:sp>
      <p:sp>
        <p:nvSpPr>
          <p:cNvPr id="11" name="Content Placeholder 28">
            <a:extLst>
              <a:ext uri="{FF2B5EF4-FFF2-40B4-BE49-F238E27FC236}">
                <a16:creationId xmlns:a16="http://schemas.microsoft.com/office/drawing/2014/main" id="{C2B9DD05-F359-8A86-F114-8A9D1897D4A3}"/>
              </a:ext>
            </a:extLst>
          </p:cNvPr>
          <p:cNvSpPr>
            <a:spLocks noGrp="1"/>
          </p:cNvSpPr>
          <p:nvPr>
            <p:ph sz="quarter" idx="14" hasCustomPrompt="1"/>
          </p:nvPr>
        </p:nvSpPr>
        <p:spPr>
          <a:xfrm>
            <a:off x="12801600" y="7773472"/>
            <a:ext cx="10972800" cy="12115800"/>
          </a:xfrm>
        </p:spPr>
        <p:txBody>
          <a:bodyPr>
            <a:normAutofit/>
          </a:bodyPr>
          <a:lstStyle>
            <a:lvl1pPr marL="0" indent="0">
              <a:buNone/>
              <a:defRPr sz="4000" b="0" i="0">
                <a:latin typeface="Arial Nova Cond" panose="020B0506020202020204" pitchFamily="34" charset="0"/>
              </a:defRPr>
            </a:lvl1pPr>
            <a:lvl2pPr marL="984250" indent="-492125">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Data Results and Analysis: This should be your most in-depth section. Highlight the key data, findings, or themes that led to your conclusion. </a:t>
            </a:r>
            <a:r>
              <a:rPr lang="en-US" b="1"/>
              <a:t>Make sure to add a section title above!</a:t>
            </a:r>
            <a:endParaRPr lang="en-US"/>
          </a:p>
        </p:txBody>
      </p:sp>
      <p:sp>
        <p:nvSpPr>
          <p:cNvPr id="12" name="Text Placeholder 25">
            <a:extLst>
              <a:ext uri="{FF2B5EF4-FFF2-40B4-BE49-F238E27FC236}">
                <a16:creationId xmlns:a16="http://schemas.microsoft.com/office/drawing/2014/main" id="{7B1683D6-313F-AF5A-A8A3-BEF0DCA0B35F}"/>
              </a:ext>
            </a:extLst>
          </p:cNvPr>
          <p:cNvSpPr>
            <a:spLocks noGrp="1"/>
          </p:cNvSpPr>
          <p:nvPr>
            <p:ph type="body" sz="quarter" idx="11" hasCustomPrompt="1"/>
          </p:nvPr>
        </p:nvSpPr>
        <p:spPr>
          <a:xfrm>
            <a:off x="914400" y="7772400"/>
            <a:ext cx="10972800" cy="7086600"/>
          </a:xfrm>
        </p:spPr>
        <p:txBody>
          <a:bodyPr>
            <a:normAutofit/>
          </a:bodyPr>
          <a:lstStyle>
            <a:lvl1pPr marL="0" indent="0">
              <a:buNone/>
              <a:defRPr sz="4000" b="0" i="0">
                <a:latin typeface="Arial Nova Cond" panose="020B0506020202020204" pitchFamily="34" charset="0"/>
              </a:defRPr>
            </a:lvl1pPr>
            <a:lvl2pPr marL="927100" indent="-457200">
              <a:tabLst/>
              <a:defRPr sz="4000" b="0" i="0">
                <a:latin typeface="Arial Nova Cond" panose="020B0506020202020204" pitchFamily="34" charset="0"/>
              </a:defRPr>
            </a:lvl2pPr>
            <a:lvl3pPr marL="1497013" indent="-469900">
              <a:tabLst/>
              <a:defRPr sz="4000" b="0" i="0">
                <a:latin typeface="Arial Nova Cond" panose="020B0506020202020204" pitchFamily="34" charset="0"/>
              </a:defRPr>
            </a:lvl3pPr>
            <a:lvl4pPr marL="2068513" indent="-457200">
              <a:tabLst/>
              <a:defRPr sz="4000" b="0" i="0">
                <a:latin typeface="Arial Nova Cond" panose="020B0506020202020204" pitchFamily="34" charset="0"/>
              </a:defRPr>
            </a:lvl4pPr>
            <a:lvl5pPr marL="2581275" indent="-427038">
              <a:tabLst/>
              <a:defRPr sz="4000" b="0" i="0">
                <a:latin typeface="Arial Nova Cond" panose="020B0506020202020204" pitchFamily="34" charset="0"/>
              </a:defRPr>
            </a:lvl5pPr>
          </a:lstStyle>
          <a:p>
            <a:pPr lvl="0"/>
            <a:r>
              <a:rPr lang="en-US"/>
              <a:t>Introduction: This section should include the background information on your topic. Introduce your audience to the issue or goal your research addresses and why it is important/relevant to your field. Discuss the previous work that has already been done in this area. Define key terms for your audience. </a:t>
            </a:r>
            <a:r>
              <a:rPr lang="en-US" b="1"/>
              <a:t>Make sure to add a section title above!</a:t>
            </a:r>
            <a:endParaRPr lang="en-US"/>
          </a:p>
        </p:txBody>
      </p:sp>
    </p:spTree>
    <p:extLst>
      <p:ext uri="{BB962C8B-B14F-4D97-AF65-F5344CB8AC3E}">
        <p14:creationId xmlns:p14="http://schemas.microsoft.com/office/powerpoint/2010/main" val="1059427760"/>
      </p:ext>
    </p:extLst>
  </p:cSld>
  <p:clrMapOvr>
    <a:masterClrMapping/>
  </p:clrMapOvr>
  <p:extLst>
    <p:ext uri="{DCECCB84-F9BA-43D5-87BE-67443E8EF086}">
      <p15:sldGuideLst xmlns:p15="http://schemas.microsoft.com/office/powerpoint/2012/main">
        <p15:guide id="1" orient="horz" pos="4896">
          <p15:clr>
            <a:srgbClr val="FBAE40"/>
          </p15:clr>
        </p15:guide>
        <p15:guide id="2" pos="345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rick Blank Poster 1">
    <p:spTree>
      <p:nvGrpSpPr>
        <p:cNvPr id="1" name=""/>
        <p:cNvGrpSpPr/>
        <p:nvPr/>
      </p:nvGrpSpPr>
      <p:grpSpPr>
        <a:xfrm>
          <a:off x="0" y="0"/>
          <a:ext cx="0" cy="0"/>
          <a:chOff x="0" y="0"/>
          <a:chExt cx="0" cy="0"/>
        </a:xfrm>
      </p:grpSpPr>
      <p:pic>
        <p:nvPicPr>
          <p:cNvPr id="4" name="Picture 3" descr="A red square with a white border&#10;&#10;Description automatically generated">
            <a:extLst>
              <a:ext uri="{FF2B5EF4-FFF2-40B4-BE49-F238E27FC236}">
                <a16:creationId xmlns:a16="http://schemas.microsoft.com/office/drawing/2014/main" id="{109B5177-6614-DEF3-C3A9-4B0ADDB7B3A2}"/>
              </a:ext>
            </a:extLst>
          </p:cNvPr>
          <p:cNvPicPr>
            <a:picLocks noChangeAspect="1"/>
          </p:cNvPicPr>
          <p:nvPr userDrawn="1"/>
        </p:nvPicPr>
        <p:blipFill>
          <a:blip r:embed="rId2"/>
          <a:stretch>
            <a:fillRect/>
          </a:stretch>
        </p:blipFill>
        <p:spPr>
          <a:xfrm>
            <a:off x="0" y="0"/>
            <a:ext cx="36576000" cy="4572000"/>
          </a:xfrm>
          <a:prstGeom prst="rect">
            <a:avLst/>
          </a:prstGeom>
        </p:spPr>
      </p:pic>
      <p:sp>
        <p:nvSpPr>
          <p:cNvPr id="18" name="Text Placeholder 9">
            <a:extLst>
              <a:ext uri="{FF2B5EF4-FFF2-40B4-BE49-F238E27FC236}">
                <a16:creationId xmlns:a16="http://schemas.microsoft.com/office/drawing/2014/main" id="{C5117E31-D4DA-38B0-C32F-884F15C97A2E}"/>
              </a:ext>
            </a:extLst>
          </p:cNvPr>
          <p:cNvSpPr>
            <a:spLocks noGrp="1"/>
          </p:cNvSpPr>
          <p:nvPr>
            <p:ph type="body" sz="quarter" idx="10" hasCustomPrompt="1"/>
          </p:nvPr>
        </p:nvSpPr>
        <p:spPr>
          <a:xfrm>
            <a:off x="5486400" y="3337970"/>
            <a:ext cx="29718000" cy="914400"/>
          </a:xfrm>
        </p:spPr>
        <p:txBody>
          <a:bodyPr>
            <a:noAutofit/>
          </a:bodyPr>
          <a:lstStyle>
            <a:lvl1pPr marL="0" indent="0">
              <a:lnSpc>
                <a:spcPct val="100000"/>
              </a:lnSpc>
              <a:buNone/>
              <a:defRPr sz="5500" b="0" i="0">
                <a:solidFill>
                  <a:schemeClr val="bg1"/>
                </a:solidFill>
                <a:latin typeface="Arial Nova Cond" panose="020B0506020202020204" pitchFamily="34" charset="0"/>
              </a:defRPr>
            </a:lvl1pPr>
          </a:lstStyle>
          <a:p>
            <a:pPr lvl="0"/>
            <a:r>
              <a:rPr lang="en-US"/>
              <a:t>Your Name Here, Department; Mentor Name, Department; Other Contributors</a:t>
            </a:r>
          </a:p>
        </p:txBody>
      </p:sp>
      <p:sp>
        <p:nvSpPr>
          <p:cNvPr id="19" name="Title 5">
            <a:extLst>
              <a:ext uri="{FF2B5EF4-FFF2-40B4-BE49-F238E27FC236}">
                <a16:creationId xmlns:a16="http://schemas.microsoft.com/office/drawing/2014/main" id="{8B2C22E4-A131-E676-95D8-0DEB89FA8245}"/>
              </a:ext>
            </a:extLst>
          </p:cNvPr>
          <p:cNvSpPr>
            <a:spLocks noGrp="1"/>
          </p:cNvSpPr>
          <p:nvPr>
            <p:ph type="title" hasCustomPrompt="1"/>
          </p:nvPr>
        </p:nvSpPr>
        <p:spPr>
          <a:xfrm>
            <a:off x="5486400" y="320450"/>
            <a:ext cx="29718000" cy="3017520"/>
          </a:xfrm>
        </p:spPr>
        <p:txBody>
          <a:bodyPr anchor="t">
            <a:normAutofit/>
          </a:bodyPr>
          <a:lstStyle>
            <a:lvl1pPr>
              <a:lnSpc>
                <a:spcPct val="100000"/>
              </a:lnSpc>
              <a:defRPr sz="9600" b="0" i="0">
                <a:solidFill>
                  <a:schemeClr val="bg1"/>
                </a:solidFill>
                <a:latin typeface="Arial Nova Cond" panose="020B0506020202020204" pitchFamily="34" charset="0"/>
              </a:defRPr>
            </a:lvl1pPr>
          </a:lstStyle>
          <a:p>
            <a:r>
              <a:rPr lang="en-US"/>
              <a:t>Poster Title Goes Here</a:t>
            </a:r>
            <a:br>
              <a:rPr lang="en-US"/>
            </a:br>
            <a:r>
              <a:rPr lang="en-US"/>
              <a:t>Adjust Font Size As Needed</a:t>
            </a:r>
          </a:p>
        </p:txBody>
      </p:sp>
    </p:spTree>
    <p:extLst>
      <p:ext uri="{BB962C8B-B14F-4D97-AF65-F5344CB8AC3E}">
        <p14:creationId xmlns:p14="http://schemas.microsoft.com/office/powerpoint/2010/main" val="27174638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rick Blank Poster 2">
    <p:spTree>
      <p:nvGrpSpPr>
        <p:cNvPr id="1" name=""/>
        <p:cNvGrpSpPr/>
        <p:nvPr/>
      </p:nvGrpSpPr>
      <p:grpSpPr>
        <a:xfrm>
          <a:off x="0" y="0"/>
          <a:ext cx="0" cy="0"/>
          <a:chOff x="0" y="0"/>
          <a:chExt cx="0" cy="0"/>
        </a:xfrm>
      </p:grpSpPr>
      <p:pic>
        <p:nvPicPr>
          <p:cNvPr id="5" name="Picture 4" descr="A red square with a white border&#10;&#10;Description automatically generated">
            <a:extLst>
              <a:ext uri="{FF2B5EF4-FFF2-40B4-BE49-F238E27FC236}">
                <a16:creationId xmlns:a16="http://schemas.microsoft.com/office/drawing/2014/main" id="{EAB8548B-87E2-FF4A-0699-F89B7999E59A}"/>
              </a:ext>
            </a:extLst>
          </p:cNvPr>
          <p:cNvPicPr>
            <a:picLocks noChangeAspect="1"/>
          </p:cNvPicPr>
          <p:nvPr userDrawn="1"/>
        </p:nvPicPr>
        <p:blipFill>
          <a:blip r:embed="rId2"/>
          <a:stretch>
            <a:fillRect/>
          </a:stretch>
        </p:blipFill>
        <p:spPr>
          <a:xfrm>
            <a:off x="0" y="0"/>
            <a:ext cx="36576000" cy="4572000"/>
          </a:xfrm>
          <a:prstGeom prst="rect">
            <a:avLst/>
          </a:prstGeom>
        </p:spPr>
      </p:pic>
      <p:sp>
        <p:nvSpPr>
          <p:cNvPr id="2" name="Text Placeholder 9">
            <a:extLst>
              <a:ext uri="{FF2B5EF4-FFF2-40B4-BE49-F238E27FC236}">
                <a16:creationId xmlns:a16="http://schemas.microsoft.com/office/drawing/2014/main" id="{803F045D-AFC6-3561-DAD4-8F0E6BB37A4B}"/>
              </a:ext>
            </a:extLst>
          </p:cNvPr>
          <p:cNvSpPr>
            <a:spLocks noGrp="1"/>
          </p:cNvSpPr>
          <p:nvPr>
            <p:ph type="body" sz="quarter" idx="10" hasCustomPrompt="1"/>
          </p:nvPr>
        </p:nvSpPr>
        <p:spPr>
          <a:xfrm>
            <a:off x="1371600" y="3334528"/>
            <a:ext cx="28346400" cy="914400"/>
          </a:xfrm>
        </p:spPr>
        <p:txBody>
          <a:bodyPr>
            <a:noAutofit/>
          </a:bodyPr>
          <a:lstStyle>
            <a:lvl1pPr marL="0" indent="0">
              <a:lnSpc>
                <a:spcPct val="100000"/>
              </a:lnSpc>
              <a:buNone/>
              <a:defRPr sz="5500" b="0" i="0">
                <a:solidFill>
                  <a:schemeClr val="bg1"/>
                </a:solidFill>
                <a:latin typeface="Arial Nova Cond" panose="020B0506020202020204" pitchFamily="34" charset="0"/>
              </a:defRPr>
            </a:lvl1pPr>
          </a:lstStyle>
          <a:p>
            <a:pPr lvl="0"/>
            <a:r>
              <a:rPr lang="en-US"/>
              <a:t>Your Name Here, Department; Mentor Name, Department; Other Contributors</a:t>
            </a:r>
          </a:p>
        </p:txBody>
      </p:sp>
      <p:sp>
        <p:nvSpPr>
          <p:cNvPr id="3" name="Title 5">
            <a:extLst>
              <a:ext uri="{FF2B5EF4-FFF2-40B4-BE49-F238E27FC236}">
                <a16:creationId xmlns:a16="http://schemas.microsoft.com/office/drawing/2014/main" id="{C9C1680D-A538-7CBA-6F93-19C243090E1F}"/>
              </a:ext>
            </a:extLst>
          </p:cNvPr>
          <p:cNvSpPr>
            <a:spLocks noGrp="1"/>
          </p:cNvSpPr>
          <p:nvPr>
            <p:ph type="title" hasCustomPrompt="1"/>
          </p:nvPr>
        </p:nvSpPr>
        <p:spPr>
          <a:xfrm>
            <a:off x="1371600" y="317008"/>
            <a:ext cx="28346400" cy="3017520"/>
          </a:xfrm>
        </p:spPr>
        <p:txBody>
          <a:bodyPr anchor="t">
            <a:normAutofit/>
          </a:bodyPr>
          <a:lstStyle>
            <a:lvl1pPr>
              <a:lnSpc>
                <a:spcPct val="100000"/>
              </a:lnSpc>
              <a:defRPr sz="9600" b="0" i="0">
                <a:solidFill>
                  <a:schemeClr val="bg1"/>
                </a:solidFill>
                <a:latin typeface="Arial Nova Cond" panose="020B0506020202020204" pitchFamily="34" charset="0"/>
              </a:defRPr>
            </a:lvl1pPr>
          </a:lstStyle>
          <a:p>
            <a:r>
              <a:rPr lang="en-US"/>
              <a:t>Poster Title Goes Here</a:t>
            </a:r>
            <a:br>
              <a:rPr lang="en-US"/>
            </a:br>
            <a:r>
              <a:rPr lang="en-US"/>
              <a:t>Adjust Font Size As Needed</a:t>
            </a:r>
          </a:p>
        </p:txBody>
      </p:sp>
    </p:spTree>
    <p:extLst>
      <p:ext uri="{BB962C8B-B14F-4D97-AF65-F5344CB8AC3E}">
        <p14:creationId xmlns:p14="http://schemas.microsoft.com/office/powerpoint/2010/main" val="2519496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rick Template Poster 1">
    <p:spTree>
      <p:nvGrpSpPr>
        <p:cNvPr id="1" name=""/>
        <p:cNvGrpSpPr/>
        <p:nvPr/>
      </p:nvGrpSpPr>
      <p:grpSpPr>
        <a:xfrm>
          <a:off x="0" y="0"/>
          <a:ext cx="0" cy="0"/>
          <a:chOff x="0" y="0"/>
          <a:chExt cx="0" cy="0"/>
        </a:xfrm>
      </p:grpSpPr>
      <p:pic>
        <p:nvPicPr>
          <p:cNvPr id="4" name="Picture 3" descr="A red square with a white border&#10;&#10;Description automatically generated">
            <a:extLst>
              <a:ext uri="{FF2B5EF4-FFF2-40B4-BE49-F238E27FC236}">
                <a16:creationId xmlns:a16="http://schemas.microsoft.com/office/drawing/2014/main" id="{F1FD6306-41EE-D5EF-5D23-B962F98C7394}"/>
              </a:ext>
            </a:extLst>
          </p:cNvPr>
          <p:cNvPicPr>
            <a:picLocks noChangeAspect="1"/>
          </p:cNvPicPr>
          <p:nvPr userDrawn="1"/>
        </p:nvPicPr>
        <p:blipFill>
          <a:blip r:embed="rId2"/>
          <a:stretch>
            <a:fillRect/>
          </a:stretch>
        </p:blipFill>
        <p:spPr>
          <a:xfrm>
            <a:off x="0" y="0"/>
            <a:ext cx="36576000" cy="4572000"/>
          </a:xfrm>
          <a:prstGeom prst="rect">
            <a:avLst/>
          </a:prstGeom>
        </p:spPr>
      </p:pic>
      <p:sp>
        <p:nvSpPr>
          <p:cNvPr id="39" name="Text Placeholder 34">
            <a:extLst>
              <a:ext uri="{FF2B5EF4-FFF2-40B4-BE49-F238E27FC236}">
                <a16:creationId xmlns:a16="http://schemas.microsoft.com/office/drawing/2014/main" id="{80759B05-CC2A-64BB-F41A-2C7BA4077234}"/>
              </a:ext>
            </a:extLst>
          </p:cNvPr>
          <p:cNvSpPr>
            <a:spLocks noGrp="1"/>
          </p:cNvSpPr>
          <p:nvPr>
            <p:ph type="body" sz="quarter" idx="22"/>
          </p:nvPr>
        </p:nvSpPr>
        <p:spPr>
          <a:xfrm>
            <a:off x="24686514" y="18060472"/>
            <a:ext cx="10972800" cy="1828800"/>
          </a:xfrm>
          <a:solidFill>
            <a:srgbClr val="960C22"/>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27" name="Text Placeholder 25">
            <a:extLst>
              <a:ext uri="{FF2B5EF4-FFF2-40B4-BE49-F238E27FC236}">
                <a16:creationId xmlns:a16="http://schemas.microsoft.com/office/drawing/2014/main" id="{F880D5D5-9918-9A15-7D0B-8176CBC7FE66}"/>
              </a:ext>
            </a:extLst>
          </p:cNvPr>
          <p:cNvSpPr>
            <a:spLocks noGrp="1"/>
          </p:cNvSpPr>
          <p:nvPr>
            <p:ph type="body" sz="quarter" idx="12" hasCustomPrompt="1"/>
          </p:nvPr>
        </p:nvSpPr>
        <p:spPr>
          <a:xfrm>
            <a:off x="914400" y="17830727"/>
            <a:ext cx="10972800" cy="14168814"/>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39863" indent="-4365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Methods/Approach/Theory: Describe the approach or method you used to acquire your data or findings. How did you do what you did? Explain the advantages and limitations of the approach you used. Why was this method chosen over others? </a:t>
            </a:r>
            <a:r>
              <a:rPr lang="en-US" b="1"/>
              <a:t>Make sure to add a section title above!</a:t>
            </a:r>
            <a:endParaRPr lang="en-US"/>
          </a:p>
        </p:txBody>
      </p:sp>
      <p:sp>
        <p:nvSpPr>
          <p:cNvPr id="38" name="Text Placeholder 34">
            <a:extLst>
              <a:ext uri="{FF2B5EF4-FFF2-40B4-BE49-F238E27FC236}">
                <a16:creationId xmlns:a16="http://schemas.microsoft.com/office/drawing/2014/main" id="{34A50BB6-C388-248A-D452-19DF2B04D370}"/>
              </a:ext>
            </a:extLst>
          </p:cNvPr>
          <p:cNvSpPr>
            <a:spLocks noGrp="1"/>
          </p:cNvSpPr>
          <p:nvPr>
            <p:ph type="body" sz="quarter" idx="21"/>
          </p:nvPr>
        </p:nvSpPr>
        <p:spPr>
          <a:xfrm>
            <a:off x="914400" y="15548487"/>
            <a:ext cx="10972800" cy="1828800"/>
          </a:xfrm>
          <a:solidFill>
            <a:srgbClr val="960C22"/>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7" name="Text Placeholder 34">
            <a:extLst>
              <a:ext uri="{FF2B5EF4-FFF2-40B4-BE49-F238E27FC236}">
                <a16:creationId xmlns:a16="http://schemas.microsoft.com/office/drawing/2014/main" id="{A84384B7-196F-014A-C966-FE0B4FD08BE4}"/>
              </a:ext>
            </a:extLst>
          </p:cNvPr>
          <p:cNvSpPr>
            <a:spLocks noGrp="1"/>
          </p:cNvSpPr>
          <p:nvPr>
            <p:ph type="body" sz="quarter" idx="20"/>
          </p:nvPr>
        </p:nvSpPr>
        <p:spPr>
          <a:xfrm>
            <a:off x="24688800" y="5486400"/>
            <a:ext cx="10972800" cy="1828800"/>
          </a:xfrm>
          <a:solidFill>
            <a:srgbClr val="960C22"/>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6" name="Text Placeholder 34">
            <a:extLst>
              <a:ext uri="{FF2B5EF4-FFF2-40B4-BE49-F238E27FC236}">
                <a16:creationId xmlns:a16="http://schemas.microsoft.com/office/drawing/2014/main" id="{003134DC-F613-7A96-869F-33CF1B15CEE8}"/>
              </a:ext>
            </a:extLst>
          </p:cNvPr>
          <p:cNvSpPr>
            <a:spLocks noGrp="1"/>
          </p:cNvSpPr>
          <p:nvPr>
            <p:ph type="body" sz="quarter" idx="19"/>
          </p:nvPr>
        </p:nvSpPr>
        <p:spPr>
          <a:xfrm>
            <a:off x="12801600" y="5486400"/>
            <a:ext cx="10972800" cy="1828800"/>
          </a:xfrm>
          <a:solidFill>
            <a:srgbClr val="960C22"/>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5" name="Text Placeholder 34">
            <a:extLst>
              <a:ext uri="{FF2B5EF4-FFF2-40B4-BE49-F238E27FC236}">
                <a16:creationId xmlns:a16="http://schemas.microsoft.com/office/drawing/2014/main" id="{6197EA4A-7B87-D00F-07E1-1D22E98B4F5D}"/>
              </a:ext>
            </a:extLst>
          </p:cNvPr>
          <p:cNvSpPr>
            <a:spLocks noGrp="1"/>
          </p:cNvSpPr>
          <p:nvPr>
            <p:ph type="body" sz="quarter" idx="18"/>
          </p:nvPr>
        </p:nvSpPr>
        <p:spPr>
          <a:xfrm>
            <a:off x="914400" y="5486400"/>
            <a:ext cx="10972800" cy="1828800"/>
          </a:xfrm>
          <a:solidFill>
            <a:srgbClr val="960C22"/>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3" name="Text Placeholder 25">
            <a:extLst>
              <a:ext uri="{FF2B5EF4-FFF2-40B4-BE49-F238E27FC236}">
                <a16:creationId xmlns:a16="http://schemas.microsoft.com/office/drawing/2014/main" id="{44EC5CD0-2B87-1A68-1E6B-90CD55711D91}"/>
              </a:ext>
            </a:extLst>
          </p:cNvPr>
          <p:cNvSpPr>
            <a:spLocks noGrp="1"/>
          </p:cNvSpPr>
          <p:nvPr>
            <p:ph type="body" sz="quarter" idx="17" hasCustomPrompt="1"/>
          </p:nvPr>
        </p:nvSpPr>
        <p:spPr>
          <a:xfrm>
            <a:off x="24686514" y="28118872"/>
            <a:ext cx="10972800" cy="3886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Acknowledgments: This is a space to give recognition to mentors, peers, or others who helped you along the way. Additionally, you should also identify sources of funding such as SURF, Mellon, </a:t>
            </a:r>
            <a:r>
              <a:rPr lang="en-US" err="1"/>
              <a:t>Pharis</a:t>
            </a:r>
            <a:r>
              <a:rPr lang="en-US"/>
              <a:t> Fellows, REUs, or other grant entities that supported your or your faculty mentor. </a:t>
            </a:r>
            <a:r>
              <a:rPr lang="en-US" b="1"/>
              <a:t>Make sure to add a section title above!</a:t>
            </a:r>
            <a:endParaRPr lang="en-US"/>
          </a:p>
        </p:txBody>
      </p:sp>
      <p:sp>
        <p:nvSpPr>
          <p:cNvPr id="32" name="Text Placeholder 25">
            <a:extLst>
              <a:ext uri="{FF2B5EF4-FFF2-40B4-BE49-F238E27FC236}">
                <a16:creationId xmlns:a16="http://schemas.microsoft.com/office/drawing/2014/main" id="{B7761040-7B65-F860-ABB5-5FED581242E8}"/>
              </a:ext>
            </a:extLst>
          </p:cNvPr>
          <p:cNvSpPr>
            <a:spLocks noGrp="1"/>
          </p:cNvSpPr>
          <p:nvPr>
            <p:ph type="body" sz="quarter" idx="16" hasCustomPrompt="1"/>
          </p:nvPr>
        </p:nvSpPr>
        <p:spPr>
          <a:xfrm>
            <a:off x="24686514" y="20345400"/>
            <a:ext cx="10972800" cy="4800600"/>
          </a:xfrm>
        </p:spPr>
        <p:txBody>
          <a:bodyPr>
            <a:normAutofit/>
          </a:bodyPr>
          <a:lstStyle>
            <a:lvl1pPr marL="0" indent="0">
              <a:buNone/>
              <a:defRPr sz="3200" b="0" i="0">
                <a:latin typeface="Arial Nova Cond" panose="020B0506020202020204" pitchFamily="34" charset="0"/>
              </a:defRPr>
            </a:lvl1pPr>
            <a:lvl2pPr marL="928688" indent="-474663">
              <a:tabLst/>
              <a:defRPr sz="3200" b="0" i="1">
                <a:latin typeface="Arial Nova Cond" panose="020B0506020202020204" pitchFamily="34" charset="0"/>
              </a:defRPr>
            </a:lvl2pPr>
            <a:lvl3pPr marL="1497013" indent="-474663">
              <a:tabLst/>
              <a:defRPr sz="3200" b="0" i="1">
                <a:latin typeface="Arial Nova Cond" panose="020B0506020202020204" pitchFamily="34" charset="0"/>
              </a:defRPr>
            </a:lvl3pPr>
            <a:lvl4pPr marL="2065338" indent="-455613">
              <a:tabLst/>
              <a:defRPr sz="3200" b="0" i="1">
                <a:latin typeface="Arial Nova Cond" panose="020B0506020202020204" pitchFamily="34" charset="0"/>
              </a:defRPr>
            </a:lvl4pPr>
            <a:lvl5pPr marL="2633663" indent="-473075">
              <a:tabLst/>
              <a:defRPr sz="3200" b="0" i="1">
                <a:latin typeface="Arial Nova Cond" panose="020B0506020202020204" pitchFamily="34" charset="0"/>
              </a:defRPr>
            </a:lvl5pPr>
          </a:lstStyle>
          <a:p>
            <a:pPr lvl="0"/>
            <a:r>
              <a:rPr lang="en-US" i="0"/>
              <a:t>References: If you reference any ideas, theories, etc. from other authors, make sure to appropriately cite them. References should be in a slightly smaller font than the rest of your text. </a:t>
            </a:r>
            <a:r>
              <a:rPr lang="en-US" b="1" i="0"/>
              <a:t>Make sure to add a section title above!</a:t>
            </a:r>
            <a:endParaRPr lang="en-US"/>
          </a:p>
        </p:txBody>
      </p:sp>
      <p:sp>
        <p:nvSpPr>
          <p:cNvPr id="31" name="Text Placeholder 25">
            <a:extLst>
              <a:ext uri="{FF2B5EF4-FFF2-40B4-BE49-F238E27FC236}">
                <a16:creationId xmlns:a16="http://schemas.microsoft.com/office/drawing/2014/main" id="{9E4B85C6-A528-BFFB-8FE8-C059340F152B}"/>
              </a:ext>
            </a:extLst>
          </p:cNvPr>
          <p:cNvSpPr>
            <a:spLocks noGrp="1"/>
          </p:cNvSpPr>
          <p:nvPr>
            <p:ph type="body" sz="quarter" idx="15" hasCustomPrompt="1"/>
          </p:nvPr>
        </p:nvSpPr>
        <p:spPr>
          <a:xfrm>
            <a:off x="24688800" y="7772400"/>
            <a:ext cx="10972800" cy="9601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08188" indent="-434975">
              <a:tabLst/>
              <a:defRPr sz="4000" b="0" i="0">
                <a:latin typeface="Arial Nova Cond" panose="020B0506020202020204" pitchFamily="34" charset="0"/>
              </a:defRPr>
            </a:lvl4pPr>
            <a:lvl5pPr marL="2690813" indent="-473075">
              <a:tabLst/>
              <a:defRPr sz="4000" b="0" i="0">
                <a:latin typeface="Arial Nova Cond" panose="020B0506020202020204" pitchFamily="34" charset="0"/>
              </a:defRPr>
            </a:lvl5pPr>
          </a:lstStyle>
          <a:p>
            <a:pPr lvl="0"/>
            <a:r>
              <a:rPr lang="en-US"/>
              <a:t>Conclusion: Restate the problem you addressed in your background section. Summarize the key findings from your results. What is the significance of your results/findings? What are the next steps for this research topic for you or for others? </a:t>
            </a:r>
            <a:r>
              <a:rPr lang="en-US" b="1"/>
              <a:t>Make sure to add a section title above!</a:t>
            </a:r>
            <a:endParaRPr lang="en-US"/>
          </a:p>
        </p:txBody>
      </p:sp>
      <p:sp>
        <p:nvSpPr>
          <p:cNvPr id="10" name="Text Placeholder 9">
            <a:extLst>
              <a:ext uri="{FF2B5EF4-FFF2-40B4-BE49-F238E27FC236}">
                <a16:creationId xmlns:a16="http://schemas.microsoft.com/office/drawing/2014/main" id="{27804880-C918-AD60-D5A9-D01E99713C15}"/>
              </a:ext>
            </a:extLst>
          </p:cNvPr>
          <p:cNvSpPr>
            <a:spLocks noGrp="1"/>
          </p:cNvSpPr>
          <p:nvPr>
            <p:ph type="body" sz="quarter" idx="10" hasCustomPrompt="1"/>
          </p:nvPr>
        </p:nvSpPr>
        <p:spPr>
          <a:xfrm>
            <a:off x="5486400" y="3337970"/>
            <a:ext cx="29718000" cy="914400"/>
          </a:xfrm>
        </p:spPr>
        <p:txBody>
          <a:bodyPr>
            <a:noAutofit/>
          </a:bodyPr>
          <a:lstStyle>
            <a:lvl1pPr marL="0" indent="0">
              <a:lnSpc>
                <a:spcPct val="100000"/>
              </a:lnSpc>
              <a:buNone/>
              <a:defRPr sz="5500" b="0" i="0">
                <a:solidFill>
                  <a:schemeClr val="bg1"/>
                </a:solidFill>
                <a:latin typeface="Arial Nova Cond" panose="020B0506020202020204" pitchFamily="34" charset="0"/>
              </a:defRPr>
            </a:lvl1pPr>
          </a:lstStyle>
          <a:p>
            <a:pPr lvl="0"/>
            <a:r>
              <a:rPr lang="en-US"/>
              <a:t>Your Name Here, Department; Mentor Name, Department; Other Contributors</a:t>
            </a:r>
          </a:p>
        </p:txBody>
      </p:sp>
      <p:sp>
        <p:nvSpPr>
          <p:cNvPr id="29" name="Content Placeholder 28">
            <a:extLst>
              <a:ext uri="{FF2B5EF4-FFF2-40B4-BE49-F238E27FC236}">
                <a16:creationId xmlns:a16="http://schemas.microsoft.com/office/drawing/2014/main" id="{241B5E86-42C4-5822-B2AB-BCA848F3BC04}"/>
              </a:ext>
            </a:extLst>
          </p:cNvPr>
          <p:cNvSpPr>
            <a:spLocks noGrp="1"/>
          </p:cNvSpPr>
          <p:nvPr>
            <p:ph sz="quarter" idx="13" hasCustomPrompt="1"/>
          </p:nvPr>
        </p:nvSpPr>
        <p:spPr>
          <a:xfrm>
            <a:off x="12801600" y="20346472"/>
            <a:ext cx="10972800" cy="11658600"/>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97013" indent="-45561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Graphs, tables, or images can be a great way to add visually appealing components to your poster, but make sure they are labeled and easy to read. </a:t>
            </a:r>
            <a:r>
              <a:rPr lang="en-US" b="1"/>
              <a:t>Only use images that are high-resolution.</a:t>
            </a:r>
            <a:r>
              <a:rPr lang="en-US"/>
              <a:t> Images that are too pixelated will appear blurry when printed.</a:t>
            </a:r>
          </a:p>
        </p:txBody>
      </p:sp>
      <p:sp>
        <p:nvSpPr>
          <p:cNvPr id="6" name="Title 5">
            <a:extLst>
              <a:ext uri="{FF2B5EF4-FFF2-40B4-BE49-F238E27FC236}">
                <a16:creationId xmlns:a16="http://schemas.microsoft.com/office/drawing/2014/main" id="{25171E06-7B92-1FDF-EF04-D81E7F2525E0}"/>
              </a:ext>
            </a:extLst>
          </p:cNvPr>
          <p:cNvSpPr>
            <a:spLocks noGrp="1"/>
          </p:cNvSpPr>
          <p:nvPr>
            <p:ph type="title" hasCustomPrompt="1"/>
          </p:nvPr>
        </p:nvSpPr>
        <p:spPr>
          <a:xfrm>
            <a:off x="5486400" y="320450"/>
            <a:ext cx="29718000" cy="3017520"/>
          </a:xfrm>
        </p:spPr>
        <p:txBody>
          <a:bodyPr anchor="t">
            <a:normAutofit/>
          </a:bodyPr>
          <a:lstStyle>
            <a:lvl1pPr>
              <a:lnSpc>
                <a:spcPct val="100000"/>
              </a:lnSpc>
              <a:defRPr sz="9600" b="0" i="0">
                <a:solidFill>
                  <a:schemeClr val="bg1"/>
                </a:solidFill>
                <a:latin typeface="Arial Nova Cond" panose="020B0506020202020204" pitchFamily="34" charset="0"/>
              </a:defRPr>
            </a:lvl1pPr>
          </a:lstStyle>
          <a:p>
            <a:r>
              <a:rPr lang="en-US"/>
              <a:t>Poster Title Goes Here</a:t>
            </a:r>
            <a:br>
              <a:rPr lang="en-US"/>
            </a:br>
            <a:r>
              <a:rPr lang="en-US"/>
              <a:t>Adjust Font Size As Needed</a:t>
            </a:r>
          </a:p>
        </p:txBody>
      </p:sp>
      <p:sp>
        <p:nvSpPr>
          <p:cNvPr id="30" name="Content Placeholder 28">
            <a:extLst>
              <a:ext uri="{FF2B5EF4-FFF2-40B4-BE49-F238E27FC236}">
                <a16:creationId xmlns:a16="http://schemas.microsoft.com/office/drawing/2014/main" id="{913ABB5A-EEB3-97DD-4E9C-9D0BC0609D04}"/>
              </a:ext>
            </a:extLst>
          </p:cNvPr>
          <p:cNvSpPr>
            <a:spLocks noGrp="1"/>
          </p:cNvSpPr>
          <p:nvPr>
            <p:ph sz="quarter" idx="14" hasCustomPrompt="1"/>
          </p:nvPr>
        </p:nvSpPr>
        <p:spPr>
          <a:xfrm>
            <a:off x="12801600" y="7773472"/>
            <a:ext cx="10972800" cy="12115800"/>
          </a:xfrm>
        </p:spPr>
        <p:txBody>
          <a:bodyPr>
            <a:normAutofit/>
          </a:bodyPr>
          <a:lstStyle>
            <a:lvl1pPr marL="0" indent="0">
              <a:buNone/>
              <a:defRPr sz="4000" b="0" i="0">
                <a:latin typeface="Arial Nova Cond" panose="020B0506020202020204" pitchFamily="34" charset="0"/>
              </a:defRPr>
            </a:lvl1pPr>
            <a:lvl2pPr marL="984250" indent="-492125">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Data Results and Analysis: This should be your most in-depth section. Highlight the key data, findings, or themes that led to your conclusion. </a:t>
            </a:r>
            <a:r>
              <a:rPr lang="en-US" b="1"/>
              <a:t>Make sure to add a section title above!</a:t>
            </a:r>
            <a:endParaRPr lang="en-US"/>
          </a:p>
        </p:txBody>
      </p:sp>
      <p:sp>
        <p:nvSpPr>
          <p:cNvPr id="40" name="Text Placeholder 34">
            <a:extLst>
              <a:ext uri="{FF2B5EF4-FFF2-40B4-BE49-F238E27FC236}">
                <a16:creationId xmlns:a16="http://schemas.microsoft.com/office/drawing/2014/main" id="{168FC78A-B2B4-4AF1-63BB-20788CA570DD}"/>
              </a:ext>
            </a:extLst>
          </p:cNvPr>
          <p:cNvSpPr>
            <a:spLocks noGrp="1"/>
          </p:cNvSpPr>
          <p:nvPr>
            <p:ph type="body" sz="quarter" idx="23"/>
          </p:nvPr>
        </p:nvSpPr>
        <p:spPr>
          <a:xfrm>
            <a:off x="24686514" y="25831800"/>
            <a:ext cx="10972800" cy="1828800"/>
          </a:xfrm>
          <a:solidFill>
            <a:srgbClr val="960C22"/>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26" name="Text Placeholder 25">
            <a:extLst>
              <a:ext uri="{FF2B5EF4-FFF2-40B4-BE49-F238E27FC236}">
                <a16:creationId xmlns:a16="http://schemas.microsoft.com/office/drawing/2014/main" id="{1F579534-099F-0827-9214-60A6EC6F259A}"/>
              </a:ext>
            </a:extLst>
          </p:cNvPr>
          <p:cNvSpPr>
            <a:spLocks noGrp="1"/>
          </p:cNvSpPr>
          <p:nvPr>
            <p:ph type="body" sz="quarter" idx="11" hasCustomPrompt="1"/>
          </p:nvPr>
        </p:nvSpPr>
        <p:spPr>
          <a:xfrm>
            <a:off x="914400" y="7772400"/>
            <a:ext cx="10972800" cy="7086600"/>
          </a:xfrm>
        </p:spPr>
        <p:txBody>
          <a:bodyPr>
            <a:normAutofit/>
          </a:bodyPr>
          <a:lstStyle>
            <a:lvl1pPr marL="0" indent="0">
              <a:buNone/>
              <a:defRPr sz="4000" b="0" i="0">
                <a:latin typeface="Arial Nova Cond" panose="020B0506020202020204" pitchFamily="34" charset="0"/>
              </a:defRPr>
            </a:lvl1pPr>
            <a:lvl2pPr marL="927100" indent="-457200">
              <a:tabLst/>
              <a:defRPr sz="4000" b="0" i="0">
                <a:latin typeface="Arial Nova Cond" panose="020B0506020202020204" pitchFamily="34" charset="0"/>
              </a:defRPr>
            </a:lvl2pPr>
            <a:lvl3pPr marL="1497013" indent="-469900">
              <a:tabLst/>
              <a:defRPr sz="4000" b="0" i="0">
                <a:latin typeface="Arial Nova Cond" panose="020B0506020202020204" pitchFamily="34" charset="0"/>
              </a:defRPr>
            </a:lvl3pPr>
            <a:lvl4pPr marL="2068513" indent="-457200">
              <a:tabLst/>
              <a:defRPr sz="4000" b="0" i="0">
                <a:latin typeface="Arial Nova Cond" panose="020B0506020202020204" pitchFamily="34" charset="0"/>
              </a:defRPr>
            </a:lvl4pPr>
            <a:lvl5pPr marL="2581275" indent="-427038">
              <a:tabLst/>
              <a:defRPr sz="4000" b="0" i="0">
                <a:latin typeface="Arial Nova Cond" panose="020B0506020202020204" pitchFamily="34" charset="0"/>
              </a:defRPr>
            </a:lvl5pPr>
          </a:lstStyle>
          <a:p>
            <a:pPr lvl="0"/>
            <a:r>
              <a:rPr lang="en-US"/>
              <a:t>Introduction: This section should include the background information on your topic. Introduce your audience to the issue or goal your research addresses and why it is important/relevant to your field. Discuss the previous work that has already been done in this area. Define key terms for your audience. </a:t>
            </a:r>
            <a:r>
              <a:rPr lang="en-US" b="1"/>
              <a:t>Make sure to add a section title above!</a:t>
            </a:r>
            <a:endParaRPr lang="en-US"/>
          </a:p>
        </p:txBody>
      </p:sp>
    </p:spTree>
    <p:extLst>
      <p:ext uri="{BB962C8B-B14F-4D97-AF65-F5344CB8AC3E}">
        <p14:creationId xmlns:p14="http://schemas.microsoft.com/office/powerpoint/2010/main" val="4099900220"/>
      </p:ext>
    </p:extLst>
  </p:cSld>
  <p:clrMapOvr>
    <a:masterClrMapping/>
  </p:clrMapOvr>
  <p:extLst>
    <p:ext uri="{DCECCB84-F9BA-43D5-87BE-67443E8EF086}">
      <p15:sldGuideLst xmlns:p15="http://schemas.microsoft.com/office/powerpoint/2012/main">
        <p15:guide id="1" orient="horz" pos="4896">
          <p15:clr>
            <a:srgbClr val="FBAE40"/>
          </p15:clr>
        </p15:guide>
        <p15:guide id="2" pos="345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rick Template Poster 2">
    <p:spTree>
      <p:nvGrpSpPr>
        <p:cNvPr id="1" name=""/>
        <p:cNvGrpSpPr/>
        <p:nvPr/>
      </p:nvGrpSpPr>
      <p:grpSpPr>
        <a:xfrm>
          <a:off x="0" y="0"/>
          <a:ext cx="0" cy="0"/>
          <a:chOff x="0" y="0"/>
          <a:chExt cx="0" cy="0"/>
        </a:xfrm>
      </p:grpSpPr>
      <p:pic>
        <p:nvPicPr>
          <p:cNvPr id="13" name="Picture 12" descr="A red square with a white border&#10;&#10;Description automatically generated">
            <a:extLst>
              <a:ext uri="{FF2B5EF4-FFF2-40B4-BE49-F238E27FC236}">
                <a16:creationId xmlns:a16="http://schemas.microsoft.com/office/drawing/2014/main" id="{F1F1BA90-EAA1-3F3B-37B5-242FB9071335}"/>
              </a:ext>
            </a:extLst>
          </p:cNvPr>
          <p:cNvPicPr>
            <a:picLocks noChangeAspect="1"/>
          </p:cNvPicPr>
          <p:nvPr userDrawn="1"/>
        </p:nvPicPr>
        <p:blipFill>
          <a:blip r:embed="rId2"/>
          <a:stretch>
            <a:fillRect/>
          </a:stretch>
        </p:blipFill>
        <p:spPr>
          <a:xfrm>
            <a:off x="0" y="0"/>
            <a:ext cx="36576000" cy="4572000"/>
          </a:xfrm>
          <a:prstGeom prst="rect">
            <a:avLst/>
          </a:prstGeom>
        </p:spPr>
      </p:pic>
      <p:sp>
        <p:nvSpPr>
          <p:cNvPr id="39" name="Text Placeholder 34">
            <a:extLst>
              <a:ext uri="{FF2B5EF4-FFF2-40B4-BE49-F238E27FC236}">
                <a16:creationId xmlns:a16="http://schemas.microsoft.com/office/drawing/2014/main" id="{80759B05-CC2A-64BB-F41A-2C7BA4077234}"/>
              </a:ext>
            </a:extLst>
          </p:cNvPr>
          <p:cNvSpPr>
            <a:spLocks noGrp="1"/>
          </p:cNvSpPr>
          <p:nvPr>
            <p:ph type="body" sz="quarter" idx="22"/>
          </p:nvPr>
        </p:nvSpPr>
        <p:spPr>
          <a:xfrm>
            <a:off x="24686514" y="18060472"/>
            <a:ext cx="10972800" cy="1828800"/>
          </a:xfrm>
          <a:solidFill>
            <a:srgbClr val="960C22"/>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8" name="Text Placeholder 34">
            <a:extLst>
              <a:ext uri="{FF2B5EF4-FFF2-40B4-BE49-F238E27FC236}">
                <a16:creationId xmlns:a16="http://schemas.microsoft.com/office/drawing/2014/main" id="{34A50BB6-C388-248A-D452-19DF2B04D370}"/>
              </a:ext>
            </a:extLst>
          </p:cNvPr>
          <p:cNvSpPr>
            <a:spLocks noGrp="1"/>
          </p:cNvSpPr>
          <p:nvPr>
            <p:ph type="body" sz="quarter" idx="21"/>
          </p:nvPr>
        </p:nvSpPr>
        <p:spPr>
          <a:xfrm>
            <a:off x="914400" y="15548487"/>
            <a:ext cx="10972800" cy="1828800"/>
          </a:xfrm>
          <a:solidFill>
            <a:srgbClr val="960C22"/>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7" name="Text Placeholder 34">
            <a:extLst>
              <a:ext uri="{FF2B5EF4-FFF2-40B4-BE49-F238E27FC236}">
                <a16:creationId xmlns:a16="http://schemas.microsoft.com/office/drawing/2014/main" id="{A84384B7-196F-014A-C966-FE0B4FD08BE4}"/>
              </a:ext>
            </a:extLst>
          </p:cNvPr>
          <p:cNvSpPr>
            <a:spLocks noGrp="1"/>
          </p:cNvSpPr>
          <p:nvPr>
            <p:ph type="body" sz="quarter" idx="20"/>
          </p:nvPr>
        </p:nvSpPr>
        <p:spPr>
          <a:xfrm>
            <a:off x="24688800" y="5486400"/>
            <a:ext cx="10972800" cy="1828800"/>
          </a:xfrm>
          <a:solidFill>
            <a:srgbClr val="960C22"/>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6" name="Text Placeholder 34">
            <a:extLst>
              <a:ext uri="{FF2B5EF4-FFF2-40B4-BE49-F238E27FC236}">
                <a16:creationId xmlns:a16="http://schemas.microsoft.com/office/drawing/2014/main" id="{003134DC-F613-7A96-869F-33CF1B15CEE8}"/>
              </a:ext>
            </a:extLst>
          </p:cNvPr>
          <p:cNvSpPr>
            <a:spLocks noGrp="1"/>
          </p:cNvSpPr>
          <p:nvPr>
            <p:ph type="body" sz="quarter" idx="19"/>
          </p:nvPr>
        </p:nvSpPr>
        <p:spPr>
          <a:xfrm>
            <a:off x="12801600" y="5486400"/>
            <a:ext cx="10972800" cy="1828800"/>
          </a:xfrm>
          <a:solidFill>
            <a:srgbClr val="960C22"/>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5" name="Text Placeholder 34">
            <a:extLst>
              <a:ext uri="{FF2B5EF4-FFF2-40B4-BE49-F238E27FC236}">
                <a16:creationId xmlns:a16="http://schemas.microsoft.com/office/drawing/2014/main" id="{6197EA4A-7B87-D00F-07E1-1D22E98B4F5D}"/>
              </a:ext>
            </a:extLst>
          </p:cNvPr>
          <p:cNvSpPr>
            <a:spLocks noGrp="1"/>
          </p:cNvSpPr>
          <p:nvPr>
            <p:ph type="body" sz="quarter" idx="18"/>
          </p:nvPr>
        </p:nvSpPr>
        <p:spPr>
          <a:xfrm>
            <a:off x="914400" y="5486400"/>
            <a:ext cx="10972800" cy="1828800"/>
          </a:xfrm>
          <a:solidFill>
            <a:srgbClr val="960C22"/>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40" name="Text Placeholder 34">
            <a:extLst>
              <a:ext uri="{FF2B5EF4-FFF2-40B4-BE49-F238E27FC236}">
                <a16:creationId xmlns:a16="http://schemas.microsoft.com/office/drawing/2014/main" id="{168FC78A-B2B4-4AF1-63BB-20788CA570DD}"/>
              </a:ext>
            </a:extLst>
          </p:cNvPr>
          <p:cNvSpPr>
            <a:spLocks noGrp="1"/>
          </p:cNvSpPr>
          <p:nvPr>
            <p:ph type="body" sz="quarter" idx="23"/>
          </p:nvPr>
        </p:nvSpPr>
        <p:spPr>
          <a:xfrm>
            <a:off x="24686514" y="25831800"/>
            <a:ext cx="10972800" cy="1828800"/>
          </a:xfrm>
          <a:solidFill>
            <a:srgbClr val="960C22"/>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2" name="Text Placeholder 9">
            <a:extLst>
              <a:ext uri="{FF2B5EF4-FFF2-40B4-BE49-F238E27FC236}">
                <a16:creationId xmlns:a16="http://schemas.microsoft.com/office/drawing/2014/main" id="{353FFE76-5307-6E4A-A8B9-9C45E8197536}"/>
              </a:ext>
            </a:extLst>
          </p:cNvPr>
          <p:cNvSpPr>
            <a:spLocks noGrp="1"/>
          </p:cNvSpPr>
          <p:nvPr>
            <p:ph type="body" sz="quarter" idx="10" hasCustomPrompt="1"/>
          </p:nvPr>
        </p:nvSpPr>
        <p:spPr>
          <a:xfrm>
            <a:off x="1371600" y="3334528"/>
            <a:ext cx="28346400" cy="914400"/>
          </a:xfrm>
        </p:spPr>
        <p:txBody>
          <a:bodyPr>
            <a:noAutofit/>
          </a:bodyPr>
          <a:lstStyle>
            <a:lvl1pPr marL="0" indent="0">
              <a:lnSpc>
                <a:spcPct val="100000"/>
              </a:lnSpc>
              <a:buNone/>
              <a:defRPr sz="5500" b="0" i="0">
                <a:solidFill>
                  <a:schemeClr val="bg1"/>
                </a:solidFill>
                <a:latin typeface="Arial Nova Cond" panose="020B0506020202020204" pitchFamily="34" charset="0"/>
              </a:defRPr>
            </a:lvl1pPr>
          </a:lstStyle>
          <a:p>
            <a:pPr lvl="0"/>
            <a:r>
              <a:rPr lang="en-US"/>
              <a:t>Your Name Here, Department; Mentor Name, Department; Other Contributors</a:t>
            </a:r>
          </a:p>
        </p:txBody>
      </p:sp>
      <p:sp>
        <p:nvSpPr>
          <p:cNvPr id="3" name="Title 5">
            <a:extLst>
              <a:ext uri="{FF2B5EF4-FFF2-40B4-BE49-F238E27FC236}">
                <a16:creationId xmlns:a16="http://schemas.microsoft.com/office/drawing/2014/main" id="{2B605DC3-39B1-E4B4-B61C-350325124611}"/>
              </a:ext>
            </a:extLst>
          </p:cNvPr>
          <p:cNvSpPr>
            <a:spLocks noGrp="1"/>
          </p:cNvSpPr>
          <p:nvPr>
            <p:ph type="title" hasCustomPrompt="1"/>
          </p:nvPr>
        </p:nvSpPr>
        <p:spPr>
          <a:xfrm>
            <a:off x="1371600" y="317008"/>
            <a:ext cx="28346400" cy="3017520"/>
          </a:xfrm>
        </p:spPr>
        <p:txBody>
          <a:bodyPr anchor="t">
            <a:normAutofit/>
          </a:bodyPr>
          <a:lstStyle>
            <a:lvl1pPr>
              <a:lnSpc>
                <a:spcPct val="100000"/>
              </a:lnSpc>
              <a:defRPr sz="9600" b="0" i="0">
                <a:solidFill>
                  <a:schemeClr val="bg1"/>
                </a:solidFill>
                <a:latin typeface="Arial Nova Cond" panose="020B0506020202020204" pitchFamily="34" charset="0"/>
              </a:defRPr>
            </a:lvl1pPr>
          </a:lstStyle>
          <a:p>
            <a:r>
              <a:rPr lang="en-US"/>
              <a:t>Poster Title Goes Here</a:t>
            </a:r>
            <a:br>
              <a:rPr lang="en-US"/>
            </a:br>
            <a:r>
              <a:rPr lang="en-US"/>
              <a:t>Adjust Font Size As Needed</a:t>
            </a:r>
          </a:p>
        </p:txBody>
      </p:sp>
      <p:sp>
        <p:nvSpPr>
          <p:cNvPr id="5" name="Text Placeholder 25">
            <a:extLst>
              <a:ext uri="{FF2B5EF4-FFF2-40B4-BE49-F238E27FC236}">
                <a16:creationId xmlns:a16="http://schemas.microsoft.com/office/drawing/2014/main" id="{296A16C3-3BCE-0F07-EB23-6D9A121754A9}"/>
              </a:ext>
            </a:extLst>
          </p:cNvPr>
          <p:cNvSpPr>
            <a:spLocks noGrp="1"/>
          </p:cNvSpPr>
          <p:nvPr>
            <p:ph type="body" sz="quarter" idx="12" hasCustomPrompt="1"/>
          </p:nvPr>
        </p:nvSpPr>
        <p:spPr>
          <a:xfrm>
            <a:off x="914400" y="17830727"/>
            <a:ext cx="10972800" cy="14168814"/>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39863" indent="-4365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Methods/Approach/Theory: Describe the approach or method you used to acquire your data or findings. How did you do what you did? Explain the advantages and limitations of the approach you used. Why was this method chosen over others? </a:t>
            </a:r>
            <a:r>
              <a:rPr lang="en-US" b="1"/>
              <a:t>Make sure to add a section title above!</a:t>
            </a:r>
            <a:endParaRPr lang="en-US"/>
          </a:p>
        </p:txBody>
      </p:sp>
      <p:sp>
        <p:nvSpPr>
          <p:cNvPr id="6" name="Text Placeholder 25">
            <a:extLst>
              <a:ext uri="{FF2B5EF4-FFF2-40B4-BE49-F238E27FC236}">
                <a16:creationId xmlns:a16="http://schemas.microsoft.com/office/drawing/2014/main" id="{1AEF6436-7879-8FD7-D548-895CB413178A}"/>
              </a:ext>
            </a:extLst>
          </p:cNvPr>
          <p:cNvSpPr>
            <a:spLocks noGrp="1"/>
          </p:cNvSpPr>
          <p:nvPr>
            <p:ph type="body" sz="quarter" idx="17" hasCustomPrompt="1"/>
          </p:nvPr>
        </p:nvSpPr>
        <p:spPr>
          <a:xfrm>
            <a:off x="24686514" y="28118872"/>
            <a:ext cx="10972800" cy="3886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Acknowledgments: This is a space to give recognition to mentors, peers, or others who helped you along the way. Additionally, you should also identify sources of funding such as SURF, Mellon, </a:t>
            </a:r>
            <a:r>
              <a:rPr lang="en-US" err="1"/>
              <a:t>Pharis</a:t>
            </a:r>
            <a:r>
              <a:rPr lang="en-US"/>
              <a:t> Fellows, REUs, or other grant entities that supported your or your faculty mentor. </a:t>
            </a:r>
            <a:r>
              <a:rPr lang="en-US" b="1"/>
              <a:t>Make sure to add a section title above!</a:t>
            </a:r>
            <a:endParaRPr lang="en-US"/>
          </a:p>
        </p:txBody>
      </p:sp>
      <p:sp>
        <p:nvSpPr>
          <p:cNvPr id="8" name="Text Placeholder 25">
            <a:extLst>
              <a:ext uri="{FF2B5EF4-FFF2-40B4-BE49-F238E27FC236}">
                <a16:creationId xmlns:a16="http://schemas.microsoft.com/office/drawing/2014/main" id="{3B883C0E-542B-EE40-2345-7E4F3CACEEF5}"/>
              </a:ext>
            </a:extLst>
          </p:cNvPr>
          <p:cNvSpPr>
            <a:spLocks noGrp="1"/>
          </p:cNvSpPr>
          <p:nvPr>
            <p:ph type="body" sz="quarter" idx="16" hasCustomPrompt="1"/>
          </p:nvPr>
        </p:nvSpPr>
        <p:spPr>
          <a:xfrm>
            <a:off x="24686514" y="20345400"/>
            <a:ext cx="10972800" cy="4800600"/>
          </a:xfrm>
        </p:spPr>
        <p:txBody>
          <a:bodyPr>
            <a:normAutofit/>
          </a:bodyPr>
          <a:lstStyle>
            <a:lvl1pPr marL="0" indent="0">
              <a:buNone/>
              <a:defRPr sz="3200" b="0" i="0">
                <a:latin typeface="Arial Nova Cond" panose="020B0506020202020204" pitchFamily="34" charset="0"/>
              </a:defRPr>
            </a:lvl1pPr>
            <a:lvl2pPr marL="928688" indent="-474663">
              <a:tabLst/>
              <a:defRPr sz="3200" b="0" i="1">
                <a:latin typeface="Arial Nova Cond" panose="020B0506020202020204" pitchFamily="34" charset="0"/>
              </a:defRPr>
            </a:lvl2pPr>
            <a:lvl3pPr marL="1497013" indent="-474663">
              <a:tabLst/>
              <a:defRPr sz="3200" b="0" i="1">
                <a:latin typeface="Arial Nova Cond" panose="020B0506020202020204" pitchFamily="34" charset="0"/>
              </a:defRPr>
            </a:lvl3pPr>
            <a:lvl4pPr marL="2065338" indent="-455613">
              <a:tabLst/>
              <a:defRPr sz="3200" b="0" i="1">
                <a:latin typeface="Arial Nova Cond" panose="020B0506020202020204" pitchFamily="34" charset="0"/>
              </a:defRPr>
            </a:lvl4pPr>
            <a:lvl5pPr marL="2633663" indent="-473075">
              <a:tabLst/>
              <a:defRPr sz="3200" b="0" i="1">
                <a:latin typeface="Arial Nova Cond" panose="020B0506020202020204" pitchFamily="34" charset="0"/>
              </a:defRPr>
            </a:lvl5pPr>
          </a:lstStyle>
          <a:p>
            <a:pPr lvl="0"/>
            <a:r>
              <a:rPr lang="en-US" i="0"/>
              <a:t>References: If you reference any ideas, theories, etc. from other authors, make sure to appropriately cite them. References should be in a slightly smaller font than the rest of your text. </a:t>
            </a:r>
            <a:r>
              <a:rPr lang="en-US" b="1" i="0"/>
              <a:t>Make sure to add a section title above!</a:t>
            </a:r>
            <a:endParaRPr lang="en-US"/>
          </a:p>
        </p:txBody>
      </p:sp>
      <p:sp>
        <p:nvSpPr>
          <p:cNvPr id="9" name="Text Placeholder 25">
            <a:extLst>
              <a:ext uri="{FF2B5EF4-FFF2-40B4-BE49-F238E27FC236}">
                <a16:creationId xmlns:a16="http://schemas.microsoft.com/office/drawing/2014/main" id="{E8E508D8-0074-1AAF-944B-AACF2B2DF084}"/>
              </a:ext>
            </a:extLst>
          </p:cNvPr>
          <p:cNvSpPr>
            <a:spLocks noGrp="1"/>
          </p:cNvSpPr>
          <p:nvPr>
            <p:ph type="body" sz="quarter" idx="15" hasCustomPrompt="1"/>
          </p:nvPr>
        </p:nvSpPr>
        <p:spPr>
          <a:xfrm>
            <a:off x="24688800" y="7772400"/>
            <a:ext cx="10972800" cy="9601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08188" indent="-434975">
              <a:tabLst/>
              <a:defRPr sz="4000" b="0" i="0">
                <a:latin typeface="Arial Nova Cond" panose="020B0506020202020204" pitchFamily="34" charset="0"/>
              </a:defRPr>
            </a:lvl4pPr>
            <a:lvl5pPr marL="2690813" indent="-473075">
              <a:tabLst/>
              <a:defRPr sz="4000" b="0" i="0">
                <a:latin typeface="Arial Nova Cond" panose="020B0506020202020204" pitchFamily="34" charset="0"/>
              </a:defRPr>
            </a:lvl5pPr>
          </a:lstStyle>
          <a:p>
            <a:pPr lvl="0"/>
            <a:r>
              <a:rPr lang="en-US"/>
              <a:t>Conclusion: Restate the problem you addressed in your background section. Summarize the key findings from your results. What is the significance of your results/findings? What are the next steps for this research topic for you or for others? </a:t>
            </a:r>
            <a:r>
              <a:rPr lang="en-US" b="1"/>
              <a:t>Make sure to add a section title above!</a:t>
            </a:r>
            <a:endParaRPr lang="en-US"/>
          </a:p>
        </p:txBody>
      </p:sp>
      <p:sp>
        <p:nvSpPr>
          <p:cNvPr id="10" name="Content Placeholder 28">
            <a:extLst>
              <a:ext uri="{FF2B5EF4-FFF2-40B4-BE49-F238E27FC236}">
                <a16:creationId xmlns:a16="http://schemas.microsoft.com/office/drawing/2014/main" id="{CF788CC0-9D4C-F88B-7BA7-E6794A2FE3C7}"/>
              </a:ext>
            </a:extLst>
          </p:cNvPr>
          <p:cNvSpPr>
            <a:spLocks noGrp="1"/>
          </p:cNvSpPr>
          <p:nvPr>
            <p:ph sz="quarter" idx="13" hasCustomPrompt="1"/>
          </p:nvPr>
        </p:nvSpPr>
        <p:spPr>
          <a:xfrm>
            <a:off x="12801600" y="20346472"/>
            <a:ext cx="10972800" cy="11658600"/>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97013" indent="-45561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Graphs, tables, or images can be a great way to add visually appealing components to your poster, but make sure they are labeled and easy to read. </a:t>
            </a:r>
            <a:r>
              <a:rPr lang="en-US" b="1"/>
              <a:t>Only use images that are high-resolution.</a:t>
            </a:r>
            <a:r>
              <a:rPr lang="en-US"/>
              <a:t> Images that are too pixelated will appear blurry when printed.</a:t>
            </a:r>
          </a:p>
        </p:txBody>
      </p:sp>
      <p:sp>
        <p:nvSpPr>
          <p:cNvPr id="11" name="Content Placeholder 28">
            <a:extLst>
              <a:ext uri="{FF2B5EF4-FFF2-40B4-BE49-F238E27FC236}">
                <a16:creationId xmlns:a16="http://schemas.microsoft.com/office/drawing/2014/main" id="{C2B9DD05-F359-8A86-F114-8A9D1897D4A3}"/>
              </a:ext>
            </a:extLst>
          </p:cNvPr>
          <p:cNvSpPr>
            <a:spLocks noGrp="1"/>
          </p:cNvSpPr>
          <p:nvPr>
            <p:ph sz="quarter" idx="14" hasCustomPrompt="1"/>
          </p:nvPr>
        </p:nvSpPr>
        <p:spPr>
          <a:xfrm>
            <a:off x="12801600" y="7773472"/>
            <a:ext cx="10972800" cy="12115800"/>
          </a:xfrm>
        </p:spPr>
        <p:txBody>
          <a:bodyPr>
            <a:normAutofit/>
          </a:bodyPr>
          <a:lstStyle>
            <a:lvl1pPr marL="0" indent="0">
              <a:buNone/>
              <a:defRPr sz="4000" b="0" i="0">
                <a:latin typeface="Arial Nova Cond" panose="020B0506020202020204" pitchFamily="34" charset="0"/>
              </a:defRPr>
            </a:lvl1pPr>
            <a:lvl2pPr marL="984250" indent="-492125">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Data Results and Analysis: This should be your most in-depth section. Highlight the key data, findings, or themes that led to your conclusion. </a:t>
            </a:r>
            <a:r>
              <a:rPr lang="en-US" b="1"/>
              <a:t>Make sure to add a section title above!</a:t>
            </a:r>
            <a:endParaRPr lang="en-US"/>
          </a:p>
        </p:txBody>
      </p:sp>
      <p:sp>
        <p:nvSpPr>
          <p:cNvPr id="12" name="Text Placeholder 25">
            <a:extLst>
              <a:ext uri="{FF2B5EF4-FFF2-40B4-BE49-F238E27FC236}">
                <a16:creationId xmlns:a16="http://schemas.microsoft.com/office/drawing/2014/main" id="{7B1683D6-313F-AF5A-A8A3-BEF0DCA0B35F}"/>
              </a:ext>
            </a:extLst>
          </p:cNvPr>
          <p:cNvSpPr>
            <a:spLocks noGrp="1"/>
          </p:cNvSpPr>
          <p:nvPr>
            <p:ph type="body" sz="quarter" idx="11" hasCustomPrompt="1"/>
          </p:nvPr>
        </p:nvSpPr>
        <p:spPr>
          <a:xfrm>
            <a:off x="914400" y="7772400"/>
            <a:ext cx="10972800" cy="7086600"/>
          </a:xfrm>
        </p:spPr>
        <p:txBody>
          <a:bodyPr>
            <a:normAutofit/>
          </a:bodyPr>
          <a:lstStyle>
            <a:lvl1pPr marL="0" indent="0">
              <a:buNone/>
              <a:defRPr sz="4000" b="0" i="0">
                <a:latin typeface="Arial Nova Cond" panose="020B0506020202020204" pitchFamily="34" charset="0"/>
              </a:defRPr>
            </a:lvl1pPr>
            <a:lvl2pPr marL="927100" indent="-457200">
              <a:tabLst/>
              <a:defRPr sz="4000" b="0" i="0">
                <a:latin typeface="Arial Nova Cond" panose="020B0506020202020204" pitchFamily="34" charset="0"/>
              </a:defRPr>
            </a:lvl2pPr>
            <a:lvl3pPr marL="1497013" indent="-469900">
              <a:tabLst/>
              <a:defRPr sz="4000" b="0" i="0">
                <a:latin typeface="Arial Nova Cond" panose="020B0506020202020204" pitchFamily="34" charset="0"/>
              </a:defRPr>
            </a:lvl3pPr>
            <a:lvl4pPr marL="2068513" indent="-457200">
              <a:tabLst/>
              <a:defRPr sz="4000" b="0" i="0">
                <a:latin typeface="Arial Nova Cond" panose="020B0506020202020204" pitchFamily="34" charset="0"/>
              </a:defRPr>
            </a:lvl4pPr>
            <a:lvl5pPr marL="2581275" indent="-427038">
              <a:tabLst/>
              <a:defRPr sz="4000" b="0" i="0">
                <a:latin typeface="Arial Nova Cond" panose="020B0506020202020204" pitchFamily="34" charset="0"/>
              </a:defRPr>
            </a:lvl5pPr>
          </a:lstStyle>
          <a:p>
            <a:pPr lvl="0"/>
            <a:r>
              <a:rPr lang="en-US"/>
              <a:t>Introduction: This section should include the background information on your topic. Introduce your audience to the issue or goal your research addresses and why it is important/relevant to your field. Discuss the previous work that has already been done in this area. Define key terms for your audience. </a:t>
            </a:r>
            <a:r>
              <a:rPr lang="en-US" b="1"/>
              <a:t>Make sure to add a section title above!</a:t>
            </a:r>
            <a:endParaRPr lang="en-US"/>
          </a:p>
        </p:txBody>
      </p:sp>
    </p:spTree>
    <p:extLst>
      <p:ext uri="{BB962C8B-B14F-4D97-AF65-F5344CB8AC3E}">
        <p14:creationId xmlns:p14="http://schemas.microsoft.com/office/powerpoint/2010/main" val="2431279324"/>
      </p:ext>
    </p:extLst>
  </p:cSld>
  <p:clrMapOvr>
    <a:masterClrMapping/>
  </p:clrMapOvr>
  <p:extLst>
    <p:ext uri="{DCECCB84-F9BA-43D5-87BE-67443E8EF086}">
      <p15:sldGuideLst xmlns:p15="http://schemas.microsoft.com/office/powerpoint/2012/main">
        <p15:guide id="1" orient="horz" pos="4896">
          <p15:clr>
            <a:srgbClr val="FBAE40"/>
          </p15:clr>
        </p15:guide>
        <p15:guide id="2" pos="345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Green Blank Poster 1">
    <p:spTree>
      <p:nvGrpSpPr>
        <p:cNvPr id="1" name=""/>
        <p:cNvGrpSpPr/>
        <p:nvPr/>
      </p:nvGrpSpPr>
      <p:grpSpPr>
        <a:xfrm>
          <a:off x="0" y="0"/>
          <a:ext cx="0" cy="0"/>
          <a:chOff x="0" y="0"/>
          <a:chExt cx="0" cy="0"/>
        </a:xfrm>
      </p:grpSpPr>
      <p:pic>
        <p:nvPicPr>
          <p:cNvPr id="4" name="Picture 3" descr="A green square with white dots&#10;&#10;Description automatically generated with medium confidence">
            <a:extLst>
              <a:ext uri="{FF2B5EF4-FFF2-40B4-BE49-F238E27FC236}">
                <a16:creationId xmlns:a16="http://schemas.microsoft.com/office/drawing/2014/main" id="{DE5E3F8B-FAA7-6068-3862-8DDEB36211B2}"/>
              </a:ext>
            </a:extLst>
          </p:cNvPr>
          <p:cNvPicPr>
            <a:picLocks noChangeAspect="1"/>
          </p:cNvPicPr>
          <p:nvPr userDrawn="1"/>
        </p:nvPicPr>
        <p:blipFill>
          <a:blip r:embed="rId2"/>
          <a:stretch>
            <a:fillRect/>
          </a:stretch>
        </p:blipFill>
        <p:spPr>
          <a:xfrm>
            <a:off x="0" y="0"/>
            <a:ext cx="36576000" cy="4572000"/>
          </a:xfrm>
          <a:prstGeom prst="rect">
            <a:avLst/>
          </a:prstGeom>
        </p:spPr>
      </p:pic>
      <p:sp>
        <p:nvSpPr>
          <p:cNvPr id="18" name="Text Placeholder 9">
            <a:extLst>
              <a:ext uri="{FF2B5EF4-FFF2-40B4-BE49-F238E27FC236}">
                <a16:creationId xmlns:a16="http://schemas.microsoft.com/office/drawing/2014/main" id="{C5117E31-D4DA-38B0-C32F-884F15C97A2E}"/>
              </a:ext>
            </a:extLst>
          </p:cNvPr>
          <p:cNvSpPr>
            <a:spLocks noGrp="1"/>
          </p:cNvSpPr>
          <p:nvPr>
            <p:ph type="body" sz="quarter" idx="10" hasCustomPrompt="1"/>
          </p:nvPr>
        </p:nvSpPr>
        <p:spPr>
          <a:xfrm>
            <a:off x="5486400" y="3337970"/>
            <a:ext cx="29718000" cy="914400"/>
          </a:xfrm>
        </p:spPr>
        <p:txBody>
          <a:bodyPr>
            <a:noAutofit/>
          </a:bodyPr>
          <a:lstStyle>
            <a:lvl1pPr marL="0" indent="0">
              <a:lnSpc>
                <a:spcPct val="100000"/>
              </a:lnSpc>
              <a:buNone/>
              <a:defRPr sz="5500" b="0" i="0">
                <a:solidFill>
                  <a:schemeClr val="bg1"/>
                </a:solidFill>
                <a:latin typeface="Arial Nova Cond" panose="020B0506020202020204" pitchFamily="34" charset="0"/>
              </a:defRPr>
            </a:lvl1pPr>
          </a:lstStyle>
          <a:p>
            <a:pPr lvl="0"/>
            <a:r>
              <a:rPr lang="en-US"/>
              <a:t>Your Name Here, Department; Mentor Name, Department; Other Contributors</a:t>
            </a:r>
          </a:p>
        </p:txBody>
      </p:sp>
      <p:sp>
        <p:nvSpPr>
          <p:cNvPr id="19" name="Title 5">
            <a:extLst>
              <a:ext uri="{FF2B5EF4-FFF2-40B4-BE49-F238E27FC236}">
                <a16:creationId xmlns:a16="http://schemas.microsoft.com/office/drawing/2014/main" id="{8B2C22E4-A131-E676-95D8-0DEB89FA8245}"/>
              </a:ext>
            </a:extLst>
          </p:cNvPr>
          <p:cNvSpPr>
            <a:spLocks noGrp="1"/>
          </p:cNvSpPr>
          <p:nvPr>
            <p:ph type="title" hasCustomPrompt="1"/>
          </p:nvPr>
        </p:nvSpPr>
        <p:spPr>
          <a:xfrm>
            <a:off x="5486400" y="320450"/>
            <a:ext cx="29718000" cy="3017520"/>
          </a:xfrm>
        </p:spPr>
        <p:txBody>
          <a:bodyPr anchor="t">
            <a:normAutofit/>
          </a:bodyPr>
          <a:lstStyle>
            <a:lvl1pPr>
              <a:lnSpc>
                <a:spcPct val="100000"/>
              </a:lnSpc>
              <a:defRPr sz="9600" b="0" i="0">
                <a:solidFill>
                  <a:schemeClr val="bg1"/>
                </a:solidFill>
                <a:latin typeface="Arial Nova Cond" panose="020B0506020202020204" pitchFamily="34" charset="0"/>
              </a:defRPr>
            </a:lvl1pPr>
          </a:lstStyle>
          <a:p>
            <a:r>
              <a:rPr lang="en-US"/>
              <a:t>Poster Title Goes Here</a:t>
            </a:r>
            <a:br>
              <a:rPr lang="en-US"/>
            </a:br>
            <a:r>
              <a:rPr lang="en-US"/>
              <a:t>Adjust Font Size As Needed</a:t>
            </a:r>
          </a:p>
        </p:txBody>
      </p:sp>
    </p:spTree>
    <p:extLst>
      <p:ext uri="{BB962C8B-B14F-4D97-AF65-F5344CB8AC3E}">
        <p14:creationId xmlns:p14="http://schemas.microsoft.com/office/powerpoint/2010/main" val="21530891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Green Blank Poster 2">
    <p:spTree>
      <p:nvGrpSpPr>
        <p:cNvPr id="1" name=""/>
        <p:cNvGrpSpPr/>
        <p:nvPr/>
      </p:nvGrpSpPr>
      <p:grpSpPr>
        <a:xfrm>
          <a:off x="0" y="0"/>
          <a:ext cx="0" cy="0"/>
          <a:chOff x="0" y="0"/>
          <a:chExt cx="0" cy="0"/>
        </a:xfrm>
      </p:grpSpPr>
      <p:pic>
        <p:nvPicPr>
          <p:cNvPr id="6" name="Picture 5" descr="A green square with white dots&#10;&#10;Description automatically generated with medium confidence">
            <a:extLst>
              <a:ext uri="{FF2B5EF4-FFF2-40B4-BE49-F238E27FC236}">
                <a16:creationId xmlns:a16="http://schemas.microsoft.com/office/drawing/2014/main" id="{5BD9F93A-F8D0-1B52-18F5-2A7C062D4F16}"/>
              </a:ext>
            </a:extLst>
          </p:cNvPr>
          <p:cNvPicPr>
            <a:picLocks noChangeAspect="1"/>
          </p:cNvPicPr>
          <p:nvPr userDrawn="1"/>
        </p:nvPicPr>
        <p:blipFill>
          <a:blip r:embed="rId2"/>
          <a:stretch>
            <a:fillRect/>
          </a:stretch>
        </p:blipFill>
        <p:spPr>
          <a:xfrm>
            <a:off x="0" y="0"/>
            <a:ext cx="36576000" cy="4572000"/>
          </a:xfrm>
          <a:prstGeom prst="rect">
            <a:avLst/>
          </a:prstGeom>
        </p:spPr>
      </p:pic>
      <p:sp>
        <p:nvSpPr>
          <p:cNvPr id="2" name="Text Placeholder 9">
            <a:extLst>
              <a:ext uri="{FF2B5EF4-FFF2-40B4-BE49-F238E27FC236}">
                <a16:creationId xmlns:a16="http://schemas.microsoft.com/office/drawing/2014/main" id="{BD8CB8A3-CBEB-F42F-C091-6C51550143C9}"/>
              </a:ext>
            </a:extLst>
          </p:cNvPr>
          <p:cNvSpPr>
            <a:spLocks noGrp="1"/>
          </p:cNvSpPr>
          <p:nvPr>
            <p:ph type="body" sz="quarter" idx="10" hasCustomPrompt="1"/>
          </p:nvPr>
        </p:nvSpPr>
        <p:spPr>
          <a:xfrm>
            <a:off x="1371600" y="3334528"/>
            <a:ext cx="28346400" cy="914400"/>
          </a:xfrm>
        </p:spPr>
        <p:txBody>
          <a:bodyPr>
            <a:noAutofit/>
          </a:bodyPr>
          <a:lstStyle>
            <a:lvl1pPr marL="0" indent="0">
              <a:lnSpc>
                <a:spcPct val="100000"/>
              </a:lnSpc>
              <a:buNone/>
              <a:defRPr sz="5500" b="0" i="0">
                <a:solidFill>
                  <a:schemeClr val="bg1"/>
                </a:solidFill>
                <a:latin typeface="Arial Nova Cond" panose="020B0506020202020204" pitchFamily="34" charset="0"/>
              </a:defRPr>
            </a:lvl1pPr>
          </a:lstStyle>
          <a:p>
            <a:pPr lvl="0"/>
            <a:r>
              <a:rPr lang="en-US"/>
              <a:t>Your Name Here, Department; Mentor Name, Department; Other Contributors</a:t>
            </a:r>
          </a:p>
        </p:txBody>
      </p:sp>
      <p:sp>
        <p:nvSpPr>
          <p:cNvPr id="3" name="Title 5">
            <a:extLst>
              <a:ext uri="{FF2B5EF4-FFF2-40B4-BE49-F238E27FC236}">
                <a16:creationId xmlns:a16="http://schemas.microsoft.com/office/drawing/2014/main" id="{7AA32546-A0E4-F36E-DD44-190F3B3138ED}"/>
              </a:ext>
            </a:extLst>
          </p:cNvPr>
          <p:cNvSpPr>
            <a:spLocks noGrp="1"/>
          </p:cNvSpPr>
          <p:nvPr>
            <p:ph type="title" hasCustomPrompt="1"/>
          </p:nvPr>
        </p:nvSpPr>
        <p:spPr>
          <a:xfrm>
            <a:off x="1371600" y="317008"/>
            <a:ext cx="28346400" cy="3017520"/>
          </a:xfrm>
        </p:spPr>
        <p:txBody>
          <a:bodyPr anchor="t">
            <a:normAutofit/>
          </a:bodyPr>
          <a:lstStyle>
            <a:lvl1pPr>
              <a:lnSpc>
                <a:spcPct val="100000"/>
              </a:lnSpc>
              <a:defRPr sz="9600" b="0" i="0">
                <a:solidFill>
                  <a:schemeClr val="bg1"/>
                </a:solidFill>
                <a:latin typeface="Arial Nova Cond" panose="020B0506020202020204" pitchFamily="34" charset="0"/>
              </a:defRPr>
            </a:lvl1pPr>
          </a:lstStyle>
          <a:p>
            <a:r>
              <a:rPr lang="en-US"/>
              <a:t>Poster Title Goes Here</a:t>
            </a:r>
            <a:br>
              <a:rPr lang="en-US"/>
            </a:br>
            <a:r>
              <a:rPr lang="en-US"/>
              <a:t>Adjust Font Size As Needed</a:t>
            </a:r>
          </a:p>
        </p:txBody>
      </p:sp>
    </p:spTree>
    <p:extLst>
      <p:ext uri="{BB962C8B-B14F-4D97-AF65-F5344CB8AC3E}">
        <p14:creationId xmlns:p14="http://schemas.microsoft.com/office/powerpoint/2010/main" val="1938854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reen Template Poster 1">
    <p:spTree>
      <p:nvGrpSpPr>
        <p:cNvPr id="1" name=""/>
        <p:cNvGrpSpPr/>
        <p:nvPr/>
      </p:nvGrpSpPr>
      <p:grpSpPr>
        <a:xfrm>
          <a:off x="0" y="0"/>
          <a:ext cx="0" cy="0"/>
          <a:chOff x="0" y="0"/>
          <a:chExt cx="0" cy="0"/>
        </a:xfrm>
      </p:grpSpPr>
      <p:pic>
        <p:nvPicPr>
          <p:cNvPr id="13" name="Picture 12" descr="A green square with white dots&#10;&#10;Description automatically generated with medium confidence">
            <a:extLst>
              <a:ext uri="{FF2B5EF4-FFF2-40B4-BE49-F238E27FC236}">
                <a16:creationId xmlns:a16="http://schemas.microsoft.com/office/drawing/2014/main" id="{12805451-D93E-9943-975D-7927B47618C6}"/>
              </a:ext>
            </a:extLst>
          </p:cNvPr>
          <p:cNvPicPr>
            <a:picLocks noChangeAspect="1"/>
          </p:cNvPicPr>
          <p:nvPr userDrawn="1"/>
        </p:nvPicPr>
        <p:blipFill>
          <a:blip r:embed="rId2"/>
          <a:stretch>
            <a:fillRect/>
          </a:stretch>
        </p:blipFill>
        <p:spPr>
          <a:xfrm>
            <a:off x="0" y="0"/>
            <a:ext cx="36576000" cy="4572000"/>
          </a:xfrm>
          <a:prstGeom prst="rect">
            <a:avLst/>
          </a:prstGeom>
        </p:spPr>
      </p:pic>
      <p:sp>
        <p:nvSpPr>
          <p:cNvPr id="39" name="Text Placeholder 34">
            <a:extLst>
              <a:ext uri="{FF2B5EF4-FFF2-40B4-BE49-F238E27FC236}">
                <a16:creationId xmlns:a16="http://schemas.microsoft.com/office/drawing/2014/main" id="{80759B05-CC2A-64BB-F41A-2C7BA4077234}"/>
              </a:ext>
            </a:extLst>
          </p:cNvPr>
          <p:cNvSpPr>
            <a:spLocks noGrp="1"/>
          </p:cNvSpPr>
          <p:nvPr>
            <p:ph type="body" sz="quarter" idx="22"/>
          </p:nvPr>
        </p:nvSpPr>
        <p:spPr>
          <a:xfrm>
            <a:off x="24686514" y="18060472"/>
            <a:ext cx="10972800" cy="1828800"/>
          </a:xfrm>
          <a:solidFill>
            <a:srgbClr val="00866C"/>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8" name="Text Placeholder 34">
            <a:extLst>
              <a:ext uri="{FF2B5EF4-FFF2-40B4-BE49-F238E27FC236}">
                <a16:creationId xmlns:a16="http://schemas.microsoft.com/office/drawing/2014/main" id="{34A50BB6-C388-248A-D452-19DF2B04D370}"/>
              </a:ext>
            </a:extLst>
          </p:cNvPr>
          <p:cNvSpPr>
            <a:spLocks noGrp="1"/>
          </p:cNvSpPr>
          <p:nvPr>
            <p:ph type="body" sz="quarter" idx="21"/>
          </p:nvPr>
        </p:nvSpPr>
        <p:spPr>
          <a:xfrm>
            <a:off x="914400" y="15548487"/>
            <a:ext cx="10972800" cy="1828800"/>
          </a:xfrm>
          <a:solidFill>
            <a:srgbClr val="00866C"/>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7" name="Text Placeholder 34">
            <a:extLst>
              <a:ext uri="{FF2B5EF4-FFF2-40B4-BE49-F238E27FC236}">
                <a16:creationId xmlns:a16="http://schemas.microsoft.com/office/drawing/2014/main" id="{A84384B7-196F-014A-C966-FE0B4FD08BE4}"/>
              </a:ext>
            </a:extLst>
          </p:cNvPr>
          <p:cNvSpPr>
            <a:spLocks noGrp="1"/>
          </p:cNvSpPr>
          <p:nvPr>
            <p:ph type="body" sz="quarter" idx="20"/>
          </p:nvPr>
        </p:nvSpPr>
        <p:spPr>
          <a:xfrm>
            <a:off x="24688800" y="5486400"/>
            <a:ext cx="10972800" cy="1828800"/>
          </a:xfrm>
          <a:solidFill>
            <a:srgbClr val="00866C"/>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6" name="Text Placeholder 34">
            <a:extLst>
              <a:ext uri="{FF2B5EF4-FFF2-40B4-BE49-F238E27FC236}">
                <a16:creationId xmlns:a16="http://schemas.microsoft.com/office/drawing/2014/main" id="{003134DC-F613-7A96-869F-33CF1B15CEE8}"/>
              </a:ext>
            </a:extLst>
          </p:cNvPr>
          <p:cNvSpPr>
            <a:spLocks noGrp="1"/>
          </p:cNvSpPr>
          <p:nvPr>
            <p:ph type="body" sz="quarter" idx="19"/>
          </p:nvPr>
        </p:nvSpPr>
        <p:spPr>
          <a:xfrm>
            <a:off x="12801600" y="5486400"/>
            <a:ext cx="10972800" cy="1828800"/>
          </a:xfrm>
          <a:solidFill>
            <a:srgbClr val="00866C"/>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5" name="Text Placeholder 34">
            <a:extLst>
              <a:ext uri="{FF2B5EF4-FFF2-40B4-BE49-F238E27FC236}">
                <a16:creationId xmlns:a16="http://schemas.microsoft.com/office/drawing/2014/main" id="{6197EA4A-7B87-D00F-07E1-1D22E98B4F5D}"/>
              </a:ext>
            </a:extLst>
          </p:cNvPr>
          <p:cNvSpPr>
            <a:spLocks noGrp="1"/>
          </p:cNvSpPr>
          <p:nvPr>
            <p:ph type="body" sz="quarter" idx="18"/>
          </p:nvPr>
        </p:nvSpPr>
        <p:spPr>
          <a:xfrm>
            <a:off x="914400" y="5486400"/>
            <a:ext cx="10972800" cy="1828800"/>
          </a:xfrm>
          <a:solidFill>
            <a:srgbClr val="00866C"/>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10" name="Text Placeholder 9">
            <a:extLst>
              <a:ext uri="{FF2B5EF4-FFF2-40B4-BE49-F238E27FC236}">
                <a16:creationId xmlns:a16="http://schemas.microsoft.com/office/drawing/2014/main" id="{27804880-C918-AD60-D5A9-D01E99713C15}"/>
              </a:ext>
            </a:extLst>
          </p:cNvPr>
          <p:cNvSpPr>
            <a:spLocks noGrp="1"/>
          </p:cNvSpPr>
          <p:nvPr>
            <p:ph type="body" sz="quarter" idx="10" hasCustomPrompt="1"/>
          </p:nvPr>
        </p:nvSpPr>
        <p:spPr>
          <a:xfrm>
            <a:off x="5486400" y="3337970"/>
            <a:ext cx="29718000" cy="914400"/>
          </a:xfrm>
        </p:spPr>
        <p:txBody>
          <a:bodyPr>
            <a:noAutofit/>
          </a:bodyPr>
          <a:lstStyle>
            <a:lvl1pPr marL="0" indent="0">
              <a:lnSpc>
                <a:spcPct val="100000"/>
              </a:lnSpc>
              <a:buNone/>
              <a:defRPr sz="5500" b="0" i="0">
                <a:solidFill>
                  <a:schemeClr val="bg1"/>
                </a:solidFill>
                <a:latin typeface="Arial Nova Cond" panose="020B0506020202020204" pitchFamily="34" charset="0"/>
              </a:defRPr>
            </a:lvl1pPr>
          </a:lstStyle>
          <a:p>
            <a:pPr lvl="0"/>
            <a:r>
              <a:rPr lang="en-US"/>
              <a:t>Your Name Here, Department; Mentor Name, Department; Other Contributors</a:t>
            </a:r>
          </a:p>
        </p:txBody>
      </p:sp>
      <p:sp>
        <p:nvSpPr>
          <p:cNvPr id="6" name="Title 5">
            <a:extLst>
              <a:ext uri="{FF2B5EF4-FFF2-40B4-BE49-F238E27FC236}">
                <a16:creationId xmlns:a16="http://schemas.microsoft.com/office/drawing/2014/main" id="{25171E06-7B92-1FDF-EF04-D81E7F2525E0}"/>
              </a:ext>
            </a:extLst>
          </p:cNvPr>
          <p:cNvSpPr>
            <a:spLocks noGrp="1"/>
          </p:cNvSpPr>
          <p:nvPr>
            <p:ph type="title" hasCustomPrompt="1"/>
          </p:nvPr>
        </p:nvSpPr>
        <p:spPr>
          <a:xfrm>
            <a:off x="5486400" y="320450"/>
            <a:ext cx="29718000" cy="3017520"/>
          </a:xfrm>
        </p:spPr>
        <p:txBody>
          <a:bodyPr anchor="t">
            <a:normAutofit/>
          </a:bodyPr>
          <a:lstStyle>
            <a:lvl1pPr>
              <a:lnSpc>
                <a:spcPct val="100000"/>
              </a:lnSpc>
              <a:defRPr sz="9600" b="0" i="0">
                <a:solidFill>
                  <a:schemeClr val="bg1"/>
                </a:solidFill>
                <a:latin typeface="Arial Nova Cond" panose="020B0506020202020204" pitchFamily="34" charset="0"/>
              </a:defRPr>
            </a:lvl1pPr>
          </a:lstStyle>
          <a:p>
            <a:r>
              <a:rPr lang="en-US"/>
              <a:t>Poster Title Goes Here</a:t>
            </a:r>
            <a:br>
              <a:rPr lang="en-US"/>
            </a:br>
            <a:r>
              <a:rPr lang="en-US"/>
              <a:t>Adjust Font Size As Needed</a:t>
            </a:r>
          </a:p>
        </p:txBody>
      </p:sp>
      <p:sp>
        <p:nvSpPr>
          <p:cNvPr id="40" name="Text Placeholder 34">
            <a:extLst>
              <a:ext uri="{FF2B5EF4-FFF2-40B4-BE49-F238E27FC236}">
                <a16:creationId xmlns:a16="http://schemas.microsoft.com/office/drawing/2014/main" id="{168FC78A-B2B4-4AF1-63BB-20788CA570DD}"/>
              </a:ext>
            </a:extLst>
          </p:cNvPr>
          <p:cNvSpPr>
            <a:spLocks noGrp="1"/>
          </p:cNvSpPr>
          <p:nvPr>
            <p:ph type="body" sz="quarter" idx="23"/>
          </p:nvPr>
        </p:nvSpPr>
        <p:spPr>
          <a:xfrm>
            <a:off x="24686514" y="25831800"/>
            <a:ext cx="10972800" cy="1828800"/>
          </a:xfrm>
          <a:solidFill>
            <a:srgbClr val="00866C"/>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2" name="Text Placeholder 25">
            <a:extLst>
              <a:ext uri="{FF2B5EF4-FFF2-40B4-BE49-F238E27FC236}">
                <a16:creationId xmlns:a16="http://schemas.microsoft.com/office/drawing/2014/main" id="{263102E0-C1B8-242C-8708-DF9D369B48BC}"/>
              </a:ext>
            </a:extLst>
          </p:cNvPr>
          <p:cNvSpPr>
            <a:spLocks noGrp="1"/>
          </p:cNvSpPr>
          <p:nvPr>
            <p:ph type="body" sz="quarter" idx="12" hasCustomPrompt="1"/>
          </p:nvPr>
        </p:nvSpPr>
        <p:spPr>
          <a:xfrm>
            <a:off x="914400" y="17830727"/>
            <a:ext cx="10972800" cy="14168814"/>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39863" indent="-4365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Methods/Approach/Theory: Describe the approach or method you used to acquire your data or findings. How did you do what you did? Explain the advantages and limitations of the approach you used. Why was this method chosen over others? </a:t>
            </a:r>
            <a:r>
              <a:rPr lang="en-US" b="1"/>
              <a:t>Make sure to add a section title above!</a:t>
            </a:r>
            <a:endParaRPr lang="en-US"/>
          </a:p>
        </p:txBody>
      </p:sp>
      <p:sp>
        <p:nvSpPr>
          <p:cNvPr id="3" name="Text Placeholder 25">
            <a:extLst>
              <a:ext uri="{FF2B5EF4-FFF2-40B4-BE49-F238E27FC236}">
                <a16:creationId xmlns:a16="http://schemas.microsoft.com/office/drawing/2014/main" id="{33015BA1-9DC3-FD25-2FD1-88B18D12CAAC}"/>
              </a:ext>
            </a:extLst>
          </p:cNvPr>
          <p:cNvSpPr>
            <a:spLocks noGrp="1"/>
          </p:cNvSpPr>
          <p:nvPr>
            <p:ph type="body" sz="quarter" idx="17" hasCustomPrompt="1"/>
          </p:nvPr>
        </p:nvSpPr>
        <p:spPr>
          <a:xfrm>
            <a:off x="24686514" y="28118872"/>
            <a:ext cx="10972800" cy="3886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Acknowledgments: This is a space to give recognition to mentors, peers, or others who helped you along the way. Additionally, you should also identify sources of funding such as SURF, Mellon, </a:t>
            </a:r>
            <a:r>
              <a:rPr lang="en-US" err="1"/>
              <a:t>Pharis</a:t>
            </a:r>
            <a:r>
              <a:rPr lang="en-US"/>
              <a:t> Fellows, REUs, or other grant entities that supported your or your faculty mentor. </a:t>
            </a:r>
            <a:r>
              <a:rPr lang="en-US" b="1"/>
              <a:t>Make sure to add a section title above!</a:t>
            </a:r>
            <a:endParaRPr lang="en-US"/>
          </a:p>
        </p:txBody>
      </p:sp>
      <p:sp>
        <p:nvSpPr>
          <p:cNvPr id="4" name="Text Placeholder 25">
            <a:extLst>
              <a:ext uri="{FF2B5EF4-FFF2-40B4-BE49-F238E27FC236}">
                <a16:creationId xmlns:a16="http://schemas.microsoft.com/office/drawing/2014/main" id="{530974AD-2E62-CB22-F838-6A845BCEB064}"/>
              </a:ext>
            </a:extLst>
          </p:cNvPr>
          <p:cNvSpPr>
            <a:spLocks noGrp="1"/>
          </p:cNvSpPr>
          <p:nvPr>
            <p:ph type="body" sz="quarter" idx="16" hasCustomPrompt="1"/>
          </p:nvPr>
        </p:nvSpPr>
        <p:spPr>
          <a:xfrm>
            <a:off x="24686514" y="20345400"/>
            <a:ext cx="10972800" cy="4800600"/>
          </a:xfrm>
        </p:spPr>
        <p:txBody>
          <a:bodyPr>
            <a:normAutofit/>
          </a:bodyPr>
          <a:lstStyle>
            <a:lvl1pPr marL="0" indent="0">
              <a:buNone/>
              <a:defRPr sz="3200" b="0" i="0">
                <a:latin typeface="Arial Nova Cond" panose="020B0506020202020204" pitchFamily="34" charset="0"/>
              </a:defRPr>
            </a:lvl1pPr>
            <a:lvl2pPr marL="928688" indent="-474663">
              <a:tabLst/>
              <a:defRPr sz="3200" b="0" i="1">
                <a:latin typeface="Arial Nova Cond" panose="020B0506020202020204" pitchFamily="34" charset="0"/>
              </a:defRPr>
            </a:lvl2pPr>
            <a:lvl3pPr marL="1497013" indent="-474663">
              <a:tabLst/>
              <a:defRPr sz="3200" b="0" i="1">
                <a:latin typeface="Arial Nova Cond" panose="020B0506020202020204" pitchFamily="34" charset="0"/>
              </a:defRPr>
            </a:lvl3pPr>
            <a:lvl4pPr marL="2065338" indent="-455613">
              <a:tabLst/>
              <a:defRPr sz="3200" b="0" i="1">
                <a:latin typeface="Arial Nova Cond" panose="020B0506020202020204" pitchFamily="34" charset="0"/>
              </a:defRPr>
            </a:lvl4pPr>
            <a:lvl5pPr marL="2633663" indent="-473075">
              <a:tabLst/>
              <a:defRPr sz="3200" b="0" i="1">
                <a:latin typeface="Arial Nova Cond" panose="020B0506020202020204" pitchFamily="34" charset="0"/>
              </a:defRPr>
            </a:lvl5pPr>
          </a:lstStyle>
          <a:p>
            <a:pPr lvl="0"/>
            <a:r>
              <a:rPr lang="en-US" i="0"/>
              <a:t>References: If you reference any ideas, theories, etc. from other authors, make sure to appropriately cite them. References should be in a slightly smaller font than the rest of your text. </a:t>
            </a:r>
            <a:r>
              <a:rPr lang="en-US" b="1" i="0"/>
              <a:t>Make sure to add a section title above!</a:t>
            </a:r>
            <a:endParaRPr lang="en-US"/>
          </a:p>
        </p:txBody>
      </p:sp>
      <p:sp>
        <p:nvSpPr>
          <p:cNvPr id="5" name="Text Placeholder 25">
            <a:extLst>
              <a:ext uri="{FF2B5EF4-FFF2-40B4-BE49-F238E27FC236}">
                <a16:creationId xmlns:a16="http://schemas.microsoft.com/office/drawing/2014/main" id="{873F8014-A469-B468-A3B3-D256D3357FBD}"/>
              </a:ext>
            </a:extLst>
          </p:cNvPr>
          <p:cNvSpPr>
            <a:spLocks noGrp="1"/>
          </p:cNvSpPr>
          <p:nvPr>
            <p:ph type="body" sz="quarter" idx="15" hasCustomPrompt="1"/>
          </p:nvPr>
        </p:nvSpPr>
        <p:spPr>
          <a:xfrm>
            <a:off x="24688800" y="7772400"/>
            <a:ext cx="10972800" cy="9601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08188" indent="-434975">
              <a:tabLst/>
              <a:defRPr sz="4000" b="0" i="0">
                <a:latin typeface="Arial Nova Cond" panose="020B0506020202020204" pitchFamily="34" charset="0"/>
              </a:defRPr>
            </a:lvl4pPr>
            <a:lvl5pPr marL="2690813" indent="-473075">
              <a:tabLst/>
              <a:defRPr sz="4000" b="0" i="0">
                <a:latin typeface="Arial Nova Cond" panose="020B0506020202020204" pitchFamily="34" charset="0"/>
              </a:defRPr>
            </a:lvl5pPr>
          </a:lstStyle>
          <a:p>
            <a:pPr lvl="0"/>
            <a:r>
              <a:rPr lang="en-US"/>
              <a:t>Conclusion: Restate the problem you addressed in your background section. Summarize the key findings from your results. What is the significance of your results/findings? What are the next steps for this research topic for you or for others? </a:t>
            </a:r>
            <a:r>
              <a:rPr lang="en-US" b="1"/>
              <a:t>Make sure to add a section title above!</a:t>
            </a:r>
            <a:endParaRPr lang="en-US"/>
          </a:p>
        </p:txBody>
      </p:sp>
      <p:sp>
        <p:nvSpPr>
          <p:cNvPr id="9" name="Content Placeholder 28">
            <a:extLst>
              <a:ext uri="{FF2B5EF4-FFF2-40B4-BE49-F238E27FC236}">
                <a16:creationId xmlns:a16="http://schemas.microsoft.com/office/drawing/2014/main" id="{3F5A221D-1724-B208-BCD7-E994F5F61988}"/>
              </a:ext>
            </a:extLst>
          </p:cNvPr>
          <p:cNvSpPr>
            <a:spLocks noGrp="1"/>
          </p:cNvSpPr>
          <p:nvPr>
            <p:ph sz="quarter" idx="13" hasCustomPrompt="1"/>
          </p:nvPr>
        </p:nvSpPr>
        <p:spPr>
          <a:xfrm>
            <a:off x="12801600" y="20346472"/>
            <a:ext cx="10972800" cy="11658600"/>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97013" indent="-45561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Graphs, tables, or images can be a great way to add visually appealing components to your poster, but make sure they are labeled and easy to read. </a:t>
            </a:r>
            <a:r>
              <a:rPr lang="en-US" b="1"/>
              <a:t>Only use images that are high-resolution.</a:t>
            </a:r>
            <a:r>
              <a:rPr lang="en-US"/>
              <a:t> Images that are too pixelated will appear blurry when printed.</a:t>
            </a:r>
          </a:p>
        </p:txBody>
      </p:sp>
      <p:sp>
        <p:nvSpPr>
          <p:cNvPr id="11" name="Content Placeholder 28">
            <a:extLst>
              <a:ext uri="{FF2B5EF4-FFF2-40B4-BE49-F238E27FC236}">
                <a16:creationId xmlns:a16="http://schemas.microsoft.com/office/drawing/2014/main" id="{D863CD58-5E04-6A02-3B40-29268EA80890}"/>
              </a:ext>
            </a:extLst>
          </p:cNvPr>
          <p:cNvSpPr>
            <a:spLocks noGrp="1"/>
          </p:cNvSpPr>
          <p:nvPr>
            <p:ph sz="quarter" idx="14" hasCustomPrompt="1"/>
          </p:nvPr>
        </p:nvSpPr>
        <p:spPr>
          <a:xfrm>
            <a:off x="12801600" y="7773472"/>
            <a:ext cx="10972800" cy="12115800"/>
          </a:xfrm>
        </p:spPr>
        <p:txBody>
          <a:bodyPr>
            <a:normAutofit/>
          </a:bodyPr>
          <a:lstStyle>
            <a:lvl1pPr marL="0" indent="0">
              <a:buNone/>
              <a:defRPr sz="4000" b="0" i="0">
                <a:latin typeface="Arial Nova Cond" panose="020B0506020202020204" pitchFamily="34" charset="0"/>
              </a:defRPr>
            </a:lvl1pPr>
            <a:lvl2pPr marL="984250" indent="-492125">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Data Results and Analysis: This should be your most in-depth section. Highlight the key data, findings, or themes that led to your conclusion. </a:t>
            </a:r>
            <a:r>
              <a:rPr lang="en-US" b="1"/>
              <a:t>Make sure to add a section title above!</a:t>
            </a:r>
            <a:endParaRPr lang="en-US"/>
          </a:p>
        </p:txBody>
      </p:sp>
      <p:sp>
        <p:nvSpPr>
          <p:cNvPr id="12" name="Text Placeholder 25">
            <a:extLst>
              <a:ext uri="{FF2B5EF4-FFF2-40B4-BE49-F238E27FC236}">
                <a16:creationId xmlns:a16="http://schemas.microsoft.com/office/drawing/2014/main" id="{6650DB61-16AE-9855-2453-3DAB6B1E6A0F}"/>
              </a:ext>
            </a:extLst>
          </p:cNvPr>
          <p:cNvSpPr>
            <a:spLocks noGrp="1"/>
          </p:cNvSpPr>
          <p:nvPr>
            <p:ph type="body" sz="quarter" idx="11" hasCustomPrompt="1"/>
          </p:nvPr>
        </p:nvSpPr>
        <p:spPr>
          <a:xfrm>
            <a:off x="914400" y="7772400"/>
            <a:ext cx="10972800" cy="7086600"/>
          </a:xfrm>
        </p:spPr>
        <p:txBody>
          <a:bodyPr>
            <a:normAutofit/>
          </a:bodyPr>
          <a:lstStyle>
            <a:lvl1pPr marL="0" indent="0">
              <a:buNone/>
              <a:defRPr sz="4000" b="0" i="0">
                <a:latin typeface="Arial Nova Cond" panose="020B0506020202020204" pitchFamily="34" charset="0"/>
              </a:defRPr>
            </a:lvl1pPr>
            <a:lvl2pPr marL="927100" indent="-457200">
              <a:tabLst/>
              <a:defRPr sz="4000" b="0" i="0">
                <a:latin typeface="Arial Nova Cond" panose="020B0506020202020204" pitchFamily="34" charset="0"/>
              </a:defRPr>
            </a:lvl2pPr>
            <a:lvl3pPr marL="1497013" indent="-469900">
              <a:tabLst/>
              <a:defRPr sz="4000" b="0" i="0">
                <a:latin typeface="Arial Nova Cond" panose="020B0506020202020204" pitchFamily="34" charset="0"/>
              </a:defRPr>
            </a:lvl3pPr>
            <a:lvl4pPr marL="2068513" indent="-457200">
              <a:tabLst/>
              <a:defRPr sz="4000" b="0" i="0">
                <a:latin typeface="Arial Nova Cond" panose="020B0506020202020204" pitchFamily="34" charset="0"/>
              </a:defRPr>
            </a:lvl4pPr>
            <a:lvl5pPr marL="2581275" indent="-427038">
              <a:tabLst/>
              <a:defRPr sz="4000" b="0" i="0">
                <a:latin typeface="Arial Nova Cond" panose="020B0506020202020204" pitchFamily="34" charset="0"/>
              </a:defRPr>
            </a:lvl5pPr>
          </a:lstStyle>
          <a:p>
            <a:pPr lvl="0"/>
            <a:r>
              <a:rPr lang="en-US"/>
              <a:t>Introduction: This section should include the background information on your topic. Introduce your audience to the issue or goal your research addresses and why it is important/relevant to your field. Discuss the previous work that has already been done in this area. Define key terms for your audience. </a:t>
            </a:r>
            <a:r>
              <a:rPr lang="en-US" b="1"/>
              <a:t>Make sure to add a section title above!</a:t>
            </a:r>
            <a:endParaRPr lang="en-US"/>
          </a:p>
        </p:txBody>
      </p:sp>
    </p:spTree>
    <p:extLst>
      <p:ext uri="{BB962C8B-B14F-4D97-AF65-F5344CB8AC3E}">
        <p14:creationId xmlns:p14="http://schemas.microsoft.com/office/powerpoint/2010/main" val="1459620336"/>
      </p:ext>
    </p:extLst>
  </p:cSld>
  <p:clrMapOvr>
    <a:masterClrMapping/>
  </p:clrMapOvr>
  <p:extLst>
    <p:ext uri="{DCECCB84-F9BA-43D5-87BE-67443E8EF086}">
      <p15:sldGuideLst xmlns:p15="http://schemas.microsoft.com/office/powerpoint/2012/main">
        <p15:guide id="1" orient="horz" pos="4896">
          <p15:clr>
            <a:srgbClr val="FBAE40"/>
          </p15:clr>
        </p15:guide>
        <p15:guide id="2" pos="345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Green Template Poster 2">
    <p:spTree>
      <p:nvGrpSpPr>
        <p:cNvPr id="1" name=""/>
        <p:cNvGrpSpPr/>
        <p:nvPr/>
      </p:nvGrpSpPr>
      <p:grpSpPr>
        <a:xfrm>
          <a:off x="0" y="0"/>
          <a:ext cx="0" cy="0"/>
          <a:chOff x="0" y="0"/>
          <a:chExt cx="0" cy="0"/>
        </a:xfrm>
      </p:grpSpPr>
      <p:pic>
        <p:nvPicPr>
          <p:cNvPr id="14" name="Picture 13" descr="A green square with white dots&#10;&#10;Description automatically generated with medium confidence">
            <a:extLst>
              <a:ext uri="{FF2B5EF4-FFF2-40B4-BE49-F238E27FC236}">
                <a16:creationId xmlns:a16="http://schemas.microsoft.com/office/drawing/2014/main" id="{7070E71B-DFB5-AE03-D26B-D00507329FFE}"/>
              </a:ext>
            </a:extLst>
          </p:cNvPr>
          <p:cNvPicPr>
            <a:picLocks noChangeAspect="1"/>
          </p:cNvPicPr>
          <p:nvPr userDrawn="1"/>
        </p:nvPicPr>
        <p:blipFill>
          <a:blip r:embed="rId2"/>
          <a:stretch>
            <a:fillRect/>
          </a:stretch>
        </p:blipFill>
        <p:spPr>
          <a:xfrm>
            <a:off x="0" y="0"/>
            <a:ext cx="36576000" cy="4572000"/>
          </a:xfrm>
          <a:prstGeom prst="rect">
            <a:avLst/>
          </a:prstGeom>
        </p:spPr>
      </p:pic>
      <p:sp>
        <p:nvSpPr>
          <p:cNvPr id="39" name="Text Placeholder 34">
            <a:extLst>
              <a:ext uri="{FF2B5EF4-FFF2-40B4-BE49-F238E27FC236}">
                <a16:creationId xmlns:a16="http://schemas.microsoft.com/office/drawing/2014/main" id="{80759B05-CC2A-64BB-F41A-2C7BA4077234}"/>
              </a:ext>
            </a:extLst>
          </p:cNvPr>
          <p:cNvSpPr>
            <a:spLocks noGrp="1"/>
          </p:cNvSpPr>
          <p:nvPr>
            <p:ph type="body" sz="quarter" idx="22"/>
          </p:nvPr>
        </p:nvSpPr>
        <p:spPr>
          <a:xfrm>
            <a:off x="24686514" y="18060472"/>
            <a:ext cx="10972800" cy="1828800"/>
          </a:xfrm>
          <a:solidFill>
            <a:srgbClr val="00866C"/>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8" name="Text Placeholder 34">
            <a:extLst>
              <a:ext uri="{FF2B5EF4-FFF2-40B4-BE49-F238E27FC236}">
                <a16:creationId xmlns:a16="http://schemas.microsoft.com/office/drawing/2014/main" id="{34A50BB6-C388-248A-D452-19DF2B04D370}"/>
              </a:ext>
            </a:extLst>
          </p:cNvPr>
          <p:cNvSpPr>
            <a:spLocks noGrp="1"/>
          </p:cNvSpPr>
          <p:nvPr>
            <p:ph type="body" sz="quarter" idx="21"/>
          </p:nvPr>
        </p:nvSpPr>
        <p:spPr>
          <a:xfrm>
            <a:off x="914400" y="15548487"/>
            <a:ext cx="10972800" cy="1828800"/>
          </a:xfrm>
          <a:solidFill>
            <a:srgbClr val="00866C"/>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7" name="Text Placeholder 34">
            <a:extLst>
              <a:ext uri="{FF2B5EF4-FFF2-40B4-BE49-F238E27FC236}">
                <a16:creationId xmlns:a16="http://schemas.microsoft.com/office/drawing/2014/main" id="{A84384B7-196F-014A-C966-FE0B4FD08BE4}"/>
              </a:ext>
            </a:extLst>
          </p:cNvPr>
          <p:cNvSpPr>
            <a:spLocks noGrp="1"/>
          </p:cNvSpPr>
          <p:nvPr>
            <p:ph type="body" sz="quarter" idx="20"/>
          </p:nvPr>
        </p:nvSpPr>
        <p:spPr>
          <a:xfrm>
            <a:off x="24688800" y="5486400"/>
            <a:ext cx="10972800" cy="1828800"/>
          </a:xfrm>
          <a:solidFill>
            <a:srgbClr val="00866C"/>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6" name="Text Placeholder 34">
            <a:extLst>
              <a:ext uri="{FF2B5EF4-FFF2-40B4-BE49-F238E27FC236}">
                <a16:creationId xmlns:a16="http://schemas.microsoft.com/office/drawing/2014/main" id="{003134DC-F613-7A96-869F-33CF1B15CEE8}"/>
              </a:ext>
            </a:extLst>
          </p:cNvPr>
          <p:cNvSpPr>
            <a:spLocks noGrp="1"/>
          </p:cNvSpPr>
          <p:nvPr>
            <p:ph type="body" sz="quarter" idx="19"/>
          </p:nvPr>
        </p:nvSpPr>
        <p:spPr>
          <a:xfrm>
            <a:off x="12801600" y="5486400"/>
            <a:ext cx="10972800" cy="1828800"/>
          </a:xfrm>
          <a:solidFill>
            <a:srgbClr val="00866C"/>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5" name="Text Placeholder 34">
            <a:extLst>
              <a:ext uri="{FF2B5EF4-FFF2-40B4-BE49-F238E27FC236}">
                <a16:creationId xmlns:a16="http://schemas.microsoft.com/office/drawing/2014/main" id="{6197EA4A-7B87-D00F-07E1-1D22E98B4F5D}"/>
              </a:ext>
            </a:extLst>
          </p:cNvPr>
          <p:cNvSpPr>
            <a:spLocks noGrp="1"/>
          </p:cNvSpPr>
          <p:nvPr>
            <p:ph type="body" sz="quarter" idx="18"/>
          </p:nvPr>
        </p:nvSpPr>
        <p:spPr>
          <a:xfrm>
            <a:off x="914400" y="5486400"/>
            <a:ext cx="10972800" cy="1828800"/>
          </a:xfrm>
          <a:solidFill>
            <a:srgbClr val="00866C"/>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40" name="Text Placeholder 34">
            <a:extLst>
              <a:ext uri="{FF2B5EF4-FFF2-40B4-BE49-F238E27FC236}">
                <a16:creationId xmlns:a16="http://schemas.microsoft.com/office/drawing/2014/main" id="{168FC78A-B2B4-4AF1-63BB-20788CA570DD}"/>
              </a:ext>
            </a:extLst>
          </p:cNvPr>
          <p:cNvSpPr>
            <a:spLocks noGrp="1"/>
          </p:cNvSpPr>
          <p:nvPr>
            <p:ph type="body" sz="quarter" idx="23"/>
          </p:nvPr>
        </p:nvSpPr>
        <p:spPr>
          <a:xfrm>
            <a:off x="24686514" y="25831800"/>
            <a:ext cx="10972800" cy="1828800"/>
          </a:xfrm>
          <a:solidFill>
            <a:srgbClr val="00866C"/>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2" name="Text Placeholder 9">
            <a:extLst>
              <a:ext uri="{FF2B5EF4-FFF2-40B4-BE49-F238E27FC236}">
                <a16:creationId xmlns:a16="http://schemas.microsoft.com/office/drawing/2014/main" id="{C5949D17-A688-8005-B112-710E6748491D}"/>
              </a:ext>
            </a:extLst>
          </p:cNvPr>
          <p:cNvSpPr>
            <a:spLocks noGrp="1"/>
          </p:cNvSpPr>
          <p:nvPr>
            <p:ph type="body" sz="quarter" idx="10" hasCustomPrompt="1"/>
          </p:nvPr>
        </p:nvSpPr>
        <p:spPr>
          <a:xfrm>
            <a:off x="1371600" y="3334528"/>
            <a:ext cx="28346400" cy="914400"/>
          </a:xfrm>
        </p:spPr>
        <p:txBody>
          <a:bodyPr>
            <a:noAutofit/>
          </a:bodyPr>
          <a:lstStyle>
            <a:lvl1pPr marL="0" indent="0">
              <a:lnSpc>
                <a:spcPct val="100000"/>
              </a:lnSpc>
              <a:buNone/>
              <a:defRPr sz="5500" b="0" i="0">
                <a:solidFill>
                  <a:schemeClr val="bg1"/>
                </a:solidFill>
                <a:latin typeface="Arial Nova Cond" panose="020B0506020202020204" pitchFamily="34" charset="0"/>
              </a:defRPr>
            </a:lvl1pPr>
          </a:lstStyle>
          <a:p>
            <a:pPr lvl="0"/>
            <a:r>
              <a:rPr lang="en-US"/>
              <a:t>Your Name Here, Department; Mentor Name, Department; Other Contributors</a:t>
            </a:r>
          </a:p>
        </p:txBody>
      </p:sp>
      <p:sp>
        <p:nvSpPr>
          <p:cNvPr id="3" name="Title 5">
            <a:extLst>
              <a:ext uri="{FF2B5EF4-FFF2-40B4-BE49-F238E27FC236}">
                <a16:creationId xmlns:a16="http://schemas.microsoft.com/office/drawing/2014/main" id="{A61611B7-0FA5-F00D-EBBE-FE8CFD53057C}"/>
              </a:ext>
            </a:extLst>
          </p:cNvPr>
          <p:cNvSpPr>
            <a:spLocks noGrp="1"/>
          </p:cNvSpPr>
          <p:nvPr>
            <p:ph type="title" hasCustomPrompt="1"/>
          </p:nvPr>
        </p:nvSpPr>
        <p:spPr>
          <a:xfrm>
            <a:off x="1371600" y="317008"/>
            <a:ext cx="28346400" cy="3017520"/>
          </a:xfrm>
        </p:spPr>
        <p:txBody>
          <a:bodyPr anchor="t">
            <a:normAutofit/>
          </a:bodyPr>
          <a:lstStyle>
            <a:lvl1pPr>
              <a:lnSpc>
                <a:spcPct val="100000"/>
              </a:lnSpc>
              <a:defRPr sz="9600" b="0" i="0">
                <a:solidFill>
                  <a:schemeClr val="bg1"/>
                </a:solidFill>
                <a:latin typeface="Arial Nova Cond" panose="020B0506020202020204" pitchFamily="34" charset="0"/>
              </a:defRPr>
            </a:lvl1pPr>
          </a:lstStyle>
          <a:p>
            <a:r>
              <a:rPr lang="en-US"/>
              <a:t>Poster Title Goes Here</a:t>
            </a:r>
            <a:br>
              <a:rPr lang="en-US"/>
            </a:br>
            <a:r>
              <a:rPr lang="en-US"/>
              <a:t>Adjust Font Size As Needed</a:t>
            </a:r>
          </a:p>
        </p:txBody>
      </p:sp>
      <p:sp>
        <p:nvSpPr>
          <p:cNvPr id="5" name="Text Placeholder 25">
            <a:extLst>
              <a:ext uri="{FF2B5EF4-FFF2-40B4-BE49-F238E27FC236}">
                <a16:creationId xmlns:a16="http://schemas.microsoft.com/office/drawing/2014/main" id="{7C3CD840-B377-428A-C2EB-6B2678785853}"/>
              </a:ext>
            </a:extLst>
          </p:cNvPr>
          <p:cNvSpPr>
            <a:spLocks noGrp="1"/>
          </p:cNvSpPr>
          <p:nvPr>
            <p:ph type="body" sz="quarter" idx="12" hasCustomPrompt="1"/>
          </p:nvPr>
        </p:nvSpPr>
        <p:spPr>
          <a:xfrm>
            <a:off x="914400" y="17830727"/>
            <a:ext cx="10972800" cy="14168814"/>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39863" indent="-4365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Methods/Approach/Theory: Describe the approach or method you used to acquire your data or findings. How did you do what you did? Explain the advantages and limitations of the approach you used. Why was this method chosen over others? </a:t>
            </a:r>
            <a:r>
              <a:rPr lang="en-US" b="1"/>
              <a:t>Make sure to add a section title above!</a:t>
            </a:r>
            <a:endParaRPr lang="en-US"/>
          </a:p>
        </p:txBody>
      </p:sp>
      <p:sp>
        <p:nvSpPr>
          <p:cNvPr id="6" name="Text Placeholder 25">
            <a:extLst>
              <a:ext uri="{FF2B5EF4-FFF2-40B4-BE49-F238E27FC236}">
                <a16:creationId xmlns:a16="http://schemas.microsoft.com/office/drawing/2014/main" id="{50D1FFBF-B00C-8AEA-CF00-CF204AD13A15}"/>
              </a:ext>
            </a:extLst>
          </p:cNvPr>
          <p:cNvSpPr>
            <a:spLocks noGrp="1"/>
          </p:cNvSpPr>
          <p:nvPr>
            <p:ph type="body" sz="quarter" idx="17" hasCustomPrompt="1"/>
          </p:nvPr>
        </p:nvSpPr>
        <p:spPr>
          <a:xfrm>
            <a:off x="24686514" y="28118872"/>
            <a:ext cx="10972800" cy="3886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Acknowledgments: This is a space to give recognition to mentors, peers, or others who helped you along the way. Additionally, you should also identify sources of funding such as SURF, Mellon, </a:t>
            </a:r>
            <a:r>
              <a:rPr lang="en-US" err="1"/>
              <a:t>Pharis</a:t>
            </a:r>
            <a:r>
              <a:rPr lang="en-US"/>
              <a:t> Fellows, REUs, or other grant entities that supported your or your faculty mentor. </a:t>
            </a:r>
            <a:r>
              <a:rPr lang="en-US" b="1"/>
              <a:t>Make sure to add a section title above!</a:t>
            </a:r>
            <a:endParaRPr lang="en-US"/>
          </a:p>
        </p:txBody>
      </p:sp>
      <p:sp>
        <p:nvSpPr>
          <p:cNvPr id="8" name="Text Placeholder 25">
            <a:extLst>
              <a:ext uri="{FF2B5EF4-FFF2-40B4-BE49-F238E27FC236}">
                <a16:creationId xmlns:a16="http://schemas.microsoft.com/office/drawing/2014/main" id="{56A4F0FE-3A98-3852-D6A6-68A08D8D4376}"/>
              </a:ext>
            </a:extLst>
          </p:cNvPr>
          <p:cNvSpPr>
            <a:spLocks noGrp="1"/>
          </p:cNvSpPr>
          <p:nvPr>
            <p:ph type="body" sz="quarter" idx="16" hasCustomPrompt="1"/>
          </p:nvPr>
        </p:nvSpPr>
        <p:spPr>
          <a:xfrm>
            <a:off x="24686514" y="20345400"/>
            <a:ext cx="10972800" cy="4800600"/>
          </a:xfrm>
        </p:spPr>
        <p:txBody>
          <a:bodyPr>
            <a:normAutofit/>
          </a:bodyPr>
          <a:lstStyle>
            <a:lvl1pPr marL="0" indent="0">
              <a:buNone/>
              <a:defRPr sz="3200" b="0" i="0">
                <a:latin typeface="Arial Nova Cond" panose="020B0506020202020204" pitchFamily="34" charset="0"/>
              </a:defRPr>
            </a:lvl1pPr>
            <a:lvl2pPr marL="928688" indent="-474663">
              <a:tabLst/>
              <a:defRPr sz="3200" b="0" i="1">
                <a:latin typeface="Arial Nova Cond" panose="020B0506020202020204" pitchFamily="34" charset="0"/>
              </a:defRPr>
            </a:lvl2pPr>
            <a:lvl3pPr marL="1497013" indent="-474663">
              <a:tabLst/>
              <a:defRPr sz="3200" b="0" i="1">
                <a:latin typeface="Arial Nova Cond" panose="020B0506020202020204" pitchFamily="34" charset="0"/>
              </a:defRPr>
            </a:lvl3pPr>
            <a:lvl4pPr marL="2065338" indent="-455613">
              <a:tabLst/>
              <a:defRPr sz="3200" b="0" i="1">
                <a:latin typeface="Arial Nova Cond" panose="020B0506020202020204" pitchFamily="34" charset="0"/>
              </a:defRPr>
            </a:lvl4pPr>
            <a:lvl5pPr marL="2633663" indent="-473075">
              <a:tabLst/>
              <a:defRPr sz="3200" b="0" i="1">
                <a:latin typeface="Arial Nova Cond" panose="020B0506020202020204" pitchFamily="34" charset="0"/>
              </a:defRPr>
            </a:lvl5pPr>
          </a:lstStyle>
          <a:p>
            <a:pPr lvl="0"/>
            <a:r>
              <a:rPr lang="en-US" i="0"/>
              <a:t>References: If you reference any ideas, theories, etc. from other authors, make sure to appropriately cite them. References should be in a slightly smaller font than the rest of your text. </a:t>
            </a:r>
            <a:r>
              <a:rPr lang="en-US" b="1" i="0"/>
              <a:t>Make sure to add a section title above!</a:t>
            </a:r>
            <a:endParaRPr lang="en-US"/>
          </a:p>
        </p:txBody>
      </p:sp>
      <p:sp>
        <p:nvSpPr>
          <p:cNvPr id="9" name="Text Placeholder 25">
            <a:extLst>
              <a:ext uri="{FF2B5EF4-FFF2-40B4-BE49-F238E27FC236}">
                <a16:creationId xmlns:a16="http://schemas.microsoft.com/office/drawing/2014/main" id="{ECB31197-83AE-650A-3EE6-2B05BB95AE28}"/>
              </a:ext>
            </a:extLst>
          </p:cNvPr>
          <p:cNvSpPr>
            <a:spLocks noGrp="1"/>
          </p:cNvSpPr>
          <p:nvPr>
            <p:ph type="body" sz="quarter" idx="15" hasCustomPrompt="1"/>
          </p:nvPr>
        </p:nvSpPr>
        <p:spPr>
          <a:xfrm>
            <a:off x="24688800" y="7772400"/>
            <a:ext cx="10972800" cy="9601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08188" indent="-434975">
              <a:tabLst/>
              <a:defRPr sz="4000" b="0" i="0">
                <a:latin typeface="Arial Nova Cond" panose="020B0506020202020204" pitchFamily="34" charset="0"/>
              </a:defRPr>
            </a:lvl4pPr>
            <a:lvl5pPr marL="2690813" indent="-473075">
              <a:tabLst/>
              <a:defRPr sz="4000" b="0" i="0">
                <a:latin typeface="Arial Nova Cond" panose="020B0506020202020204" pitchFamily="34" charset="0"/>
              </a:defRPr>
            </a:lvl5pPr>
          </a:lstStyle>
          <a:p>
            <a:pPr lvl="0"/>
            <a:r>
              <a:rPr lang="en-US"/>
              <a:t>Conclusion: Restate the problem you addressed in your background section. Summarize the key findings from your results. What is the significance of your results/findings? What are the next steps for this research topic for you or for others? </a:t>
            </a:r>
            <a:r>
              <a:rPr lang="en-US" b="1"/>
              <a:t>Make sure to add a section title above!</a:t>
            </a:r>
            <a:endParaRPr lang="en-US"/>
          </a:p>
        </p:txBody>
      </p:sp>
      <p:sp>
        <p:nvSpPr>
          <p:cNvPr id="10" name="Content Placeholder 28">
            <a:extLst>
              <a:ext uri="{FF2B5EF4-FFF2-40B4-BE49-F238E27FC236}">
                <a16:creationId xmlns:a16="http://schemas.microsoft.com/office/drawing/2014/main" id="{F4D86098-0CC0-A839-BAA7-11C27E3E4757}"/>
              </a:ext>
            </a:extLst>
          </p:cNvPr>
          <p:cNvSpPr>
            <a:spLocks noGrp="1"/>
          </p:cNvSpPr>
          <p:nvPr>
            <p:ph sz="quarter" idx="13" hasCustomPrompt="1"/>
          </p:nvPr>
        </p:nvSpPr>
        <p:spPr>
          <a:xfrm>
            <a:off x="12801600" y="20346472"/>
            <a:ext cx="10972800" cy="11658600"/>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97013" indent="-45561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Graphs, tables, or images can be a great way to add visually appealing components to your poster, but make sure they are labeled and easy to read. </a:t>
            </a:r>
            <a:r>
              <a:rPr lang="en-US" b="1"/>
              <a:t>Only use images that are high-resolution.</a:t>
            </a:r>
            <a:r>
              <a:rPr lang="en-US"/>
              <a:t> Images that are too pixelated will appear blurry when printed.</a:t>
            </a:r>
          </a:p>
        </p:txBody>
      </p:sp>
      <p:sp>
        <p:nvSpPr>
          <p:cNvPr id="11" name="Content Placeholder 28">
            <a:extLst>
              <a:ext uri="{FF2B5EF4-FFF2-40B4-BE49-F238E27FC236}">
                <a16:creationId xmlns:a16="http://schemas.microsoft.com/office/drawing/2014/main" id="{913757D7-2DC9-5BDF-0406-DEB1332BBD77}"/>
              </a:ext>
            </a:extLst>
          </p:cNvPr>
          <p:cNvSpPr>
            <a:spLocks noGrp="1"/>
          </p:cNvSpPr>
          <p:nvPr>
            <p:ph sz="quarter" idx="14" hasCustomPrompt="1"/>
          </p:nvPr>
        </p:nvSpPr>
        <p:spPr>
          <a:xfrm>
            <a:off x="12801600" y="7773472"/>
            <a:ext cx="10972800" cy="12115800"/>
          </a:xfrm>
        </p:spPr>
        <p:txBody>
          <a:bodyPr>
            <a:normAutofit/>
          </a:bodyPr>
          <a:lstStyle>
            <a:lvl1pPr marL="0" indent="0">
              <a:buNone/>
              <a:defRPr sz="4000" b="0" i="0">
                <a:latin typeface="Arial Nova Cond" panose="020B0506020202020204" pitchFamily="34" charset="0"/>
              </a:defRPr>
            </a:lvl1pPr>
            <a:lvl2pPr marL="984250" indent="-492125">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Data Results and Analysis: This should be your most in-depth section. Highlight the key data, findings, or themes that led to your conclusion. </a:t>
            </a:r>
            <a:r>
              <a:rPr lang="en-US" b="1"/>
              <a:t>Make sure to add a section title above!</a:t>
            </a:r>
            <a:endParaRPr lang="en-US"/>
          </a:p>
        </p:txBody>
      </p:sp>
      <p:sp>
        <p:nvSpPr>
          <p:cNvPr id="12" name="Text Placeholder 25">
            <a:extLst>
              <a:ext uri="{FF2B5EF4-FFF2-40B4-BE49-F238E27FC236}">
                <a16:creationId xmlns:a16="http://schemas.microsoft.com/office/drawing/2014/main" id="{A11903A6-944A-38BD-CC6F-1155E19B035E}"/>
              </a:ext>
            </a:extLst>
          </p:cNvPr>
          <p:cNvSpPr>
            <a:spLocks noGrp="1"/>
          </p:cNvSpPr>
          <p:nvPr>
            <p:ph type="body" sz="quarter" idx="11" hasCustomPrompt="1"/>
          </p:nvPr>
        </p:nvSpPr>
        <p:spPr>
          <a:xfrm>
            <a:off x="914400" y="7772400"/>
            <a:ext cx="10972800" cy="7086600"/>
          </a:xfrm>
        </p:spPr>
        <p:txBody>
          <a:bodyPr>
            <a:normAutofit/>
          </a:bodyPr>
          <a:lstStyle>
            <a:lvl1pPr marL="0" indent="0">
              <a:buNone/>
              <a:defRPr sz="4000" b="0" i="0">
                <a:latin typeface="Arial Nova Cond" panose="020B0506020202020204" pitchFamily="34" charset="0"/>
              </a:defRPr>
            </a:lvl1pPr>
            <a:lvl2pPr marL="927100" indent="-457200">
              <a:tabLst/>
              <a:defRPr sz="4000" b="0" i="0">
                <a:latin typeface="Arial Nova Cond" panose="020B0506020202020204" pitchFamily="34" charset="0"/>
              </a:defRPr>
            </a:lvl2pPr>
            <a:lvl3pPr marL="1497013" indent="-469900">
              <a:tabLst/>
              <a:defRPr sz="4000" b="0" i="0">
                <a:latin typeface="Arial Nova Cond" panose="020B0506020202020204" pitchFamily="34" charset="0"/>
              </a:defRPr>
            </a:lvl3pPr>
            <a:lvl4pPr marL="2068513" indent="-457200">
              <a:tabLst/>
              <a:defRPr sz="4000" b="0" i="0">
                <a:latin typeface="Arial Nova Cond" panose="020B0506020202020204" pitchFamily="34" charset="0"/>
              </a:defRPr>
            </a:lvl4pPr>
            <a:lvl5pPr marL="2581275" indent="-427038">
              <a:tabLst/>
              <a:defRPr sz="4000" b="0" i="0">
                <a:latin typeface="Arial Nova Cond" panose="020B0506020202020204" pitchFamily="34" charset="0"/>
              </a:defRPr>
            </a:lvl5pPr>
          </a:lstStyle>
          <a:p>
            <a:pPr lvl="0"/>
            <a:r>
              <a:rPr lang="en-US"/>
              <a:t>Introduction: This section should include the background information on your topic. Introduce your audience to the issue or goal your research addresses and why it is important/relevant to your field. Discuss the previous work that has already been done in this area. Define key terms for your audience. </a:t>
            </a:r>
            <a:r>
              <a:rPr lang="en-US" b="1"/>
              <a:t>Make sure to add a section title above!</a:t>
            </a:r>
            <a:endParaRPr lang="en-US"/>
          </a:p>
        </p:txBody>
      </p:sp>
    </p:spTree>
    <p:extLst>
      <p:ext uri="{BB962C8B-B14F-4D97-AF65-F5344CB8AC3E}">
        <p14:creationId xmlns:p14="http://schemas.microsoft.com/office/powerpoint/2010/main" val="755311171"/>
      </p:ext>
    </p:extLst>
  </p:cSld>
  <p:clrMapOvr>
    <a:masterClrMapping/>
  </p:clrMapOvr>
  <p:extLst>
    <p:ext uri="{DCECCB84-F9BA-43D5-87BE-67443E8EF086}">
      <p15:sldGuideLst xmlns:p15="http://schemas.microsoft.com/office/powerpoint/2012/main">
        <p15:guide id="1" orient="horz" pos="4896">
          <p15:clr>
            <a:srgbClr val="FBAE40"/>
          </p15:clr>
        </p15:guide>
        <p15:guide id="2" pos="345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orest Blank Poster 1">
    <p:spTree>
      <p:nvGrpSpPr>
        <p:cNvPr id="1" name=""/>
        <p:cNvGrpSpPr/>
        <p:nvPr/>
      </p:nvGrpSpPr>
      <p:grpSpPr>
        <a:xfrm>
          <a:off x="0" y="0"/>
          <a:ext cx="0" cy="0"/>
          <a:chOff x="0" y="0"/>
          <a:chExt cx="0" cy="0"/>
        </a:xfrm>
      </p:grpSpPr>
      <p:pic>
        <p:nvPicPr>
          <p:cNvPr id="4" name="Picture 3" descr="A green square with white lines&#10;&#10;Description automatically generated with medium confidence">
            <a:extLst>
              <a:ext uri="{FF2B5EF4-FFF2-40B4-BE49-F238E27FC236}">
                <a16:creationId xmlns:a16="http://schemas.microsoft.com/office/drawing/2014/main" id="{5DF77D9F-FAE3-D70E-4EBB-6DC995DFE869}"/>
              </a:ext>
            </a:extLst>
          </p:cNvPr>
          <p:cNvPicPr>
            <a:picLocks noChangeAspect="1"/>
          </p:cNvPicPr>
          <p:nvPr userDrawn="1"/>
        </p:nvPicPr>
        <p:blipFill>
          <a:blip r:embed="rId2"/>
          <a:stretch>
            <a:fillRect/>
          </a:stretch>
        </p:blipFill>
        <p:spPr>
          <a:xfrm>
            <a:off x="0" y="0"/>
            <a:ext cx="36576000" cy="4572000"/>
          </a:xfrm>
          <a:prstGeom prst="rect">
            <a:avLst/>
          </a:prstGeom>
        </p:spPr>
      </p:pic>
      <p:sp>
        <p:nvSpPr>
          <p:cNvPr id="18" name="Text Placeholder 9">
            <a:extLst>
              <a:ext uri="{FF2B5EF4-FFF2-40B4-BE49-F238E27FC236}">
                <a16:creationId xmlns:a16="http://schemas.microsoft.com/office/drawing/2014/main" id="{C5117E31-D4DA-38B0-C32F-884F15C97A2E}"/>
              </a:ext>
            </a:extLst>
          </p:cNvPr>
          <p:cNvSpPr>
            <a:spLocks noGrp="1"/>
          </p:cNvSpPr>
          <p:nvPr>
            <p:ph type="body" sz="quarter" idx="10" hasCustomPrompt="1"/>
          </p:nvPr>
        </p:nvSpPr>
        <p:spPr>
          <a:xfrm>
            <a:off x="5486400" y="3337970"/>
            <a:ext cx="29718000" cy="914400"/>
          </a:xfrm>
        </p:spPr>
        <p:txBody>
          <a:bodyPr>
            <a:noAutofit/>
          </a:bodyPr>
          <a:lstStyle>
            <a:lvl1pPr marL="0" indent="0">
              <a:lnSpc>
                <a:spcPct val="100000"/>
              </a:lnSpc>
              <a:buNone/>
              <a:defRPr sz="5500" b="0" i="0">
                <a:solidFill>
                  <a:schemeClr val="bg1"/>
                </a:solidFill>
                <a:latin typeface="Arial Nova Cond" panose="020B0506020202020204" pitchFamily="34" charset="0"/>
              </a:defRPr>
            </a:lvl1pPr>
          </a:lstStyle>
          <a:p>
            <a:pPr lvl="0"/>
            <a:r>
              <a:rPr lang="en-US"/>
              <a:t>Your Name Here, Department; Mentor Name, Department; Other Contributors</a:t>
            </a:r>
          </a:p>
        </p:txBody>
      </p:sp>
      <p:sp>
        <p:nvSpPr>
          <p:cNvPr id="19" name="Title 5">
            <a:extLst>
              <a:ext uri="{FF2B5EF4-FFF2-40B4-BE49-F238E27FC236}">
                <a16:creationId xmlns:a16="http://schemas.microsoft.com/office/drawing/2014/main" id="{8B2C22E4-A131-E676-95D8-0DEB89FA8245}"/>
              </a:ext>
            </a:extLst>
          </p:cNvPr>
          <p:cNvSpPr>
            <a:spLocks noGrp="1"/>
          </p:cNvSpPr>
          <p:nvPr>
            <p:ph type="title" hasCustomPrompt="1"/>
          </p:nvPr>
        </p:nvSpPr>
        <p:spPr>
          <a:xfrm>
            <a:off x="5486400" y="320450"/>
            <a:ext cx="29718000" cy="3017520"/>
          </a:xfrm>
        </p:spPr>
        <p:txBody>
          <a:bodyPr anchor="t">
            <a:normAutofit/>
          </a:bodyPr>
          <a:lstStyle>
            <a:lvl1pPr>
              <a:lnSpc>
                <a:spcPct val="100000"/>
              </a:lnSpc>
              <a:defRPr sz="9600" b="0" i="0">
                <a:solidFill>
                  <a:schemeClr val="bg1"/>
                </a:solidFill>
                <a:latin typeface="Arial Nova Cond" panose="020B0506020202020204" pitchFamily="34" charset="0"/>
              </a:defRPr>
            </a:lvl1pPr>
          </a:lstStyle>
          <a:p>
            <a:r>
              <a:rPr lang="en-US"/>
              <a:t>Poster Title Goes Here</a:t>
            </a:r>
            <a:br>
              <a:rPr lang="en-US"/>
            </a:br>
            <a:r>
              <a:rPr lang="en-US"/>
              <a:t>Adjust Font Size As Needed</a:t>
            </a:r>
          </a:p>
        </p:txBody>
      </p:sp>
    </p:spTree>
    <p:extLst>
      <p:ext uri="{BB962C8B-B14F-4D97-AF65-F5344CB8AC3E}">
        <p14:creationId xmlns:p14="http://schemas.microsoft.com/office/powerpoint/2010/main" val="24384887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orest Blank Poster 2">
    <p:spTree>
      <p:nvGrpSpPr>
        <p:cNvPr id="1" name=""/>
        <p:cNvGrpSpPr/>
        <p:nvPr/>
      </p:nvGrpSpPr>
      <p:grpSpPr>
        <a:xfrm>
          <a:off x="0" y="0"/>
          <a:ext cx="0" cy="0"/>
          <a:chOff x="0" y="0"/>
          <a:chExt cx="0" cy="0"/>
        </a:xfrm>
      </p:grpSpPr>
      <p:pic>
        <p:nvPicPr>
          <p:cNvPr id="6" name="Picture 5" descr="A green square with white lines&#10;&#10;Description automatically generated with medium confidence">
            <a:extLst>
              <a:ext uri="{FF2B5EF4-FFF2-40B4-BE49-F238E27FC236}">
                <a16:creationId xmlns:a16="http://schemas.microsoft.com/office/drawing/2014/main" id="{3BF56189-54CB-4681-D1E5-F7AD60BA1FA9}"/>
              </a:ext>
            </a:extLst>
          </p:cNvPr>
          <p:cNvPicPr>
            <a:picLocks noChangeAspect="1"/>
          </p:cNvPicPr>
          <p:nvPr userDrawn="1"/>
        </p:nvPicPr>
        <p:blipFill>
          <a:blip r:embed="rId2"/>
          <a:stretch>
            <a:fillRect/>
          </a:stretch>
        </p:blipFill>
        <p:spPr>
          <a:xfrm>
            <a:off x="0" y="0"/>
            <a:ext cx="36576000" cy="4572000"/>
          </a:xfrm>
          <a:prstGeom prst="rect">
            <a:avLst/>
          </a:prstGeom>
        </p:spPr>
      </p:pic>
      <p:sp>
        <p:nvSpPr>
          <p:cNvPr id="2" name="Text Placeholder 9">
            <a:extLst>
              <a:ext uri="{FF2B5EF4-FFF2-40B4-BE49-F238E27FC236}">
                <a16:creationId xmlns:a16="http://schemas.microsoft.com/office/drawing/2014/main" id="{3F421272-7D66-4511-5FB4-1B6EE59680D6}"/>
              </a:ext>
            </a:extLst>
          </p:cNvPr>
          <p:cNvSpPr>
            <a:spLocks noGrp="1"/>
          </p:cNvSpPr>
          <p:nvPr>
            <p:ph type="body" sz="quarter" idx="10" hasCustomPrompt="1"/>
          </p:nvPr>
        </p:nvSpPr>
        <p:spPr>
          <a:xfrm>
            <a:off x="1371600" y="3334528"/>
            <a:ext cx="28346400" cy="914400"/>
          </a:xfrm>
        </p:spPr>
        <p:txBody>
          <a:bodyPr>
            <a:noAutofit/>
          </a:bodyPr>
          <a:lstStyle>
            <a:lvl1pPr marL="0" indent="0">
              <a:lnSpc>
                <a:spcPct val="100000"/>
              </a:lnSpc>
              <a:buNone/>
              <a:defRPr sz="5500" b="0" i="0">
                <a:solidFill>
                  <a:schemeClr val="bg1"/>
                </a:solidFill>
                <a:latin typeface="Arial Nova Cond" panose="020B0506020202020204" pitchFamily="34" charset="0"/>
              </a:defRPr>
            </a:lvl1pPr>
          </a:lstStyle>
          <a:p>
            <a:pPr lvl="0"/>
            <a:r>
              <a:rPr lang="en-US"/>
              <a:t>Your Name Here, Department; Mentor Name, Department; Other Contributors</a:t>
            </a:r>
          </a:p>
        </p:txBody>
      </p:sp>
      <p:sp>
        <p:nvSpPr>
          <p:cNvPr id="3" name="Title 5">
            <a:extLst>
              <a:ext uri="{FF2B5EF4-FFF2-40B4-BE49-F238E27FC236}">
                <a16:creationId xmlns:a16="http://schemas.microsoft.com/office/drawing/2014/main" id="{D44F9A82-4F39-0376-C274-4002B8C129EB}"/>
              </a:ext>
            </a:extLst>
          </p:cNvPr>
          <p:cNvSpPr>
            <a:spLocks noGrp="1"/>
          </p:cNvSpPr>
          <p:nvPr>
            <p:ph type="title" hasCustomPrompt="1"/>
          </p:nvPr>
        </p:nvSpPr>
        <p:spPr>
          <a:xfrm>
            <a:off x="1371600" y="317008"/>
            <a:ext cx="28346400" cy="3017520"/>
          </a:xfrm>
        </p:spPr>
        <p:txBody>
          <a:bodyPr anchor="t">
            <a:normAutofit/>
          </a:bodyPr>
          <a:lstStyle>
            <a:lvl1pPr>
              <a:lnSpc>
                <a:spcPct val="100000"/>
              </a:lnSpc>
              <a:defRPr sz="9600" b="0" i="0">
                <a:solidFill>
                  <a:schemeClr val="bg1"/>
                </a:solidFill>
                <a:latin typeface="Arial Nova Cond" panose="020B0506020202020204" pitchFamily="34" charset="0"/>
              </a:defRPr>
            </a:lvl1pPr>
          </a:lstStyle>
          <a:p>
            <a:r>
              <a:rPr lang="en-US"/>
              <a:t>Poster Title Goes Here</a:t>
            </a:r>
            <a:br>
              <a:rPr lang="en-US"/>
            </a:br>
            <a:r>
              <a:rPr lang="en-US"/>
              <a:t>Adjust Font Size As Needed</a:t>
            </a:r>
          </a:p>
        </p:txBody>
      </p:sp>
    </p:spTree>
    <p:extLst>
      <p:ext uri="{BB962C8B-B14F-4D97-AF65-F5344CB8AC3E}">
        <p14:creationId xmlns:p14="http://schemas.microsoft.com/office/powerpoint/2010/main" val="20845099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orest Template Poster 1">
    <p:spTree>
      <p:nvGrpSpPr>
        <p:cNvPr id="1" name=""/>
        <p:cNvGrpSpPr/>
        <p:nvPr/>
      </p:nvGrpSpPr>
      <p:grpSpPr>
        <a:xfrm>
          <a:off x="0" y="0"/>
          <a:ext cx="0" cy="0"/>
          <a:chOff x="0" y="0"/>
          <a:chExt cx="0" cy="0"/>
        </a:xfrm>
      </p:grpSpPr>
      <p:pic>
        <p:nvPicPr>
          <p:cNvPr id="14" name="Picture 13" descr="A green square with white lines&#10;&#10;Description automatically generated with medium confidence">
            <a:extLst>
              <a:ext uri="{FF2B5EF4-FFF2-40B4-BE49-F238E27FC236}">
                <a16:creationId xmlns:a16="http://schemas.microsoft.com/office/drawing/2014/main" id="{E0DE142F-8633-C71F-C511-C69DD7E46649}"/>
              </a:ext>
            </a:extLst>
          </p:cNvPr>
          <p:cNvPicPr>
            <a:picLocks noChangeAspect="1"/>
          </p:cNvPicPr>
          <p:nvPr userDrawn="1"/>
        </p:nvPicPr>
        <p:blipFill>
          <a:blip r:embed="rId2"/>
          <a:stretch>
            <a:fillRect/>
          </a:stretch>
        </p:blipFill>
        <p:spPr>
          <a:xfrm>
            <a:off x="0" y="0"/>
            <a:ext cx="36576000" cy="4572000"/>
          </a:xfrm>
          <a:prstGeom prst="rect">
            <a:avLst/>
          </a:prstGeom>
        </p:spPr>
      </p:pic>
      <p:sp>
        <p:nvSpPr>
          <p:cNvPr id="39" name="Text Placeholder 34">
            <a:extLst>
              <a:ext uri="{FF2B5EF4-FFF2-40B4-BE49-F238E27FC236}">
                <a16:creationId xmlns:a16="http://schemas.microsoft.com/office/drawing/2014/main" id="{80759B05-CC2A-64BB-F41A-2C7BA4077234}"/>
              </a:ext>
            </a:extLst>
          </p:cNvPr>
          <p:cNvSpPr>
            <a:spLocks noGrp="1"/>
          </p:cNvSpPr>
          <p:nvPr>
            <p:ph type="body" sz="quarter" idx="22"/>
          </p:nvPr>
        </p:nvSpPr>
        <p:spPr>
          <a:xfrm>
            <a:off x="24686514" y="18060472"/>
            <a:ext cx="10972800" cy="1828800"/>
          </a:xfrm>
          <a:solidFill>
            <a:srgbClr val="005950"/>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8" name="Text Placeholder 34">
            <a:extLst>
              <a:ext uri="{FF2B5EF4-FFF2-40B4-BE49-F238E27FC236}">
                <a16:creationId xmlns:a16="http://schemas.microsoft.com/office/drawing/2014/main" id="{34A50BB6-C388-248A-D452-19DF2B04D370}"/>
              </a:ext>
            </a:extLst>
          </p:cNvPr>
          <p:cNvSpPr>
            <a:spLocks noGrp="1"/>
          </p:cNvSpPr>
          <p:nvPr>
            <p:ph type="body" sz="quarter" idx="21"/>
          </p:nvPr>
        </p:nvSpPr>
        <p:spPr>
          <a:xfrm>
            <a:off x="914400" y="15548487"/>
            <a:ext cx="10972800" cy="1828800"/>
          </a:xfrm>
          <a:solidFill>
            <a:srgbClr val="005950"/>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7" name="Text Placeholder 34">
            <a:extLst>
              <a:ext uri="{FF2B5EF4-FFF2-40B4-BE49-F238E27FC236}">
                <a16:creationId xmlns:a16="http://schemas.microsoft.com/office/drawing/2014/main" id="{A84384B7-196F-014A-C966-FE0B4FD08BE4}"/>
              </a:ext>
            </a:extLst>
          </p:cNvPr>
          <p:cNvSpPr>
            <a:spLocks noGrp="1"/>
          </p:cNvSpPr>
          <p:nvPr>
            <p:ph type="body" sz="quarter" idx="20"/>
          </p:nvPr>
        </p:nvSpPr>
        <p:spPr>
          <a:xfrm>
            <a:off x="24688800" y="5486400"/>
            <a:ext cx="10972800" cy="1828800"/>
          </a:xfrm>
          <a:solidFill>
            <a:srgbClr val="005950"/>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6" name="Text Placeholder 34">
            <a:extLst>
              <a:ext uri="{FF2B5EF4-FFF2-40B4-BE49-F238E27FC236}">
                <a16:creationId xmlns:a16="http://schemas.microsoft.com/office/drawing/2014/main" id="{003134DC-F613-7A96-869F-33CF1B15CEE8}"/>
              </a:ext>
            </a:extLst>
          </p:cNvPr>
          <p:cNvSpPr>
            <a:spLocks noGrp="1"/>
          </p:cNvSpPr>
          <p:nvPr>
            <p:ph type="body" sz="quarter" idx="19"/>
          </p:nvPr>
        </p:nvSpPr>
        <p:spPr>
          <a:xfrm>
            <a:off x="12801600" y="5486400"/>
            <a:ext cx="10972800" cy="1828800"/>
          </a:xfrm>
          <a:solidFill>
            <a:srgbClr val="005950"/>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5" name="Text Placeholder 34">
            <a:extLst>
              <a:ext uri="{FF2B5EF4-FFF2-40B4-BE49-F238E27FC236}">
                <a16:creationId xmlns:a16="http://schemas.microsoft.com/office/drawing/2014/main" id="{6197EA4A-7B87-D00F-07E1-1D22E98B4F5D}"/>
              </a:ext>
            </a:extLst>
          </p:cNvPr>
          <p:cNvSpPr>
            <a:spLocks noGrp="1"/>
          </p:cNvSpPr>
          <p:nvPr>
            <p:ph type="body" sz="quarter" idx="18"/>
          </p:nvPr>
        </p:nvSpPr>
        <p:spPr>
          <a:xfrm>
            <a:off x="914400" y="5486400"/>
            <a:ext cx="10972800" cy="1828800"/>
          </a:xfrm>
          <a:solidFill>
            <a:srgbClr val="005950"/>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10" name="Text Placeholder 9">
            <a:extLst>
              <a:ext uri="{FF2B5EF4-FFF2-40B4-BE49-F238E27FC236}">
                <a16:creationId xmlns:a16="http://schemas.microsoft.com/office/drawing/2014/main" id="{27804880-C918-AD60-D5A9-D01E99713C15}"/>
              </a:ext>
            </a:extLst>
          </p:cNvPr>
          <p:cNvSpPr>
            <a:spLocks noGrp="1"/>
          </p:cNvSpPr>
          <p:nvPr>
            <p:ph type="body" sz="quarter" idx="10" hasCustomPrompt="1"/>
          </p:nvPr>
        </p:nvSpPr>
        <p:spPr>
          <a:xfrm>
            <a:off x="5486400" y="3337970"/>
            <a:ext cx="29718000" cy="914400"/>
          </a:xfrm>
        </p:spPr>
        <p:txBody>
          <a:bodyPr>
            <a:noAutofit/>
          </a:bodyPr>
          <a:lstStyle>
            <a:lvl1pPr marL="0" indent="0">
              <a:lnSpc>
                <a:spcPct val="100000"/>
              </a:lnSpc>
              <a:buNone/>
              <a:defRPr sz="5500" b="0" i="0">
                <a:solidFill>
                  <a:schemeClr val="bg1"/>
                </a:solidFill>
                <a:latin typeface="Arial Nova Cond" panose="020B0506020202020204" pitchFamily="34" charset="0"/>
              </a:defRPr>
            </a:lvl1pPr>
          </a:lstStyle>
          <a:p>
            <a:pPr lvl="0"/>
            <a:r>
              <a:rPr lang="en-US"/>
              <a:t>Your Name Here, Department; Mentor Name, Department; Other Contributors</a:t>
            </a:r>
          </a:p>
        </p:txBody>
      </p:sp>
      <p:sp>
        <p:nvSpPr>
          <p:cNvPr id="6" name="Title 5">
            <a:extLst>
              <a:ext uri="{FF2B5EF4-FFF2-40B4-BE49-F238E27FC236}">
                <a16:creationId xmlns:a16="http://schemas.microsoft.com/office/drawing/2014/main" id="{25171E06-7B92-1FDF-EF04-D81E7F2525E0}"/>
              </a:ext>
            </a:extLst>
          </p:cNvPr>
          <p:cNvSpPr>
            <a:spLocks noGrp="1"/>
          </p:cNvSpPr>
          <p:nvPr>
            <p:ph type="title" hasCustomPrompt="1"/>
          </p:nvPr>
        </p:nvSpPr>
        <p:spPr>
          <a:xfrm>
            <a:off x="5486400" y="320450"/>
            <a:ext cx="29718000" cy="3017520"/>
          </a:xfrm>
        </p:spPr>
        <p:txBody>
          <a:bodyPr anchor="t">
            <a:normAutofit/>
          </a:bodyPr>
          <a:lstStyle>
            <a:lvl1pPr>
              <a:lnSpc>
                <a:spcPct val="100000"/>
              </a:lnSpc>
              <a:defRPr sz="9600" b="0" i="0">
                <a:solidFill>
                  <a:schemeClr val="bg1"/>
                </a:solidFill>
                <a:latin typeface="Arial Nova Cond" panose="020B0506020202020204" pitchFamily="34" charset="0"/>
              </a:defRPr>
            </a:lvl1pPr>
          </a:lstStyle>
          <a:p>
            <a:r>
              <a:rPr lang="en-US"/>
              <a:t>Poster Title Goes Here</a:t>
            </a:r>
            <a:br>
              <a:rPr lang="en-US"/>
            </a:br>
            <a:r>
              <a:rPr lang="en-US"/>
              <a:t>Adjust Font Size As Needed</a:t>
            </a:r>
          </a:p>
        </p:txBody>
      </p:sp>
      <p:sp>
        <p:nvSpPr>
          <p:cNvPr id="40" name="Text Placeholder 34">
            <a:extLst>
              <a:ext uri="{FF2B5EF4-FFF2-40B4-BE49-F238E27FC236}">
                <a16:creationId xmlns:a16="http://schemas.microsoft.com/office/drawing/2014/main" id="{168FC78A-B2B4-4AF1-63BB-20788CA570DD}"/>
              </a:ext>
            </a:extLst>
          </p:cNvPr>
          <p:cNvSpPr>
            <a:spLocks noGrp="1"/>
          </p:cNvSpPr>
          <p:nvPr>
            <p:ph type="body" sz="quarter" idx="23"/>
          </p:nvPr>
        </p:nvSpPr>
        <p:spPr>
          <a:xfrm>
            <a:off x="24686514" y="25831800"/>
            <a:ext cx="10972800" cy="1828800"/>
          </a:xfrm>
          <a:solidFill>
            <a:srgbClr val="005950"/>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2" name="Text Placeholder 25">
            <a:extLst>
              <a:ext uri="{FF2B5EF4-FFF2-40B4-BE49-F238E27FC236}">
                <a16:creationId xmlns:a16="http://schemas.microsoft.com/office/drawing/2014/main" id="{10B5848B-1C1D-5C34-91B1-35168C627E43}"/>
              </a:ext>
            </a:extLst>
          </p:cNvPr>
          <p:cNvSpPr>
            <a:spLocks noGrp="1"/>
          </p:cNvSpPr>
          <p:nvPr>
            <p:ph type="body" sz="quarter" idx="12" hasCustomPrompt="1"/>
          </p:nvPr>
        </p:nvSpPr>
        <p:spPr>
          <a:xfrm>
            <a:off x="914400" y="17830727"/>
            <a:ext cx="10972800" cy="14168814"/>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39863" indent="-4365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Methods/Approach/Theory: Describe the approach or method you used to acquire your data or findings. How did you do what you did? Explain the advantages and limitations of the approach you used. Why was this method chosen over others? </a:t>
            </a:r>
            <a:r>
              <a:rPr lang="en-US" b="1"/>
              <a:t>Make sure to add a section title above!</a:t>
            </a:r>
            <a:endParaRPr lang="en-US"/>
          </a:p>
        </p:txBody>
      </p:sp>
      <p:sp>
        <p:nvSpPr>
          <p:cNvPr id="3" name="Text Placeholder 25">
            <a:extLst>
              <a:ext uri="{FF2B5EF4-FFF2-40B4-BE49-F238E27FC236}">
                <a16:creationId xmlns:a16="http://schemas.microsoft.com/office/drawing/2014/main" id="{55AFAD81-E93E-9916-C5EF-6C19FC641207}"/>
              </a:ext>
            </a:extLst>
          </p:cNvPr>
          <p:cNvSpPr>
            <a:spLocks noGrp="1"/>
          </p:cNvSpPr>
          <p:nvPr>
            <p:ph type="body" sz="quarter" idx="17" hasCustomPrompt="1"/>
          </p:nvPr>
        </p:nvSpPr>
        <p:spPr>
          <a:xfrm>
            <a:off x="24686514" y="28118872"/>
            <a:ext cx="10972800" cy="3886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Acknowledgments: This is a space to give recognition to mentors, peers, or others who helped you along the way. Additionally, you should also identify sources of funding such as SURF, Mellon, </a:t>
            </a:r>
            <a:r>
              <a:rPr lang="en-US" err="1"/>
              <a:t>Pharis</a:t>
            </a:r>
            <a:r>
              <a:rPr lang="en-US"/>
              <a:t> Fellows, REUs, or other grant entities that supported your or your faculty mentor. </a:t>
            </a:r>
            <a:r>
              <a:rPr lang="en-US" b="1"/>
              <a:t>Make sure to add a section title above!</a:t>
            </a:r>
            <a:endParaRPr lang="en-US"/>
          </a:p>
        </p:txBody>
      </p:sp>
      <p:sp>
        <p:nvSpPr>
          <p:cNvPr id="4" name="Text Placeholder 25">
            <a:extLst>
              <a:ext uri="{FF2B5EF4-FFF2-40B4-BE49-F238E27FC236}">
                <a16:creationId xmlns:a16="http://schemas.microsoft.com/office/drawing/2014/main" id="{3E3B7A76-49DB-78B9-3CD9-1BAAC5E2B209}"/>
              </a:ext>
            </a:extLst>
          </p:cNvPr>
          <p:cNvSpPr>
            <a:spLocks noGrp="1"/>
          </p:cNvSpPr>
          <p:nvPr>
            <p:ph type="body" sz="quarter" idx="16" hasCustomPrompt="1"/>
          </p:nvPr>
        </p:nvSpPr>
        <p:spPr>
          <a:xfrm>
            <a:off x="24686514" y="20345400"/>
            <a:ext cx="10972800" cy="4800600"/>
          </a:xfrm>
        </p:spPr>
        <p:txBody>
          <a:bodyPr>
            <a:normAutofit/>
          </a:bodyPr>
          <a:lstStyle>
            <a:lvl1pPr marL="0" indent="0">
              <a:buNone/>
              <a:defRPr sz="3200" b="0" i="0">
                <a:latin typeface="Arial Nova Cond" panose="020B0506020202020204" pitchFamily="34" charset="0"/>
              </a:defRPr>
            </a:lvl1pPr>
            <a:lvl2pPr marL="928688" indent="-474663">
              <a:tabLst/>
              <a:defRPr sz="3200" b="0" i="1">
                <a:latin typeface="Arial Nova Cond" panose="020B0506020202020204" pitchFamily="34" charset="0"/>
              </a:defRPr>
            </a:lvl2pPr>
            <a:lvl3pPr marL="1497013" indent="-474663">
              <a:tabLst/>
              <a:defRPr sz="3200" b="0" i="1">
                <a:latin typeface="Arial Nova Cond" panose="020B0506020202020204" pitchFamily="34" charset="0"/>
              </a:defRPr>
            </a:lvl3pPr>
            <a:lvl4pPr marL="2065338" indent="-455613">
              <a:tabLst/>
              <a:defRPr sz="3200" b="0" i="1">
                <a:latin typeface="Arial Nova Cond" panose="020B0506020202020204" pitchFamily="34" charset="0"/>
              </a:defRPr>
            </a:lvl4pPr>
            <a:lvl5pPr marL="2633663" indent="-473075">
              <a:tabLst/>
              <a:defRPr sz="3200" b="0" i="1">
                <a:latin typeface="Arial Nova Cond" panose="020B0506020202020204" pitchFamily="34" charset="0"/>
              </a:defRPr>
            </a:lvl5pPr>
          </a:lstStyle>
          <a:p>
            <a:pPr lvl="0"/>
            <a:r>
              <a:rPr lang="en-US" i="0"/>
              <a:t>References: If you reference any ideas, theories, etc. from other authors, make sure to appropriately cite them. References should be in a slightly smaller font than the rest of your text. </a:t>
            </a:r>
            <a:r>
              <a:rPr lang="en-US" b="1" i="0"/>
              <a:t>Make sure to add a section title above!</a:t>
            </a:r>
            <a:endParaRPr lang="en-US"/>
          </a:p>
        </p:txBody>
      </p:sp>
      <p:sp>
        <p:nvSpPr>
          <p:cNvPr id="5" name="Text Placeholder 25">
            <a:extLst>
              <a:ext uri="{FF2B5EF4-FFF2-40B4-BE49-F238E27FC236}">
                <a16:creationId xmlns:a16="http://schemas.microsoft.com/office/drawing/2014/main" id="{970AB407-CD76-951A-542A-CD9234EA4401}"/>
              </a:ext>
            </a:extLst>
          </p:cNvPr>
          <p:cNvSpPr>
            <a:spLocks noGrp="1"/>
          </p:cNvSpPr>
          <p:nvPr>
            <p:ph type="body" sz="quarter" idx="15" hasCustomPrompt="1"/>
          </p:nvPr>
        </p:nvSpPr>
        <p:spPr>
          <a:xfrm>
            <a:off x="24688800" y="7772400"/>
            <a:ext cx="10972800" cy="9601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08188" indent="-434975">
              <a:tabLst/>
              <a:defRPr sz="4000" b="0" i="0">
                <a:latin typeface="Arial Nova Cond" panose="020B0506020202020204" pitchFamily="34" charset="0"/>
              </a:defRPr>
            </a:lvl4pPr>
            <a:lvl5pPr marL="2690813" indent="-473075">
              <a:tabLst/>
              <a:defRPr sz="4000" b="0" i="0">
                <a:latin typeface="Arial Nova Cond" panose="020B0506020202020204" pitchFamily="34" charset="0"/>
              </a:defRPr>
            </a:lvl5pPr>
          </a:lstStyle>
          <a:p>
            <a:pPr lvl="0"/>
            <a:r>
              <a:rPr lang="en-US"/>
              <a:t>Conclusion: Restate the problem you addressed in your background section. Summarize the key findings from your results. What is the significance of your results/findings? What are the next steps for this research topic for you or for others? </a:t>
            </a:r>
            <a:r>
              <a:rPr lang="en-US" b="1"/>
              <a:t>Make sure to add a section title above!</a:t>
            </a:r>
            <a:endParaRPr lang="en-US"/>
          </a:p>
        </p:txBody>
      </p:sp>
      <p:sp>
        <p:nvSpPr>
          <p:cNvPr id="9" name="Content Placeholder 28">
            <a:extLst>
              <a:ext uri="{FF2B5EF4-FFF2-40B4-BE49-F238E27FC236}">
                <a16:creationId xmlns:a16="http://schemas.microsoft.com/office/drawing/2014/main" id="{DEE1CBE3-B5EA-9224-43C0-30B94A5227FD}"/>
              </a:ext>
            </a:extLst>
          </p:cNvPr>
          <p:cNvSpPr>
            <a:spLocks noGrp="1"/>
          </p:cNvSpPr>
          <p:nvPr>
            <p:ph sz="quarter" idx="13" hasCustomPrompt="1"/>
          </p:nvPr>
        </p:nvSpPr>
        <p:spPr>
          <a:xfrm>
            <a:off x="12801600" y="20346472"/>
            <a:ext cx="10972800" cy="11658600"/>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97013" indent="-45561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Graphs, tables, or images can be a great way to add visually appealing components to your poster, but make sure they are labeled and easy to read. </a:t>
            </a:r>
            <a:r>
              <a:rPr lang="en-US" b="1"/>
              <a:t>Only use images that are high-resolution.</a:t>
            </a:r>
            <a:r>
              <a:rPr lang="en-US"/>
              <a:t> Images that are too pixelated will appear blurry when printed.</a:t>
            </a:r>
          </a:p>
        </p:txBody>
      </p:sp>
      <p:sp>
        <p:nvSpPr>
          <p:cNvPr id="11" name="Content Placeholder 28">
            <a:extLst>
              <a:ext uri="{FF2B5EF4-FFF2-40B4-BE49-F238E27FC236}">
                <a16:creationId xmlns:a16="http://schemas.microsoft.com/office/drawing/2014/main" id="{4BB1FD2B-1AF3-2E08-2470-3392C2013D77}"/>
              </a:ext>
            </a:extLst>
          </p:cNvPr>
          <p:cNvSpPr>
            <a:spLocks noGrp="1"/>
          </p:cNvSpPr>
          <p:nvPr>
            <p:ph sz="quarter" idx="14" hasCustomPrompt="1"/>
          </p:nvPr>
        </p:nvSpPr>
        <p:spPr>
          <a:xfrm>
            <a:off x="12801600" y="7773472"/>
            <a:ext cx="10972800" cy="12115800"/>
          </a:xfrm>
        </p:spPr>
        <p:txBody>
          <a:bodyPr>
            <a:normAutofit/>
          </a:bodyPr>
          <a:lstStyle>
            <a:lvl1pPr marL="0" indent="0">
              <a:buNone/>
              <a:defRPr sz="4000" b="0" i="0">
                <a:latin typeface="Arial Nova Cond" panose="020B0506020202020204" pitchFamily="34" charset="0"/>
              </a:defRPr>
            </a:lvl1pPr>
            <a:lvl2pPr marL="984250" indent="-492125">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Data Results and Analysis: This should be your most in-depth section. Highlight the key data, findings, or themes that led to your conclusion. </a:t>
            </a:r>
            <a:r>
              <a:rPr lang="en-US" b="1"/>
              <a:t>Make sure to add a section title above!</a:t>
            </a:r>
            <a:endParaRPr lang="en-US"/>
          </a:p>
        </p:txBody>
      </p:sp>
      <p:sp>
        <p:nvSpPr>
          <p:cNvPr id="12" name="Text Placeholder 25">
            <a:extLst>
              <a:ext uri="{FF2B5EF4-FFF2-40B4-BE49-F238E27FC236}">
                <a16:creationId xmlns:a16="http://schemas.microsoft.com/office/drawing/2014/main" id="{BA2EC64C-9DF0-53FF-1664-AA45B044D271}"/>
              </a:ext>
            </a:extLst>
          </p:cNvPr>
          <p:cNvSpPr>
            <a:spLocks noGrp="1"/>
          </p:cNvSpPr>
          <p:nvPr>
            <p:ph type="body" sz="quarter" idx="11" hasCustomPrompt="1"/>
          </p:nvPr>
        </p:nvSpPr>
        <p:spPr>
          <a:xfrm>
            <a:off x="914400" y="7772400"/>
            <a:ext cx="10972800" cy="7086600"/>
          </a:xfrm>
        </p:spPr>
        <p:txBody>
          <a:bodyPr>
            <a:normAutofit/>
          </a:bodyPr>
          <a:lstStyle>
            <a:lvl1pPr marL="0" indent="0">
              <a:buNone/>
              <a:defRPr sz="4000" b="0" i="0">
                <a:latin typeface="Arial Nova Cond" panose="020B0506020202020204" pitchFamily="34" charset="0"/>
              </a:defRPr>
            </a:lvl1pPr>
            <a:lvl2pPr marL="927100" indent="-457200">
              <a:tabLst/>
              <a:defRPr sz="4000" b="0" i="0">
                <a:latin typeface="Arial Nova Cond" panose="020B0506020202020204" pitchFamily="34" charset="0"/>
              </a:defRPr>
            </a:lvl2pPr>
            <a:lvl3pPr marL="1497013" indent="-469900">
              <a:tabLst/>
              <a:defRPr sz="4000" b="0" i="0">
                <a:latin typeface="Arial Nova Cond" panose="020B0506020202020204" pitchFamily="34" charset="0"/>
              </a:defRPr>
            </a:lvl3pPr>
            <a:lvl4pPr marL="2068513" indent="-457200">
              <a:tabLst/>
              <a:defRPr sz="4000" b="0" i="0">
                <a:latin typeface="Arial Nova Cond" panose="020B0506020202020204" pitchFamily="34" charset="0"/>
              </a:defRPr>
            </a:lvl4pPr>
            <a:lvl5pPr marL="2581275" indent="-427038">
              <a:tabLst/>
              <a:defRPr sz="4000" b="0" i="0">
                <a:latin typeface="Arial Nova Cond" panose="020B0506020202020204" pitchFamily="34" charset="0"/>
              </a:defRPr>
            </a:lvl5pPr>
          </a:lstStyle>
          <a:p>
            <a:pPr lvl="0"/>
            <a:r>
              <a:rPr lang="en-US"/>
              <a:t>Introduction: This section should include the background information on your topic. Introduce your audience to the issue or goal your research addresses and why it is important/relevant to your field. Discuss the previous work that has already been done in this area. Define key terms for your audience. </a:t>
            </a:r>
            <a:r>
              <a:rPr lang="en-US" b="1"/>
              <a:t>Make sure to add a section title above!</a:t>
            </a:r>
            <a:endParaRPr lang="en-US"/>
          </a:p>
        </p:txBody>
      </p:sp>
    </p:spTree>
    <p:extLst>
      <p:ext uri="{BB962C8B-B14F-4D97-AF65-F5344CB8AC3E}">
        <p14:creationId xmlns:p14="http://schemas.microsoft.com/office/powerpoint/2010/main" val="603569896"/>
      </p:ext>
    </p:extLst>
  </p:cSld>
  <p:clrMapOvr>
    <a:masterClrMapping/>
  </p:clrMapOvr>
  <p:extLst>
    <p:ext uri="{DCECCB84-F9BA-43D5-87BE-67443E8EF086}">
      <p15:sldGuideLst xmlns:p15="http://schemas.microsoft.com/office/powerpoint/2012/main">
        <p15:guide id="1" orient="horz" pos="4896">
          <p15:clr>
            <a:srgbClr val="FBAE40"/>
          </p15:clr>
        </p15:guide>
        <p15:guide id="2" pos="345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orest Template Poster 2">
    <p:spTree>
      <p:nvGrpSpPr>
        <p:cNvPr id="1" name=""/>
        <p:cNvGrpSpPr/>
        <p:nvPr/>
      </p:nvGrpSpPr>
      <p:grpSpPr>
        <a:xfrm>
          <a:off x="0" y="0"/>
          <a:ext cx="0" cy="0"/>
          <a:chOff x="0" y="0"/>
          <a:chExt cx="0" cy="0"/>
        </a:xfrm>
      </p:grpSpPr>
      <p:pic>
        <p:nvPicPr>
          <p:cNvPr id="14" name="Picture 13" descr="A green square with white lines&#10;&#10;Description automatically generated with medium confidence">
            <a:extLst>
              <a:ext uri="{FF2B5EF4-FFF2-40B4-BE49-F238E27FC236}">
                <a16:creationId xmlns:a16="http://schemas.microsoft.com/office/drawing/2014/main" id="{4B355A79-A896-4C31-376F-EE9DE0316116}"/>
              </a:ext>
            </a:extLst>
          </p:cNvPr>
          <p:cNvPicPr>
            <a:picLocks noChangeAspect="1"/>
          </p:cNvPicPr>
          <p:nvPr userDrawn="1"/>
        </p:nvPicPr>
        <p:blipFill>
          <a:blip r:embed="rId2"/>
          <a:stretch>
            <a:fillRect/>
          </a:stretch>
        </p:blipFill>
        <p:spPr>
          <a:xfrm>
            <a:off x="0" y="0"/>
            <a:ext cx="36576000" cy="4572000"/>
          </a:xfrm>
          <a:prstGeom prst="rect">
            <a:avLst/>
          </a:prstGeom>
        </p:spPr>
      </p:pic>
      <p:sp>
        <p:nvSpPr>
          <p:cNvPr id="39" name="Text Placeholder 34">
            <a:extLst>
              <a:ext uri="{FF2B5EF4-FFF2-40B4-BE49-F238E27FC236}">
                <a16:creationId xmlns:a16="http://schemas.microsoft.com/office/drawing/2014/main" id="{80759B05-CC2A-64BB-F41A-2C7BA4077234}"/>
              </a:ext>
            </a:extLst>
          </p:cNvPr>
          <p:cNvSpPr>
            <a:spLocks noGrp="1"/>
          </p:cNvSpPr>
          <p:nvPr>
            <p:ph type="body" sz="quarter" idx="22"/>
          </p:nvPr>
        </p:nvSpPr>
        <p:spPr>
          <a:xfrm>
            <a:off x="24686514" y="18060472"/>
            <a:ext cx="10972800" cy="1828800"/>
          </a:xfrm>
          <a:solidFill>
            <a:srgbClr val="005950"/>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8" name="Text Placeholder 34">
            <a:extLst>
              <a:ext uri="{FF2B5EF4-FFF2-40B4-BE49-F238E27FC236}">
                <a16:creationId xmlns:a16="http://schemas.microsoft.com/office/drawing/2014/main" id="{34A50BB6-C388-248A-D452-19DF2B04D370}"/>
              </a:ext>
            </a:extLst>
          </p:cNvPr>
          <p:cNvSpPr>
            <a:spLocks noGrp="1"/>
          </p:cNvSpPr>
          <p:nvPr>
            <p:ph type="body" sz="quarter" idx="21"/>
          </p:nvPr>
        </p:nvSpPr>
        <p:spPr>
          <a:xfrm>
            <a:off x="914400" y="15548487"/>
            <a:ext cx="10972800" cy="1828800"/>
          </a:xfrm>
          <a:solidFill>
            <a:srgbClr val="005950"/>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7" name="Text Placeholder 34">
            <a:extLst>
              <a:ext uri="{FF2B5EF4-FFF2-40B4-BE49-F238E27FC236}">
                <a16:creationId xmlns:a16="http://schemas.microsoft.com/office/drawing/2014/main" id="{A84384B7-196F-014A-C966-FE0B4FD08BE4}"/>
              </a:ext>
            </a:extLst>
          </p:cNvPr>
          <p:cNvSpPr>
            <a:spLocks noGrp="1"/>
          </p:cNvSpPr>
          <p:nvPr>
            <p:ph type="body" sz="quarter" idx="20"/>
          </p:nvPr>
        </p:nvSpPr>
        <p:spPr>
          <a:xfrm>
            <a:off x="24688800" y="5486400"/>
            <a:ext cx="10972800" cy="1828800"/>
          </a:xfrm>
          <a:solidFill>
            <a:srgbClr val="005950"/>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6" name="Text Placeholder 34">
            <a:extLst>
              <a:ext uri="{FF2B5EF4-FFF2-40B4-BE49-F238E27FC236}">
                <a16:creationId xmlns:a16="http://schemas.microsoft.com/office/drawing/2014/main" id="{003134DC-F613-7A96-869F-33CF1B15CEE8}"/>
              </a:ext>
            </a:extLst>
          </p:cNvPr>
          <p:cNvSpPr>
            <a:spLocks noGrp="1"/>
          </p:cNvSpPr>
          <p:nvPr>
            <p:ph type="body" sz="quarter" idx="19"/>
          </p:nvPr>
        </p:nvSpPr>
        <p:spPr>
          <a:xfrm>
            <a:off x="12801600" y="5486400"/>
            <a:ext cx="10972800" cy="1828800"/>
          </a:xfrm>
          <a:solidFill>
            <a:srgbClr val="005950"/>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5" name="Text Placeholder 34">
            <a:extLst>
              <a:ext uri="{FF2B5EF4-FFF2-40B4-BE49-F238E27FC236}">
                <a16:creationId xmlns:a16="http://schemas.microsoft.com/office/drawing/2014/main" id="{6197EA4A-7B87-D00F-07E1-1D22E98B4F5D}"/>
              </a:ext>
            </a:extLst>
          </p:cNvPr>
          <p:cNvSpPr>
            <a:spLocks noGrp="1"/>
          </p:cNvSpPr>
          <p:nvPr>
            <p:ph type="body" sz="quarter" idx="18"/>
          </p:nvPr>
        </p:nvSpPr>
        <p:spPr>
          <a:xfrm>
            <a:off x="914400" y="5486400"/>
            <a:ext cx="10972800" cy="1828800"/>
          </a:xfrm>
          <a:solidFill>
            <a:srgbClr val="005950"/>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40" name="Text Placeholder 34">
            <a:extLst>
              <a:ext uri="{FF2B5EF4-FFF2-40B4-BE49-F238E27FC236}">
                <a16:creationId xmlns:a16="http://schemas.microsoft.com/office/drawing/2014/main" id="{168FC78A-B2B4-4AF1-63BB-20788CA570DD}"/>
              </a:ext>
            </a:extLst>
          </p:cNvPr>
          <p:cNvSpPr>
            <a:spLocks noGrp="1"/>
          </p:cNvSpPr>
          <p:nvPr>
            <p:ph type="body" sz="quarter" idx="23"/>
          </p:nvPr>
        </p:nvSpPr>
        <p:spPr>
          <a:xfrm>
            <a:off x="24686514" y="25831800"/>
            <a:ext cx="10972800" cy="1828800"/>
          </a:xfrm>
          <a:solidFill>
            <a:srgbClr val="005950"/>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2" name="Text Placeholder 9">
            <a:extLst>
              <a:ext uri="{FF2B5EF4-FFF2-40B4-BE49-F238E27FC236}">
                <a16:creationId xmlns:a16="http://schemas.microsoft.com/office/drawing/2014/main" id="{5225A8F8-43C9-F83C-2D95-B666F06830C7}"/>
              </a:ext>
            </a:extLst>
          </p:cNvPr>
          <p:cNvSpPr>
            <a:spLocks noGrp="1"/>
          </p:cNvSpPr>
          <p:nvPr>
            <p:ph type="body" sz="quarter" idx="10" hasCustomPrompt="1"/>
          </p:nvPr>
        </p:nvSpPr>
        <p:spPr>
          <a:xfrm>
            <a:off x="1371600" y="3334528"/>
            <a:ext cx="28346400" cy="914400"/>
          </a:xfrm>
        </p:spPr>
        <p:txBody>
          <a:bodyPr>
            <a:noAutofit/>
          </a:bodyPr>
          <a:lstStyle>
            <a:lvl1pPr marL="0" indent="0">
              <a:lnSpc>
                <a:spcPct val="100000"/>
              </a:lnSpc>
              <a:buNone/>
              <a:defRPr sz="5500" b="0" i="0">
                <a:solidFill>
                  <a:schemeClr val="bg1"/>
                </a:solidFill>
                <a:latin typeface="Arial Nova Cond" panose="020B0506020202020204" pitchFamily="34" charset="0"/>
              </a:defRPr>
            </a:lvl1pPr>
          </a:lstStyle>
          <a:p>
            <a:pPr lvl="0"/>
            <a:r>
              <a:rPr lang="en-US"/>
              <a:t>Your Name Here, Department; Mentor Name, Department; Other Contributors</a:t>
            </a:r>
          </a:p>
        </p:txBody>
      </p:sp>
      <p:sp>
        <p:nvSpPr>
          <p:cNvPr id="3" name="Title 5">
            <a:extLst>
              <a:ext uri="{FF2B5EF4-FFF2-40B4-BE49-F238E27FC236}">
                <a16:creationId xmlns:a16="http://schemas.microsoft.com/office/drawing/2014/main" id="{4B5367A8-D542-922C-AE5C-9B70137291FE}"/>
              </a:ext>
            </a:extLst>
          </p:cNvPr>
          <p:cNvSpPr>
            <a:spLocks noGrp="1"/>
          </p:cNvSpPr>
          <p:nvPr>
            <p:ph type="title" hasCustomPrompt="1"/>
          </p:nvPr>
        </p:nvSpPr>
        <p:spPr>
          <a:xfrm>
            <a:off x="1371600" y="317008"/>
            <a:ext cx="28346400" cy="3017520"/>
          </a:xfrm>
        </p:spPr>
        <p:txBody>
          <a:bodyPr anchor="t">
            <a:normAutofit/>
          </a:bodyPr>
          <a:lstStyle>
            <a:lvl1pPr>
              <a:lnSpc>
                <a:spcPct val="100000"/>
              </a:lnSpc>
              <a:defRPr sz="9600" b="0" i="0">
                <a:solidFill>
                  <a:schemeClr val="bg1"/>
                </a:solidFill>
                <a:latin typeface="Arial Nova Cond" panose="020B0506020202020204" pitchFamily="34" charset="0"/>
              </a:defRPr>
            </a:lvl1pPr>
          </a:lstStyle>
          <a:p>
            <a:r>
              <a:rPr lang="en-US"/>
              <a:t>Poster Title Goes Here</a:t>
            </a:r>
            <a:br>
              <a:rPr lang="en-US"/>
            </a:br>
            <a:r>
              <a:rPr lang="en-US"/>
              <a:t>Adjust Font Size As Needed</a:t>
            </a:r>
          </a:p>
        </p:txBody>
      </p:sp>
      <p:sp>
        <p:nvSpPr>
          <p:cNvPr id="5" name="Text Placeholder 25">
            <a:extLst>
              <a:ext uri="{FF2B5EF4-FFF2-40B4-BE49-F238E27FC236}">
                <a16:creationId xmlns:a16="http://schemas.microsoft.com/office/drawing/2014/main" id="{6ED274FD-A884-1E9B-CA91-B69317596A2B}"/>
              </a:ext>
            </a:extLst>
          </p:cNvPr>
          <p:cNvSpPr>
            <a:spLocks noGrp="1"/>
          </p:cNvSpPr>
          <p:nvPr>
            <p:ph type="body" sz="quarter" idx="12" hasCustomPrompt="1"/>
          </p:nvPr>
        </p:nvSpPr>
        <p:spPr>
          <a:xfrm>
            <a:off x="914400" y="17830727"/>
            <a:ext cx="10972800" cy="14168814"/>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39863" indent="-4365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Methods/Approach/Theory: Describe the approach or method you used to acquire your data or findings. How did you do what you did? Explain the advantages and limitations of the approach you used. Why was this method chosen over others? </a:t>
            </a:r>
            <a:r>
              <a:rPr lang="en-US" b="1"/>
              <a:t>Make sure to add a section title above!</a:t>
            </a:r>
            <a:endParaRPr lang="en-US"/>
          </a:p>
        </p:txBody>
      </p:sp>
      <p:sp>
        <p:nvSpPr>
          <p:cNvPr id="6" name="Text Placeholder 25">
            <a:extLst>
              <a:ext uri="{FF2B5EF4-FFF2-40B4-BE49-F238E27FC236}">
                <a16:creationId xmlns:a16="http://schemas.microsoft.com/office/drawing/2014/main" id="{3B780357-E7E4-072B-762C-B7679858EAA5}"/>
              </a:ext>
            </a:extLst>
          </p:cNvPr>
          <p:cNvSpPr>
            <a:spLocks noGrp="1"/>
          </p:cNvSpPr>
          <p:nvPr>
            <p:ph type="body" sz="quarter" idx="17" hasCustomPrompt="1"/>
          </p:nvPr>
        </p:nvSpPr>
        <p:spPr>
          <a:xfrm>
            <a:off x="24686514" y="28118872"/>
            <a:ext cx="10972800" cy="3886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Acknowledgments: This is a space to give recognition to mentors, peers, or others who helped you along the way. Additionally, you should also identify sources of funding such as SURF, Mellon, </a:t>
            </a:r>
            <a:r>
              <a:rPr lang="en-US" err="1"/>
              <a:t>Pharis</a:t>
            </a:r>
            <a:r>
              <a:rPr lang="en-US"/>
              <a:t> Fellows, REUs, or other grant entities that supported your or your faculty mentor. </a:t>
            </a:r>
            <a:r>
              <a:rPr lang="en-US" b="1"/>
              <a:t>Make sure to add a section title above!</a:t>
            </a:r>
            <a:endParaRPr lang="en-US"/>
          </a:p>
        </p:txBody>
      </p:sp>
      <p:sp>
        <p:nvSpPr>
          <p:cNvPr id="8" name="Text Placeholder 25">
            <a:extLst>
              <a:ext uri="{FF2B5EF4-FFF2-40B4-BE49-F238E27FC236}">
                <a16:creationId xmlns:a16="http://schemas.microsoft.com/office/drawing/2014/main" id="{33D5ACCC-B9B8-A2C5-D8CC-AF3F3F4D7506}"/>
              </a:ext>
            </a:extLst>
          </p:cNvPr>
          <p:cNvSpPr>
            <a:spLocks noGrp="1"/>
          </p:cNvSpPr>
          <p:nvPr>
            <p:ph type="body" sz="quarter" idx="16" hasCustomPrompt="1"/>
          </p:nvPr>
        </p:nvSpPr>
        <p:spPr>
          <a:xfrm>
            <a:off x="24686514" y="20345400"/>
            <a:ext cx="10972800" cy="4800600"/>
          </a:xfrm>
        </p:spPr>
        <p:txBody>
          <a:bodyPr>
            <a:normAutofit/>
          </a:bodyPr>
          <a:lstStyle>
            <a:lvl1pPr marL="0" indent="0">
              <a:buNone/>
              <a:defRPr sz="3200" b="0" i="0">
                <a:latin typeface="Arial Nova Cond" panose="020B0506020202020204" pitchFamily="34" charset="0"/>
              </a:defRPr>
            </a:lvl1pPr>
            <a:lvl2pPr marL="928688" indent="-474663">
              <a:tabLst/>
              <a:defRPr sz="3200" b="0" i="1">
                <a:latin typeface="Arial Nova Cond" panose="020B0506020202020204" pitchFamily="34" charset="0"/>
              </a:defRPr>
            </a:lvl2pPr>
            <a:lvl3pPr marL="1497013" indent="-474663">
              <a:tabLst/>
              <a:defRPr sz="3200" b="0" i="1">
                <a:latin typeface="Arial Nova Cond" panose="020B0506020202020204" pitchFamily="34" charset="0"/>
              </a:defRPr>
            </a:lvl3pPr>
            <a:lvl4pPr marL="2065338" indent="-455613">
              <a:tabLst/>
              <a:defRPr sz="3200" b="0" i="1">
                <a:latin typeface="Arial Nova Cond" panose="020B0506020202020204" pitchFamily="34" charset="0"/>
              </a:defRPr>
            </a:lvl4pPr>
            <a:lvl5pPr marL="2633663" indent="-473075">
              <a:tabLst/>
              <a:defRPr sz="3200" b="0" i="1">
                <a:latin typeface="Arial Nova Cond" panose="020B0506020202020204" pitchFamily="34" charset="0"/>
              </a:defRPr>
            </a:lvl5pPr>
          </a:lstStyle>
          <a:p>
            <a:pPr lvl="0"/>
            <a:r>
              <a:rPr lang="en-US" i="0"/>
              <a:t>References: If you reference any ideas, theories, etc. from other authors, make sure to appropriately cite them. References should be in a slightly smaller font than the rest of your text. </a:t>
            </a:r>
            <a:r>
              <a:rPr lang="en-US" b="1" i="0"/>
              <a:t>Make sure to add a section title above!</a:t>
            </a:r>
            <a:endParaRPr lang="en-US"/>
          </a:p>
        </p:txBody>
      </p:sp>
      <p:sp>
        <p:nvSpPr>
          <p:cNvPr id="9" name="Text Placeholder 25">
            <a:extLst>
              <a:ext uri="{FF2B5EF4-FFF2-40B4-BE49-F238E27FC236}">
                <a16:creationId xmlns:a16="http://schemas.microsoft.com/office/drawing/2014/main" id="{2B23437B-3170-9BBB-FE7A-1B19D5D37FF7}"/>
              </a:ext>
            </a:extLst>
          </p:cNvPr>
          <p:cNvSpPr>
            <a:spLocks noGrp="1"/>
          </p:cNvSpPr>
          <p:nvPr>
            <p:ph type="body" sz="quarter" idx="15" hasCustomPrompt="1"/>
          </p:nvPr>
        </p:nvSpPr>
        <p:spPr>
          <a:xfrm>
            <a:off x="24688800" y="7772400"/>
            <a:ext cx="10972800" cy="9601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08188" indent="-434975">
              <a:tabLst/>
              <a:defRPr sz="4000" b="0" i="0">
                <a:latin typeface="Arial Nova Cond" panose="020B0506020202020204" pitchFamily="34" charset="0"/>
              </a:defRPr>
            </a:lvl4pPr>
            <a:lvl5pPr marL="2690813" indent="-473075">
              <a:tabLst/>
              <a:defRPr sz="4000" b="0" i="0">
                <a:latin typeface="Arial Nova Cond" panose="020B0506020202020204" pitchFamily="34" charset="0"/>
              </a:defRPr>
            </a:lvl5pPr>
          </a:lstStyle>
          <a:p>
            <a:pPr lvl="0"/>
            <a:r>
              <a:rPr lang="en-US"/>
              <a:t>Conclusion: Restate the problem you addressed in your background section. Summarize the key findings from your results. What is the significance of your results/findings? What are the next steps for this research topic for you or for others? </a:t>
            </a:r>
            <a:r>
              <a:rPr lang="en-US" b="1"/>
              <a:t>Make sure to add a section title above!</a:t>
            </a:r>
            <a:endParaRPr lang="en-US"/>
          </a:p>
        </p:txBody>
      </p:sp>
      <p:sp>
        <p:nvSpPr>
          <p:cNvPr id="10" name="Content Placeholder 28">
            <a:extLst>
              <a:ext uri="{FF2B5EF4-FFF2-40B4-BE49-F238E27FC236}">
                <a16:creationId xmlns:a16="http://schemas.microsoft.com/office/drawing/2014/main" id="{572CE36B-5933-AF31-D71E-329D9B8ACACE}"/>
              </a:ext>
            </a:extLst>
          </p:cNvPr>
          <p:cNvSpPr>
            <a:spLocks noGrp="1"/>
          </p:cNvSpPr>
          <p:nvPr>
            <p:ph sz="quarter" idx="13" hasCustomPrompt="1"/>
          </p:nvPr>
        </p:nvSpPr>
        <p:spPr>
          <a:xfrm>
            <a:off x="12801600" y="20346472"/>
            <a:ext cx="10972800" cy="11658600"/>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97013" indent="-45561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Graphs, tables, or images can be a great way to add visually appealing components to your poster, but make sure they are labeled and easy to read. </a:t>
            </a:r>
            <a:r>
              <a:rPr lang="en-US" b="1"/>
              <a:t>Only use images that are high-resolution.</a:t>
            </a:r>
            <a:r>
              <a:rPr lang="en-US"/>
              <a:t> Images that are too pixelated will appear blurry when printed.</a:t>
            </a:r>
          </a:p>
        </p:txBody>
      </p:sp>
      <p:sp>
        <p:nvSpPr>
          <p:cNvPr id="11" name="Content Placeholder 28">
            <a:extLst>
              <a:ext uri="{FF2B5EF4-FFF2-40B4-BE49-F238E27FC236}">
                <a16:creationId xmlns:a16="http://schemas.microsoft.com/office/drawing/2014/main" id="{FF7119B0-2D9F-9B35-10F5-0EF44FFB724F}"/>
              </a:ext>
            </a:extLst>
          </p:cNvPr>
          <p:cNvSpPr>
            <a:spLocks noGrp="1"/>
          </p:cNvSpPr>
          <p:nvPr>
            <p:ph sz="quarter" idx="14" hasCustomPrompt="1"/>
          </p:nvPr>
        </p:nvSpPr>
        <p:spPr>
          <a:xfrm>
            <a:off x="12801600" y="7773472"/>
            <a:ext cx="10972800" cy="12115800"/>
          </a:xfrm>
        </p:spPr>
        <p:txBody>
          <a:bodyPr>
            <a:normAutofit/>
          </a:bodyPr>
          <a:lstStyle>
            <a:lvl1pPr marL="0" indent="0">
              <a:buNone/>
              <a:defRPr sz="4000" b="0" i="0">
                <a:latin typeface="Arial Nova Cond" panose="020B0506020202020204" pitchFamily="34" charset="0"/>
              </a:defRPr>
            </a:lvl1pPr>
            <a:lvl2pPr marL="984250" indent="-492125">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Data Results and Analysis: This should be your most in-depth section. Highlight the key data, findings, or themes that led to your conclusion. </a:t>
            </a:r>
            <a:r>
              <a:rPr lang="en-US" b="1"/>
              <a:t>Make sure to add a section title above!</a:t>
            </a:r>
            <a:endParaRPr lang="en-US"/>
          </a:p>
        </p:txBody>
      </p:sp>
      <p:sp>
        <p:nvSpPr>
          <p:cNvPr id="12" name="Text Placeholder 25">
            <a:extLst>
              <a:ext uri="{FF2B5EF4-FFF2-40B4-BE49-F238E27FC236}">
                <a16:creationId xmlns:a16="http://schemas.microsoft.com/office/drawing/2014/main" id="{14774458-26ED-68A8-6597-AA99646100D1}"/>
              </a:ext>
            </a:extLst>
          </p:cNvPr>
          <p:cNvSpPr>
            <a:spLocks noGrp="1"/>
          </p:cNvSpPr>
          <p:nvPr>
            <p:ph type="body" sz="quarter" idx="11" hasCustomPrompt="1"/>
          </p:nvPr>
        </p:nvSpPr>
        <p:spPr>
          <a:xfrm>
            <a:off x="914400" y="7772400"/>
            <a:ext cx="10972800" cy="7086600"/>
          </a:xfrm>
        </p:spPr>
        <p:txBody>
          <a:bodyPr>
            <a:normAutofit/>
          </a:bodyPr>
          <a:lstStyle>
            <a:lvl1pPr marL="0" indent="0">
              <a:buNone/>
              <a:defRPr sz="4000" b="0" i="0">
                <a:latin typeface="Arial Nova Cond" panose="020B0506020202020204" pitchFamily="34" charset="0"/>
              </a:defRPr>
            </a:lvl1pPr>
            <a:lvl2pPr marL="927100" indent="-457200">
              <a:tabLst/>
              <a:defRPr sz="4000" b="0" i="0">
                <a:latin typeface="Arial Nova Cond" panose="020B0506020202020204" pitchFamily="34" charset="0"/>
              </a:defRPr>
            </a:lvl2pPr>
            <a:lvl3pPr marL="1497013" indent="-469900">
              <a:tabLst/>
              <a:defRPr sz="4000" b="0" i="0">
                <a:latin typeface="Arial Nova Cond" panose="020B0506020202020204" pitchFamily="34" charset="0"/>
              </a:defRPr>
            </a:lvl3pPr>
            <a:lvl4pPr marL="2068513" indent="-457200">
              <a:tabLst/>
              <a:defRPr sz="4000" b="0" i="0">
                <a:latin typeface="Arial Nova Cond" panose="020B0506020202020204" pitchFamily="34" charset="0"/>
              </a:defRPr>
            </a:lvl4pPr>
            <a:lvl5pPr marL="2581275" indent="-427038">
              <a:tabLst/>
              <a:defRPr sz="4000" b="0" i="0">
                <a:latin typeface="Arial Nova Cond" panose="020B0506020202020204" pitchFamily="34" charset="0"/>
              </a:defRPr>
            </a:lvl5pPr>
          </a:lstStyle>
          <a:p>
            <a:pPr lvl="0"/>
            <a:r>
              <a:rPr lang="en-US"/>
              <a:t>Introduction: This section should include the background information on your topic. Introduce your audience to the issue or goal your research addresses and why it is important/relevant to your field. Discuss the previous work that has already been done in this area. Define key terms for your audience. </a:t>
            </a:r>
            <a:r>
              <a:rPr lang="en-US" b="1"/>
              <a:t>Make sure to add a section title above!</a:t>
            </a:r>
            <a:endParaRPr lang="en-US"/>
          </a:p>
        </p:txBody>
      </p:sp>
    </p:spTree>
    <p:extLst>
      <p:ext uri="{BB962C8B-B14F-4D97-AF65-F5344CB8AC3E}">
        <p14:creationId xmlns:p14="http://schemas.microsoft.com/office/powerpoint/2010/main" val="3260893097"/>
      </p:ext>
    </p:extLst>
  </p:cSld>
  <p:clrMapOvr>
    <a:masterClrMapping/>
  </p:clrMapOvr>
  <p:extLst>
    <p:ext uri="{DCECCB84-F9BA-43D5-87BE-67443E8EF086}">
      <p15:sldGuideLst xmlns:p15="http://schemas.microsoft.com/office/powerpoint/2012/main">
        <p15:guide id="1" orient="horz" pos="4896">
          <p15:clr>
            <a:srgbClr val="FBAE40"/>
          </p15:clr>
        </p15:guide>
        <p15:guide id="2" pos="345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ream Blank Poster 1">
    <p:spTree>
      <p:nvGrpSpPr>
        <p:cNvPr id="1" name=""/>
        <p:cNvGrpSpPr/>
        <p:nvPr/>
      </p:nvGrpSpPr>
      <p:grpSpPr>
        <a:xfrm>
          <a:off x="0" y="0"/>
          <a:ext cx="0" cy="0"/>
          <a:chOff x="0" y="0"/>
          <a:chExt cx="0" cy="0"/>
        </a:xfrm>
      </p:grpSpPr>
      <p:pic>
        <p:nvPicPr>
          <p:cNvPr id="4" name="Picture 3" descr="A white background with yellow lines&#10;&#10;Description automatically generated with medium confidence">
            <a:extLst>
              <a:ext uri="{FF2B5EF4-FFF2-40B4-BE49-F238E27FC236}">
                <a16:creationId xmlns:a16="http://schemas.microsoft.com/office/drawing/2014/main" id="{CBC051A7-F9EA-3670-DA62-887F777C6484}"/>
              </a:ext>
            </a:extLst>
          </p:cNvPr>
          <p:cNvPicPr>
            <a:picLocks noChangeAspect="1"/>
          </p:cNvPicPr>
          <p:nvPr userDrawn="1"/>
        </p:nvPicPr>
        <p:blipFill>
          <a:blip r:embed="rId2"/>
          <a:stretch>
            <a:fillRect/>
          </a:stretch>
        </p:blipFill>
        <p:spPr>
          <a:xfrm>
            <a:off x="0" y="0"/>
            <a:ext cx="36576000" cy="4572000"/>
          </a:xfrm>
          <a:prstGeom prst="rect">
            <a:avLst/>
          </a:prstGeom>
        </p:spPr>
      </p:pic>
      <p:sp>
        <p:nvSpPr>
          <p:cNvPr id="18" name="Text Placeholder 9">
            <a:extLst>
              <a:ext uri="{FF2B5EF4-FFF2-40B4-BE49-F238E27FC236}">
                <a16:creationId xmlns:a16="http://schemas.microsoft.com/office/drawing/2014/main" id="{C5117E31-D4DA-38B0-C32F-884F15C97A2E}"/>
              </a:ext>
            </a:extLst>
          </p:cNvPr>
          <p:cNvSpPr>
            <a:spLocks noGrp="1"/>
          </p:cNvSpPr>
          <p:nvPr>
            <p:ph type="body" sz="quarter" idx="10" hasCustomPrompt="1"/>
          </p:nvPr>
        </p:nvSpPr>
        <p:spPr>
          <a:xfrm>
            <a:off x="5486400" y="3337970"/>
            <a:ext cx="29718000" cy="914400"/>
          </a:xfrm>
        </p:spPr>
        <p:txBody>
          <a:bodyPr>
            <a:noAutofit/>
          </a:bodyPr>
          <a:lstStyle>
            <a:lvl1pPr marL="0" indent="0">
              <a:lnSpc>
                <a:spcPct val="100000"/>
              </a:lnSpc>
              <a:buNone/>
              <a:defRPr sz="5500" b="0" i="0">
                <a:solidFill>
                  <a:schemeClr val="tx1"/>
                </a:solidFill>
                <a:latin typeface="Arial Nova Cond" panose="020B0506020202020204" pitchFamily="34" charset="0"/>
              </a:defRPr>
            </a:lvl1pPr>
          </a:lstStyle>
          <a:p>
            <a:pPr lvl="0"/>
            <a:r>
              <a:rPr lang="en-US"/>
              <a:t>Your Name Here, Department; Mentor Name, Department; Other Contributors</a:t>
            </a:r>
          </a:p>
        </p:txBody>
      </p:sp>
      <p:sp>
        <p:nvSpPr>
          <p:cNvPr id="19" name="Title 5">
            <a:extLst>
              <a:ext uri="{FF2B5EF4-FFF2-40B4-BE49-F238E27FC236}">
                <a16:creationId xmlns:a16="http://schemas.microsoft.com/office/drawing/2014/main" id="{8B2C22E4-A131-E676-95D8-0DEB89FA8245}"/>
              </a:ext>
            </a:extLst>
          </p:cNvPr>
          <p:cNvSpPr>
            <a:spLocks noGrp="1"/>
          </p:cNvSpPr>
          <p:nvPr>
            <p:ph type="title" hasCustomPrompt="1"/>
          </p:nvPr>
        </p:nvSpPr>
        <p:spPr>
          <a:xfrm>
            <a:off x="5486400" y="320450"/>
            <a:ext cx="29718000" cy="3017520"/>
          </a:xfrm>
        </p:spPr>
        <p:txBody>
          <a:bodyPr anchor="t">
            <a:normAutofit/>
          </a:bodyPr>
          <a:lstStyle>
            <a:lvl1pPr>
              <a:lnSpc>
                <a:spcPct val="100000"/>
              </a:lnSpc>
              <a:defRPr sz="9600" b="0" i="0">
                <a:solidFill>
                  <a:schemeClr val="tx1"/>
                </a:solidFill>
                <a:latin typeface="Arial Nova Cond" panose="020B0506020202020204" pitchFamily="34" charset="0"/>
              </a:defRPr>
            </a:lvl1pPr>
          </a:lstStyle>
          <a:p>
            <a:r>
              <a:rPr lang="en-US"/>
              <a:t>Poster Title Goes Here</a:t>
            </a:r>
            <a:br>
              <a:rPr lang="en-US"/>
            </a:br>
            <a:r>
              <a:rPr lang="en-US"/>
              <a:t>Adjust Font Size As Needed</a:t>
            </a:r>
          </a:p>
        </p:txBody>
      </p:sp>
    </p:spTree>
    <p:extLst>
      <p:ext uri="{BB962C8B-B14F-4D97-AF65-F5344CB8AC3E}">
        <p14:creationId xmlns:p14="http://schemas.microsoft.com/office/powerpoint/2010/main" val="29146054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ream Blank Poster 2">
    <p:spTree>
      <p:nvGrpSpPr>
        <p:cNvPr id="1" name=""/>
        <p:cNvGrpSpPr/>
        <p:nvPr/>
      </p:nvGrpSpPr>
      <p:grpSpPr>
        <a:xfrm>
          <a:off x="0" y="0"/>
          <a:ext cx="0" cy="0"/>
          <a:chOff x="0" y="0"/>
          <a:chExt cx="0" cy="0"/>
        </a:xfrm>
      </p:grpSpPr>
      <p:pic>
        <p:nvPicPr>
          <p:cNvPr id="4" name="Picture 3" descr="A white rectangle with black border&#10;&#10;Description automatically generated">
            <a:extLst>
              <a:ext uri="{FF2B5EF4-FFF2-40B4-BE49-F238E27FC236}">
                <a16:creationId xmlns:a16="http://schemas.microsoft.com/office/drawing/2014/main" id="{67BCB842-A74E-097A-AE18-470B55829C01}"/>
              </a:ext>
            </a:extLst>
          </p:cNvPr>
          <p:cNvPicPr>
            <a:picLocks noChangeAspect="1"/>
          </p:cNvPicPr>
          <p:nvPr userDrawn="1"/>
        </p:nvPicPr>
        <p:blipFill>
          <a:blip r:embed="rId2"/>
          <a:stretch>
            <a:fillRect/>
          </a:stretch>
        </p:blipFill>
        <p:spPr>
          <a:xfrm>
            <a:off x="0" y="0"/>
            <a:ext cx="36576000" cy="4572000"/>
          </a:xfrm>
          <a:prstGeom prst="rect">
            <a:avLst/>
          </a:prstGeom>
        </p:spPr>
      </p:pic>
      <p:sp>
        <p:nvSpPr>
          <p:cNvPr id="5" name="Text Placeholder 9">
            <a:extLst>
              <a:ext uri="{FF2B5EF4-FFF2-40B4-BE49-F238E27FC236}">
                <a16:creationId xmlns:a16="http://schemas.microsoft.com/office/drawing/2014/main" id="{F4AD260C-61DD-36DE-E2AF-9D91C19A4F18}"/>
              </a:ext>
            </a:extLst>
          </p:cNvPr>
          <p:cNvSpPr>
            <a:spLocks noGrp="1"/>
          </p:cNvSpPr>
          <p:nvPr>
            <p:ph type="body" sz="quarter" idx="10" hasCustomPrompt="1"/>
          </p:nvPr>
        </p:nvSpPr>
        <p:spPr>
          <a:xfrm>
            <a:off x="1371600" y="3334528"/>
            <a:ext cx="28346400" cy="914400"/>
          </a:xfrm>
        </p:spPr>
        <p:txBody>
          <a:bodyPr>
            <a:noAutofit/>
          </a:bodyPr>
          <a:lstStyle>
            <a:lvl1pPr marL="0" indent="0">
              <a:lnSpc>
                <a:spcPct val="100000"/>
              </a:lnSpc>
              <a:buNone/>
              <a:defRPr sz="5500" b="0" i="0">
                <a:solidFill>
                  <a:schemeClr val="tx1"/>
                </a:solidFill>
                <a:latin typeface="Arial Nova Cond" panose="020B0506020202020204" pitchFamily="34" charset="0"/>
              </a:defRPr>
            </a:lvl1pPr>
          </a:lstStyle>
          <a:p>
            <a:pPr lvl="0"/>
            <a:r>
              <a:rPr lang="en-US"/>
              <a:t>Your Name Here, Department; Mentor Name, Department; Other Contributors</a:t>
            </a:r>
          </a:p>
        </p:txBody>
      </p:sp>
      <p:sp>
        <p:nvSpPr>
          <p:cNvPr id="6" name="Title 5">
            <a:extLst>
              <a:ext uri="{FF2B5EF4-FFF2-40B4-BE49-F238E27FC236}">
                <a16:creationId xmlns:a16="http://schemas.microsoft.com/office/drawing/2014/main" id="{31C2798E-C820-519F-E234-666EEDA29EB9}"/>
              </a:ext>
            </a:extLst>
          </p:cNvPr>
          <p:cNvSpPr>
            <a:spLocks noGrp="1"/>
          </p:cNvSpPr>
          <p:nvPr>
            <p:ph type="title" hasCustomPrompt="1"/>
          </p:nvPr>
        </p:nvSpPr>
        <p:spPr>
          <a:xfrm>
            <a:off x="1371600" y="317008"/>
            <a:ext cx="28346400" cy="3017520"/>
          </a:xfrm>
        </p:spPr>
        <p:txBody>
          <a:bodyPr anchor="t">
            <a:normAutofit/>
          </a:bodyPr>
          <a:lstStyle>
            <a:lvl1pPr>
              <a:lnSpc>
                <a:spcPct val="100000"/>
              </a:lnSpc>
              <a:defRPr sz="9600" b="0" i="0">
                <a:solidFill>
                  <a:schemeClr val="tx1"/>
                </a:solidFill>
                <a:latin typeface="Arial Nova Cond" panose="020B0506020202020204" pitchFamily="34" charset="0"/>
              </a:defRPr>
            </a:lvl1pPr>
          </a:lstStyle>
          <a:p>
            <a:r>
              <a:rPr lang="en-US"/>
              <a:t>Poster Title Goes Here</a:t>
            </a:r>
            <a:br>
              <a:rPr lang="en-US"/>
            </a:br>
            <a:r>
              <a:rPr lang="en-US"/>
              <a:t>Adjust Font Size As Needed</a:t>
            </a:r>
          </a:p>
        </p:txBody>
      </p:sp>
    </p:spTree>
    <p:extLst>
      <p:ext uri="{BB962C8B-B14F-4D97-AF65-F5344CB8AC3E}">
        <p14:creationId xmlns:p14="http://schemas.microsoft.com/office/powerpoint/2010/main" val="41401632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ream Template Poster 1">
    <p:spTree>
      <p:nvGrpSpPr>
        <p:cNvPr id="1" name=""/>
        <p:cNvGrpSpPr/>
        <p:nvPr/>
      </p:nvGrpSpPr>
      <p:grpSpPr>
        <a:xfrm>
          <a:off x="0" y="0"/>
          <a:ext cx="0" cy="0"/>
          <a:chOff x="0" y="0"/>
          <a:chExt cx="0" cy="0"/>
        </a:xfrm>
      </p:grpSpPr>
      <p:pic>
        <p:nvPicPr>
          <p:cNvPr id="14" name="Picture 13" descr="A white background with yellow lines&#10;&#10;Description automatically generated with medium confidence">
            <a:extLst>
              <a:ext uri="{FF2B5EF4-FFF2-40B4-BE49-F238E27FC236}">
                <a16:creationId xmlns:a16="http://schemas.microsoft.com/office/drawing/2014/main" id="{7C05E6B3-C70F-3788-03A4-C4ECD640D691}"/>
              </a:ext>
            </a:extLst>
          </p:cNvPr>
          <p:cNvPicPr>
            <a:picLocks noChangeAspect="1"/>
          </p:cNvPicPr>
          <p:nvPr userDrawn="1"/>
        </p:nvPicPr>
        <p:blipFill>
          <a:blip r:embed="rId2"/>
          <a:stretch>
            <a:fillRect/>
          </a:stretch>
        </p:blipFill>
        <p:spPr>
          <a:xfrm>
            <a:off x="0" y="0"/>
            <a:ext cx="36576000" cy="4572000"/>
          </a:xfrm>
          <a:prstGeom prst="rect">
            <a:avLst/>
          </a:prstGeom>
        </p:spPr>
      </p:pic>
      <p:sp>
        <p:nvSpPr>
          <p:cNvPr id="39" name="Text Placeholder 34">
            <a:extLst>
              <a:ext uri="{FF2B5EF4-FFF2-40B4-BE49-F238E27FC236}">
                <a16:creationId xmlns:a16="http://schemas.microsoft.com/office/drawing/2014/main" id="{80759B05-CC2A-64BB-F41A-2C7BA4077234}"/>
              </a:ext>
            </a:extLst>
          </p:cNvPr>
          <p:cNvSpPr>
            <a:spLocks noGrp="1"/>
          </p:cNvSpPr>
          <p:nvPr>
            <p:ph type="body" sz="quarter" idx="22"/>
          </p:nvPr>
        </p:nvSpPr>
        <p:spPr>
          <a:xfrm>
            <a:off x="24686514" y="18060472"/>
            <a:ext cx="10972800" cy="1828800"/>
          </a:xfrm>
          <a:solidFill>
            <a:srgbClr val="FFF9D9"/>
          </a:solidFill>
        </p:spPr>
        <p:txBody>
          <a:bodyPr anchor="ctr">
            <a:noAutofit/>
          </a:bodyPr>
          <a:lstStyle>
            <a:lvl1pPr marL="0" indent="0" algn="ctr">
              <a:buNone/>
              <a:defRPr sz="8200" b="0" i="0">
                <a:solidFill>
                  <a:schemeClr val="tx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8" name="Text Placeholder 34">
            <a:extLst>
              <a:ext uri="{FF2B5EF4-FFF2-40B4-BE49-F238E27FC236}">
                <a16:creationId xmlns:a16="http://schemas.microsoft.com/office/drawing/2014/main" id="{34A50BB6-C388-248A-D452-19DF2B04D370}"/>
              </a:ext>
            </a:extLst>
          </p:cNvPr>
          <p:cNvSpPr>
            <a:spLocks noGrp="1"/>
          </p:cNvSpPr>
          <p:nvPr>
            <p:ph type="body" sz="quarter" idx="21"/>
          </p:nvPr>
        </p:nvSpPr>
        <p:spPr>
          <a:xfrm>
            <a:off x="914400" y="15548487"/>
            <a:ext cx="10972800" cy="1828800"/>
          </a:xfrm>
          <a:solidFill>
            <a:srgbClr val="FFF9D9"/>
          </a:solidFill>
        </p:spPr>
        <p:txBody>
          <a:bodyPr anchor="ctr">
            <a:noAutofit/>
          </a:bodyPr>
          <a:lstStyle>
            <a:lvl1pPr marL="0" indent="0" algn="ctr">
              <a:buNone/>
              <a:defRPr sz="8200" b="0" i="0">
                <a:solidFill>
                  <a:schemeClr val="tx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7" name="Text Placeholder 34">
            <a:extLst>
              <a:ext uri="{FF2B5EF4-FFF2-40B4-BE49-F238E27FC236}">
                <a16:creationId xmlns:a16="http://schemas.microsoft.com/office/drawing/2014/main" id="{A84384B7-196F-014A-C966-FE0B4FD08BE4}"/>
              </a:ext>
            </a:extLst>
          </p:cNvPr>
          <p:cNvSpPr>
            <a:spLocks noGrp="1"/>
          </p:cNvSpPr>
          <p:nvPr>
            <p:ph type="body" sz="quarter" idx="20"/>
          </p:nvPr>
        </p:nvSpPr>
        <p:spPr>
          <a:xfrm>
            <a:off x="24688800" y="5486400"/>
            <a:ext cx="10972800" cy="1828800"/>
          </a:xfrm>
          <a:solidFill>
            <a:srgbClr val="FFF9D9"/>
          </a:solidFill>
        </p:spPr>
        <p:txBody>
          <a:bodyPr anchor="ctr">
            <a:noAutofit/>
          </a:bodyPr>
          <a:lstStyle>
            <a:lvl1pPr marL="0" indent="0" algn="ctr">
              <a:buNone/>
              <a:defRPr sz="8200" b="0" i="0">
                <a:solidFill>
                  <a:schemeClr val="tx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6" name="Text Placeholder 34">
            <a:extLst>
              <a:ext uri="{FF2B5EF4-FFF2-40B4-BE49-F238E27FC236}">
                <a16:creationId xmlns:a16="http://schemas.microsoft.com/office/drawing/2014/main" id="{003134DC-F613-7A96-869F-33CF1B15CEE8}"/>
              </a:ext>
            </a:extLst>
          </p:cNvPr>
          <p:cNvSpPr>
            <a:spLocks noGrp="1"/>
          </p:cNvSpPr>
          <p:nvPr>
            <p:ph type="body" sz="quarter" idx="19"/>
          </p:nvPr>
        </p:nvSpPr>
        <p:spPr>
          <a:xfrm>
            <a:off x="12801600" y="5486400"/>
            <a:ext cx="10972800" cy="1828800"/>
          </a:xfrm>
          <a:solidFill>
            <a:srgbClr val="FFF9D9"/>
          </a:solidFill>
        </p:spPr>
        <p:txBody>
          <a:bodyPr anchor="ctr">
            <a:noAutofit/>
          </a:bodyPr>
          <a:lstStyle>
            <a:lvl1pPr marL="0" indent="0" algn="ctr">
              <a:buNone/>
              <a:defRPr sz="8200" b="0" i="0">
                <a:solidFill>
                  <a:schemeClr val="tx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5" name="Text Placeholder 34">
            <a:extLst>
              <a:ext uri="{FF2B5EF4-FFF2-40B4-BE49-F238E27FC236}">
                <a16:creationId xmlns:a16="http://schemas.microsoft.com/office/drawing/2014/main" id="{6197EA4A-7B87-D00F-07E1-1D22E98B4F5D}"/>
              </a:ext>
            </a:extLst>
          </p:cNvPr>
          <p:cNvSpPr>
            <a:spLocks noGrp="1"/>
          </p:cNvSpPr>
          <p:nvPr>
            <p:ph type="body" sz="quarter" idx="18"/>
          </p:nvPr>
        </p:nvSpPr>
        <p:spPr>
          <a:xfrm>
            <a:off x="914400" y="5486400"/>
            <a:ext cx="10972800" cy="1828800"/>
          </a:xfrm>
          <a:solidFill>
            <a:srgbClr val="FFF9D9"/>
          </a:solidFill>
        </p:spPr>
        <p:txBody>
          <a:bodyPr anchor="ctr">
            <a:noAutofit/>
          </a:bodyPr>
          <a:lstStyle>
            <a:lvl1pPr marL="0" indent="0" algn="ctr">
              <a:buNone/>
              <a:defRPr sz="8200" b="0" i="0">
                <a:solidFill>
                  <a:schemeClr val="tx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10" name="Text Placeholder 9">
            <a:extLst>
              <a:ext uri="{FF2B5EF4-FFF2-40B4-BE49-F238E27FC236}">
                <a16:creationId xmlns:a16="http://schemas.microsoft.com/office/drawing/2014/main" id="{27804880-C918-AD60-D5A9-D01E99713C15}"/>
              </a:ext>
            </a:extLst>
          </p:cNvPr>
          <p:cNvSpPr>
            <a:spLocks noGrp="1"/>
          </p:cNvSpPr>
          <p:nvPr>
            <p:ph type="body" sz="quarter" idx="10" hasCustomPrompt="1"/>
          </p:nvPr>
        </p:nvSpPr>
        <p:spPr>
          <a:xfrm>
            <a:off x="5486400" y="3337970"/>
            <a:ext cx="29718000" cy="914400"/>
          </a:xfrm>
        </p:spPr>
        <p:txBody>
          <a:bodyPr>
            <a:noAutofit/>
          </a:bodyPr>
          <a:lstStyle>
            <a:lvl1pPr marL="0" indent="0">
              <a:lnSpc>
                <a:spcPct val="100000"/>
              </a:lnSpc>
              <a:buNone/>
              <a:defRPr sz="5500" b="0" i="0">
                <a:solidFill>
                  <a:schemeClr val="tx1"/>
                </a:solidFill>
                <a:latin typeface="Arial Nova Cond" panose="020B0506020202020204" pitchFamily="34" charset="0"/>
              </a:defRPr>
            </a:lvl1pPr>
          </a:lstStyle>
          <a:p>
            <a:pPr lvl="0"/>
            <a:r>
              <a:rPr lang="en-US"/>
              <a:t>Your Name Here, Department; Mentor Name, Department; Other Contributors</a:t>
            </a:r>
          </a:p>
        </p:txBody>
      </p:sp>
      <p:sp>
        <p:nvSpPr>
          <p:cNvPr id="6" name="Title 5">
            <a:extLst>
              <a:ext uri="{FF2B5EF4-FFF2-40B4-BE49-F238E27FC236}">
                <a16:creationId xmlns:a16="http://schemas.microsoft.com/office/drawing/2014/main" id="{25171E06-7B92-1FDF-EF04-D81E7F2525E0}"/>
              </a:ext>
            </a:extLst>
          </p:cNvPr>
          <p:cNvSpPr>
            <a:spLocks noGrp="1"/>
          </p:cNvSpPr>
          <p:nvPr>
            <p:ph type="title" hasCustomPrompt="1"/>
          </p:nvPr>
        </p:nvSpPr>
        <p:spPr>
          <a:xfrm>
            <a:off x="5486400" y="320450"/>
            <a:ext cx="29718000" cy="3017520"/>
          </a:xfrm>
        </p:spPr>
        <p:txBody>
          <a:bodyPr anchor="t">
            <a:normAutofit/>
          </a:bodyPr>
          <a:lstStyle>
            <a:lvl1pPr>
              <a:lnSpc>
                <a:spcPct val="100000"/>
              </a:lnSpc>
              <a:defRPr sz="9600" b="0" i="0">
                <a:solidFill>
                  <a:schemeClr val="tx1"/>
                </a:solidFill>
                <a:latin typeface="Arial Nova Cond" panose="020B0506020202020204" pitchFamily="34" charset="0"/>
              </a:defRPr>
            </a:lvl1pPr>
          </a:lstStyle>
          <a:p>
            <a:r>
              <a:rPr lang="en-US"/>
              <a:t>Poster Title Goes Here</a:t>
            </a:r>
            <a:br>
              <a:rPr lang="en-US"/>
            </a:br>
            <a:r>
              <a:rPr lang="en-US"/>
              <a:t>Adjust Font Size As Needed</a:t>
            </a:r>
          </a:p>
        </p:txBody>
      </p:sp>
      <p:sp>
        <p:nvSpPr>
          <p:cNvPr id="40" name="Text Placeholder 34">
            <a:extLst>
              <a:ext uri="{FF2B5EF4-FFF2-40B4-BE49-F238E27FC236}">
                <a16:creationId xmlns:a16="http://schemas.microsoft.com/office/drawing/2014/main" id="{168FC78A-B2B4-4AF1-63BB-20788CA570DD}"/>
              </a:ext>
            </a:extLst>
          </p:cNvPr>
          <p:cNvSpPr>
            <a:spLocks noGrp="1"/>
          </p:cNvSpPr>
          <p:nvPr>
            <p:ph type="body" sz="quarter" idx="23"/>
          </p:nvPr>
        </p:nvSpPr>
        <p:spPr>
          <a:xfrm>
            <a:off x="24686514" y="25831800"/>
            <a:ext cx="10972800" cy="1828800"/>
          </a:xfrm>
          <a:solidFill>
            <a:srgbClr val="FFF9D9"/>
          </a:solidFill>
        </p:spPr>
        <p:txBody>
          <a:bodyPr anchor="ctr">
            <a:noAutofit/>
          </a:bodyPr>
          <a:lstStyle>
            <a:lvl1pPr marL="0" indent="0" algn="ctr">
              <a:buNone/>
              <a:defRPr sz="8200" b="0" i="0">
                <a:solidFill>
                  <a:schemeClr val="tx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 name="Text Placeholder 25">
            <a:extLst>
              <a:ext uri="{FF2B5EF4-FFF2-40B4-BE49-F238E27FC236}">
                <a16:creationId xmlns:a16="http://schemas.microsoft.com/office/drawing/2014/main" id="{77055F0D-3893-1D34-78E5-1A3716C0BA5C}"/>
              </a:ext>
            </a:extLst>
          </p:cNvPr>
          <p:cNvSpPr>
            <a:spLocks noGrp="1"/>
          </p:cNvSpPr>
          <p:nvPr>
            <p:ph type="body" sz="quarter" idx="12" hasCustomPrompt="1"/>
          </p:nvPr>
        </p:nvSpPr>
        <p:spPr>
          <a:xfrm>
            <a:off x="914400" y="17830727"/>
            <a:ext cx="10972800" cy="14168814"/>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39863" indent="-4365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Methods/Approach/Theory: Describe the approach or method you used to acquire your data or findings. How did you do what you did? Explain the advantages and limitations of the approach you used. Why was this method chosen over others? </a:t>
            </a:r>
            <a:r>
              <a:rPr lang="en-US" b="1"/>
              <a:t>Make sure to add a section title above!</a:t>
            </a:r>
            <a:endParaRPr lang="en-US"/>
          </a:p>
        </p:txBody>
      </p:sp>
      <p:sp>
        <p:nvSpPr>
          <p:cNvPr id="4" name="Text Placeholder 25">
            <a:extLst>
              <a:ext uri="{FF2B5EF4-FFF2-40B4-BE49-F238E27FC236}">
                <a16:creationId xmlns:a16="http://schemas.microsoft.com/office/drawing/2014/main" id="{342F396C-F448-8D93-54E9-BE1ECFEDBF3A}"/>
              </a:ext>
            </a:extLst>
          </p:cNvPr>
          <p:cNvSpPr>
            <a:spLocks noGrp="1"/>
          </p:cNvSpPr>
          <p:nvPr>
            <p:ph type="body" sz="quarter" idx="17" hasCustomPrompt="1"/>
          </p:nvPr>
        </p:nvSpPr>
        <p:spPr>
          <a:xfrm>
            <a:off x="24686514" y="28118872"/>
            <a:ext cx="10972800" cy="3886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Acknowledgments: This is a space to give recognition to mentors, peers, or others who helped you along the way. Additionally, you should also identify sources of funding such as SURF, Mellon, </a:t>
            </a:r>
            <a:r>
              <a:rPr lang="en-US" err="1"/>
              <a:t>Pharis</a:t>
            </a:r>
            <a:r>
              <a:rPr lang="en-US"/>
              <a:t> Fellows, REUs, or other grant entities that supported your or your faculty mentor. </a:t>
            </a:r>
            <a:r>
              <a:rPr lang="en-US" b="1"/>
              <a:t>Make sure to add a section title above!</a:t>
            </a:r>
            <a:endParaRPr lang="en-US"/>
          </a:p>
        </p:txBody>
      </p:sp>
      <p:sp>
        <p:nvSpPr>
          <p:cNvPr id="5" name="Text Placeholder 25">
            <a:extLst>
              <a:ext uri="{FF2B5EF4-FFF2-40B4-BE49-F238E27FC236}">
                <a16:creationId xmlns:a16="http://schemas.microsoft.com/office/drawing/2014/main" id="{18BC51AA-52B8-4FB6-8700-96C6D9A6DC3F}"/>
              </a:ext>
            </a:extLst>
          </p:cNvPr>
          <p:cNvSpPr>
            <a:spLocks noGrp="1"/>
          </p:cNvSpPr>
          <p:nvPr>
            <p:ph type="body" sz="quarter" idx="16" hasCustomPrompt="1"/>
          </p:nvPr>
        </p:nvSpPr>
        <p:spPr>
          <a:xfrm>
            <a:off x="24686514" y="20345400"/>
            <a:ext cx="10972800" cy="4800600"/>
          </a:xfrm>
        </p:spPr>
        <p:txBody>
          <a:bodyPr>
            <a:normAutofit/>
          </a:bodyPr>
          <a:lstStyle>
            <a:lvl1pPr marL="0" indent="0">
              <a:buNone/>
              <a:defRPr sz="3200" b="0" i="0">
                <a:latin typeface="Arial Nova Cond" panose="020B0506020202020204" pitchFamily="34" charset="0"/>
              </a:defRPr>
            </a:lvl1pPr>
            <a:lvl2pPr marL="928688" indent="-474663">
              <a:tabLst/>
              <a:defRPr sz="3200" b="0" i="1">
                <a:latin typeface="Arial Nova Cond" panose="020B0506020202020204" pitchFamily="34" charset="0"/>
              </a:defRPr>
            </a:lvl2pPr>
            <a:lvl3pPr marL="1497013" indent="-474663">
              <a:tabLst/>
              <a:defRPr sz="3200" b="0" i="1">
                <a:latin typeface="Arial Nova Cond" panose="020B0506020202020204" pitchFamily="34" charset="0"/>
              </a:defRPr>
            </a:lvl3pPr>
            <a:lvl4pPr marL="2065338" indent="-455613">
              <a:tabLst/>
              <a:defRPr sz="3200" b="0" i="1">
                <a:latin typeface="Arial Nova Cond" panose="020B0506020202020204" pitchFamily="34" charset="0"/>
              </a:defRPr>
            </a:lvl4pPr>
            <a:lvl5pPr marL="2633663" indent="-473075">
              <a:tabLst/>
              <a:defRPr sz="3200" b="0" i="1">
                <a:latin typeface="Arial Nova Cond" panose="020B0506020202020204" pitchFamily="34" charset="0"/>
              </a:defRPr>
            </a:lvl5pPr>
          </a:lstStyle>
          <a:p>
            <a:pPr lvl="0"/>
            <a:r>
              <a:rPr lang="en-US" i="0"/>
              <a:t>References: If you reference any ideas, theories, etc. from other authors, make sure to appropriately cite them. References should be in a slightly smaller font than the rest of your text. </a:t>
            </a:r>
            <a:r>
              <a:rPr lang="en-US" b="1" i="0"/>
              <a:t>Make sure to add a section title above!</a:t>
            </a:r>
            <a:endParaRPr lang="en-US"/>
          </a:p>
        </p:txBody>
      </p:sp>
      <p:sp>
        <p:nvSpPr>
          <p:cNvPr id="8" name="Text Placeholder 25">
            <a:extLst>
              <a:ext uri="{FF2B5EF4-FFF2-40B4-BE49-F238E27FC236}">
                <a16:creationId xmlns:a16="http://schemas.microsoft.com/office/drawing/2014/main" id="{A35C038A-CE19-5773-A421-BA0E4DEB2E09}"/>
              </a:ext>
            </a:extLst>
          </p:cNvPr>
          <p:cNvSpPr>
            <a:spLocks noGrp="1"/>
          </p:cNvSpPr>
          <p:nvPr>
            <p:ph type="body" sz="quarter" idx="15" hasCustomPrompt="1"/>
          </p:nvPr>
        </p:nvSpPr>
        <p:spPr>
          <a:xfrm>
            <a:off x="24688800" y="7772400"/>
            <a:ext cx="10972800" cy="9601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08188" indent="-434975">
              <a:tabLst/>
              <a:defRPr sz="4000" b="0" i="0">
                <a:latin typeface="Arial Nova Cond" panose="020B0506020202020204" pitchFamily="34" charset="0"/>
              </a:defRPr>
            </a:lvl4pPr>
            <a:lvl5pPr marL="2690813" indent="-473075">
              <a:tabLst/>
              <a:defRPr sz="4000" b="0" i="0">
                <a:latin typeface="Arial Nova Cond" panose="020B0506020202020204" pitchFamily="34" charset="0"/>
              </a:defRPr>
            </a:lvl5pPr>
          </a:lstStyle>
          <a:p>
            <a:pPr lvl="0"/>
            <a:r>
              <a:rPr lang="en-US"/>
              <a:t>Conclusion: Restate the problem you addressed in your background section. Summarize the key findings from your results. What is the significance of your results/findings? What are the next steps for this research topic for you or for others? </a:t>
            </a:r>
            <a:r>
              <a:rPr lang="en-US" b="1"/>
              <a:t>Make sure to add a section title above!</a:t>
            </a:r>
            <a:endParaRPr lang="en-US"/>
          </a:p>
        </p:txBody>
      </p:sp>
      <p:sp>
        <p:nvSpPr>
          <p:cNvPr id="9" name="Content Placeholder 28">
            <a:extLst>
              <a:ext uri="{FF2B5EF4-FFF2-40B4-BE49-F238E27FC236}">
                <a16:creationId xmlns:a16="http://schemas.microsoft.com/office/drawing/2014/main" id="{6745BD1F-72EC-6D3C-AE29-7C88C587FCAD}"/>
              </a:ext>
            </a:extLst>
          </p:cNvPr>
          <p:cNvSpPr>
            <a:spLocks noGrp="1"/>
          </p:cNvSpPr>
          <p:nvPr>
            <p:ph sz="quarter" idx="13" hasCustomPrompt="1"/>
          </p:nvPr>
        </p:nvSpPr>
        <p:spPr>
          <a:xfrm>
            <a:off x="12801600" y="20346472"/>
            <a:ext cx="10972800" cy="11658600"/>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97013" indent="-45561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Graphs, tables, or images can be a great way to add visually appealing components to your poster, but make sure they are labeled and easy to read. </a:t>
            </a:r>
            <a:r>
              <a:rPr lang="en-US" b="1"/>
              <a:t>Only use images that are high-resolution.</a:t>
            </a:r>
            <a:r>
              <a:rPr lang="en-US"/>
              <a:t> Images that are too pixelated will appear blurry when printed.</a:t>
            </a:r>
          </a:p>
        </p:txBody>
      </p:sp>
      <p:sp>
        <p:nvSpPr>
          <p:cNvPr id="11" name="Content Placeholder 28">
            <a:extLst>
              <a:ext uri="{FF2B5EF4-FFF2-40B4-BE49-F238E27FC236}">
                <a16:creationId xmlns:a16="http://schemas.microsoft.com/office/drawing/2014/main" id="{D9162D8C-B4D5-B849-DBAE-20CB6BA871B5}"/>
              </a:ext>
            </a:extLst>
          </p:cNvPr>
          <p:cNvSpPr>
            <a:spLocks noGrp="1"/>
          </p:cNvSpPr>
          <p:nvPr>
            <p:ph sz="quarter" idx="14" hasCustomPrompt="1"/>
          </p:nvPr>
        </p:nvSpPr>
        <p:spPr>
          <a:xfrm>
            <a:off x="12801600" y="7773472"/>
            <a:ext cx="10972800" cy="12115800"/>
          </a:xfrm>
        </p:spPr>
        <p:txBody>
          <a:bodyPr>
            <a:normAutofit/>
          </a:bodyPr>
          <a:lstStyle>
            <a:lvl1pPr marL="0" indent="0">
              <a:buNone/>
              <a:defRPr sz="4000" b="0" i="0">
                <a:latin typeface="Arial Nova Cond" panose="020B0506020202020204" pitchFamily="34" charset="0"/>
              </a:defRPr>
            </a:lvl1pPr>
            <a:lvl2pPr marL="984250" indent="-492125">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Data Results and Analysis: This should be your most in-depth section. Highlight the key data, findings, or themes that led to your conclusion. </a:t>
            </a:r>
            <a:r>
              <a:rPr lang="en-US" b="1"/>
              <a:t>Make sure to add a section title above!</a:t>
            </a:r>
            <a:endParaRPr lang="en-US"/>
          </a:p>
        </p:txBody>
      </p:sp>
      <p:sp>
        <p:nvSpPr>
          <p:cNvPr id="12" name="Text Placeholder 25">
            <a:extLst>
              <a:ext uri="{FF2B5EF4-FFF2-40B4-BE49-F238E27FC236}">
                <a16:creationId xmlns:a16="http://schemas.microsoft.com/office/drawing/2014/main" id="{EF67501E-43EF-9E7C-07D5-A3D0189B1C40}"/>
              </a:ext>
            </a:extLst>
          </p:cNvPr>
          <p:cNvSpPr>
            <a:spLocks noGrp="1"/>
          </p:cNvSpPr>
          <p:nvPr>
            <p:ph type="body" sz="quarter" idx="11" hasCustomPrompt="1"/>
          </p:nvPr>
        </p:nvSpPr>
        <p:spPr>
          <a:xfrm>
            <a:off x="914400" y="7772400"/>
            <a:ext cx="10972800" cy="7086600"/>
          </a:xfrm>
        </p:spPr>
        <p:txBody>
          <a:bodyPr>
            <a:normAutofit/>
          </a:bodyPr>
          <a:lstStyle>
            <a:lvl1pPr marL="0" indent="0">
              <a:buNone/>
              <a:defRPr sz="4000" b="0" i="0">
                <a:latin typeface="Arial Nova Cond" panose="020B0506020202020204" pitchFamily="34" charset="0"/>
              </a:defRPr>
            </a:lvl1pPr>
            <a:lvl2pPr marL="927100" indent="-457200">
              <a:tabLst/>
              <a:defRPr sz="4000" b="0" i="0">
                <a:latin typeface="Arial Nova Cond" panose="020B0506020202020204" pitchFamily="34" charset="0"/>
              </a:defRPr>
            </a:lvl2pPr>
            <a:lvl3pPr marL="1497013" indent="-469900">
              <a:tabLst/>
              <a:defRPr sz="4000" b="0" i="0">
                <a:latin typeface="Arial Nova Cond" panose="020B0506020202020204" pitchFamily="34" charset="0"/>
              </a:defRPr>
            </a:lvl3pPr>
            <a:lvl4pPr marL="2068513" indent="-457200">
              <a:tabLst/>
              <a:defRPr sz="4000" b="0" i="0">
                <a:latin typeface="Arial Nova Cond" panose="020B0506020202020204" pitchFamily="34" charset="0"/>
              </a:defRPr>
            </a:lvl4pPr>
            <a:lvl5pPr marL="2581275" indent="-427038">
              <a:tabLst/>
              <a:defRPr sz="4000" b="0" i="0">
                <a:latin typeface="Arial Nova Cond" panose="020B0506020202020204" pitchFamily="34" charset="0"/>
              </a:defRPr>
            </a:lvl5pPr>
          </a:lstStyle>
          <a:p>
            <a:pPr lvl="0"/>
            <a:r>
              <a:rPr lang="en-US"/>
              <a:t>Introduction: This section should include the background information on your topic. Introduce your audience to the issue or goal your research addresses and why it is important/relevant to your field. Discuss the previous work that has already been done in this area. Define key terms for your audience. </a:t>
            </a:r>
            <a:r>
              <a:rPr lang="en-US" b="1"/>
              <a:t>Make sure to add a section title above!</a:t>
            </a:r>
            <a:endParaRPr lang="en-US"/>
          </a:p>
        </p:txBody>
      </p:sp>
    </p:spTree>
    <p:extLst>
      <p:ext uri="{BB962C8B-B14F-4D97-AF65-F5344CB8AC3E}">
        <p14:creationId xmlns:p14="http://schemas.microsoft.com/office/powerpoint/2010/main" val="1450615461"/>
      </p:ext>
    </p:extLst>
  </p:cSld>
  <p:clrMapOvr>
    <a:masterClrMapping/>
  </p:clrMapOvr>
  <p:extLst>
    <p:ext uri="{DCECCB84-F9BA-43D5-87BE-67443E8EF086}">
      <p15:sldGuideLst xmlns:p15="http://schemas.microsoft.com/office/powerpoint/2012/main">
        <p15:guide id="1" orient="horz" pos="4896">
          <p15:clr>
            <a:srgbClr val="FBAE40"/>
          </p15:clr>
        </p15:guide>
        <p15:guide id="2" pos="345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ream Template Poster 2">
    <p:spTree>
      <p:nvGrpSpPr>
        <p:cNvPr id="1" name=""/>
        <p:cNvGrpSpPr/>
        <p:nvPr/>
      </p:nvGrpSpPr>
      <p:grpSpPr>
        <a:xfrm>
          <a:off x="0" y="0"/>
          <a:ext cx="0" cy="0"/>
          <a:chOff x="0" y="0"/>
          <a:chExt cx="0" cy="0"/>
        </a:xfrm>
      </p:grpSpPr>
      <p:pic>
        <p:nvPicPr>
          <p:cNvPr id="13" name="Picture 12" descr="A white rectangle with black border&#10;&#10;Description automatically generated">
            <a:extLst>
              <a:ext uri="{FF2B5EF4-FFF2-40B4-BE49-F238E27FC236}">
                <a16:creationId xmlns:a16="http://schemas.microsoft.com/office/drawing/2014/main" id="{B50E2CEA-DF3E-C7DE-4681-AC0B9755FBB6}"/>
              </a:ext>
            </a:extLst>
          </p:cNvPr>
          <p:cNvPicPr>
            <a:picLocks noChangeAspect="1"/>
          </p:cNvPicPr>
          <p:nvPr userDrawn="1"/>
        </p:nvPicPr>
        <p:blipFill>
          <a:blip r:embed="rId2"/>
          <a:stretch>
            <a:fillRect/>
          </a:stretch>
        </p:blipFill>
        <p:spPr>
          <a:xfrm>
            <a:off x="0" y="0"/>
            <a:ext cx="36576000" cy="4572000"/>
          </a:xfrm>
          <a:prstGeom prst="rect">
            <a:avLst/>
          </a:prstGeom>
        </p:spPr>
      </p:pic>
      <p:sp>
        <p:nvSpPr>
          <p:cNvPr id="39" name="Text Placeholder 34">
            <a:extLst>
              <a:ext uri="{FF2B5EF4-FFF2-40B4-BE49-F238E27FC236}">
                <a16:creationId xmlns:a16="http://schemas.microsoft.com/office/drawing/2014/main" id="{80759B05-CC2A-64BB-F41A-2C7BA4077234}"/>
              </a:ext>
            </a:extLst>
          </p:cNvPr>
          <p:cNvSpPr>
            <a:spLocks noGrp="1"/>
          </p:cNvSpPr>
          <p:nvPr>
            <p:ph type="body" sz="quarter" idx="22"/>
          </p:nvPr>
        </p:nvSpPr>
        <p:spPr>
          <a:xfrm>
            <a:off x="24686514" y="18060472"/>
            <a:ext cx="10972800" cy="1828800"/>
          </a:xfrm>
          <a:solidFill>
            <a:srgbClr val="FFF9D9"/>
          </a:solidFill>
        </p:spPr>
        <p:txBody>
          <a:bodyPr anchor="ctr">
            <a:noAutofit/>
          </a:bodyPr>
          <a:lstStyle>
            <a:lvl1pPr marL="0" indent="0" algn="ctr">
              <a:buNone/>
              <a:defRPr sz="8200" b="0" i="0">
                <a:solidFill>
                  <a:schemeClr val="tx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8" name="Text Placeholder 34">
            <a:extLst>
              <a:ext uri="{FF2B5EF4-FFF2-40B4-BE49-F238E27FC236}">
                <a16:creationId xmlns:a16="http://schemas.microsoft.com/office/drawing/2014/main" id="{34A50BB6-C388-248A-D452-19DF2B04D370}"/>
              </a:ext>
            </a:extLst>
          </p:cNvPr>
          <p:cNvSpPr>
            <a:spLocks noGrp="1"/>
          </p:cNvSpPr>
          <p:nvPr>
            <p:ph type="body" sz="quarter" idx="21"/>
          </p:nvPr>
        </p:nvSpPr>
        <p:spPr>
          <a:xfrm>
            <a:off x="914400" y="15548487"/>
            <a:ext cx="10972800" cy="1828800"/>
          </a:xfrm>
          <a:solidFill>
            <a:srgbClr val="FFF9D9"/>
          </a:solidFill>
        </p:spPr>
        <p:txBody>
          <a:bodyPr anchor="ctr">
            <a:noAutofit/>
          </a:bodyPr>
          <a:lstStyle>
            <a:lvl1pPr marL="0" indent="0" algn="ctr">
              <a:buNone/>
              <a:defRPr sz="8200" b="0" i="0">
                <a:solidFill>
                  <a:schemeClr val="tx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7" name="Text Placeholder 34">
            <a:extLst>
              <a:ext uri="{FF2B5EF4-FFF2-40B4-BE49-F238E27FC236}">
                <a16:creationId xmlns:a16="http://schemas.microsoft.com/office/drawing/2014/main" id="{A84384B7-196F-014A-C966-FE0B4FD08BE4}"/>
              </a:ext>
            </a:extLst>
          </p:cNvPr>
          <p:cNvSpPr>
            <a:spLocks noGrp="1"/>
          </p:cNvSpPr>
          <p:nvPr>
            <p:ph type="body" sz="quarter" idx="20"/>
          </p:nvPr>
        </p:nvSpPr>
        <p:spPr>
          <a:xfrm>
            <a:off x="24688800" y="5486400"/>
            <a:ext cx="10972800" cy="1828800"/>
          </a:xfrm>
          <a:solidFill>
            <a:srgbClr val="FFF9D9"/>
          </a:solidFill>
        </p:spPr>
        <p:txBody>
          <a:bodyPr anchor="ctr">
            <a:noAutofit/>
          </a:bodyPr>
          <a:lstStyle>
            <a:lvl1pPr marL="0" indent="0" algn="ctr">
              <a:buNone/>
              <a:defRPr sz="8200" b="0" i="0">
                <a:solidFill>
                  <a:schemeClr val="tx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6" name="Text Placeholder 34">
            <a:extLst>
              <a:ext uri="{FF2B5EF4-FFF2-40B4-BE49-F238E27FC236}">
                <a16:creationId xmlns:a16="http://schemas.microsoft.com/office/drawing/2014/main" id="{003134DC-F613-7A96-869F-33CF1B15CEE8}"/>
              </a:ext>
            </a:extLst>
          </p:cNvPr>
          <p:cNvSpPr>
            <a:spLocks noGrp="1"/>
          </p:cNvSpPr>
          <p:nvPr>
            <p:ph type="body" sz="quarter" idx="19"/>
          </p:nvPr>
        </p:nvSpPr>
        <p:spPr>
          <a:xfrm>
            <a:off x="12801600" y="5486400"/>
            <a:ext cx="10972800" cy="1828800"/>
          </a:xfrm>
          <a:solidFill>
            <a:srgbClr val="FFF9D9"/>
          </a:solidFill>
        </p:spPr>
        <p:txBody>
          <a:bodyPr anchor="ctr">
            <a:noAutofit/>
          </a:bodyPr>
          <a:lstStyle>
            <a:lvl1pPr marL="0" indent="0" algn="ctr">
              <a:buNone/>
              <a:defRPr sz="8200" b="0" i="0">
                <a:solidFill>
                  <a:schemeClr val="tx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5" name="Text Placeholder 34">
            <a:extLst>
              <a:ext uri="{FF2B5EF4-FFF2-40B4-BE49-F238E27FC236}">
                <a16:creationId xmlns:a16="http://schemas.microsoft.com/office/drawing/2014/main" id="{6197EA4A-7B87-D00F-07E1-1D22E98B4F5D}"/>
              </a:ext>
            </a:extLst>
          </p:cNvPr>
          <p:cNvSpPr>
            <a:spLocks noGrp="1"/>
          </p:cNvSpPr>
          <p:nvPr>
            <p:ph type="body" sz="quarter" idx="18"/>
          </p:nvPr>
        </p:nvSpPr>
        <p:spPr>
          <a:xfrm>
            <a:off x="914400" y="5486400"/>
            <a:ext cx="10972800" cy="1828800"/>
          </a:xfrm>
          <a:solidFill>
            <a:srgbClr val="FFF9D9"/>
          </a:solidFill>
        </p:spPr>
        <p:txBody>
          <a:bodyPr anchor="ctr">
            <a:noAutofit/>
          </a:bodyPr>
          <a:lstStyle>
            <a:lvl1pPr marL="0" indent="0" algn="ctr">
              <a:buNone/>
              <a:defRPr sz="8200" b="0" i="0">
                <a:solidFill>
                  <a:schemeClr val="tx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40" name="Text Placeholder 34">
            <a:extLst>
              <a:ext uri="{FF2B5EF4-FFF2-40B4-BE49-F238E27FC236}">
                <a16:creationId xmlns:a16="http://schemas.microsoft.com/office/drawing/2014/main" id="{168FC78A-B2B4-4AF1-63BB-20788CA570DD}"/>
              </a:ext>
            </a:extLst>
          </p:cNvPr>
          <p:cNvSpPr>
            <a:spLocks noGrp="1"/>
          </p:cNvSpPr>
          <p:nvPr>
            <p:ph type="body" sz="quarter" idx="23"/>
          </p:nvPr>
        </p:nvSpPr>
        <p:spPr>
          <a:xfrm>
            <a:off x="24686514" y="25831800"/>
            <a:ext cx="10972800" cy="1828800"/>
          </a:xfrm>
          <a:solidFill>
            <a:srgbClr val="FFF9D9"/>
          </a:solidFill>
        </p:spPr>
        <p:txBody>
          <a:bodyPr anchor="ctr">
            <a:noAutofit/>
          </a:bodyPr>
          <a:lstStyle>
            <a:lvl1pPr marL="0" indent="0" algn="ctr">
              <a:buNone/>
              <a:defRPr sz="8200" b="0" i="0">
                <a:solidFill>
                  <a:schemeClr val="tx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2" name="Text Placeholder 9">
            <a:extLst>
              <a:ext uri="{FF2B5EF4-FFF2-40B4-BE49-F238E27FC236}">
                <a16:creationId xmlns:a16="http://schemas.microsoft.com/office/drawing/2014/main" id="{3F457DB0-116F-7456-7702-B4D5C75759D9}"/>
              </a:ext>
            </a:extLst>
          </p:cNvPr>
          <p:cNvSpPr>
            <a:spLocks noGrp="1"/>
          </p:cNvSpPr>
          <p:nvPr>
            <p:ph type="body" sz="quarter" idx="10" hasCustomPrompt="1"/>
          </p:nvPr>
        </p:nvSpPr>
        <p:spPr>
          <a:xfrm>
            <a:off x="1371600" y="3334528"/>
            <a:ext cx="28346400" cy="914400"/>
          </a:xfrm>
        </p:spPr>
        <p:txBody>
          <a:bodyPr>
            <a:noAutofit/>
          </a:bodyPr>
          <a:lstStyle>
            <a:lvl1pPr marL="0" indent="0">
              <a:lnSpc>
                <a:spcPct val="100000"/>
              </a:lnSpc>
              <a:buNone/>
              <a:defRPr sz="5500" b="0" i="0">
                <a:solidFill>
                  <a:schemeClr val="tx1"/>
                </a:solidFill>
                <a:latin typeface="Arial Nova Cond" panose="020B0506020202020204" pitchFamily="34" charset="0"/>
              </a:defRPr>
            </a:lvl1pPr>
          </a:lstStyle>
          <a:p>
            <a:pPr lvl="0"/>
            <a:r>
              <a:rPr lang="en-US"/>
              <a:t>Your Name Here, Department; Mentor Name, Department; Other Contributors</a:t>
            </a:r>
          </a:p>
        </p:txBody>
      </p:sp>
      <p:sp>
        <p:nvSpPr>
          <p:cNvPr id="3" name="Title 5">
            <a:extLst>
              <a:ext uri="{FF2B5EF4-FFF2-40B4-BE49-F238E27FC236}">
                <a16:creationId xmlns:a16="http://schemas.microsoft.com/office/drawing/2014/main" id="{7D491A6D-ADD4-605B-E37A-D3EA6F3DCCE5}"/>
              </a:ext>
            </a:extLst>
          </p:cNvPr>
          <p:cNvSpPr>
            <a:spLocks noGrp="1"/>
          </p:cNvSpPr>
          <p:nvPr>
            <p:ph type="title" hasCustomPrompt="1"/>
          </p:nvPr>
        </p:nvSpPr>
        <p:spPr>
          <a:xfrm>
            <a:off x="1371600" y="317008"/>
            <a:ext cx="28346400" cy="3017520"/>
          </a:xfrm>
        </p:spPr>
        <p:txBody>
          <a:bodyPr anchor="t">
            <a:normAutofit/>
          </a:bodyPr>
          <a:lstStyle>
            <a:lvl1pPr>
              <a:lnSpc>
                <a:spcPct val="100000"/>
              </a:lnSpc>
              <a:defRPr sz="9600" b="0" i="0">
                <a:solidFill>
                  <a:schemeClr val="tx1"/>
                </a:solidFill>
                <a:latin typeface="Arial Nova Cond" panose="020B0506020202020204" pitchFamily="34" charset="0"/>
              </a:defRPr>
            </a:lvl1pPr>
          </a:lstStyle>
          <a:p>
            <a:r>
              <a:rPr lang="en-US"/>
              <a:t>Poster Title Goes Here</a:t>
            </a:r>
            <a:br>
              <a:rPr lang="en-US"/>
            </a:br>
            <a:r>
              <a:rPr lang="en-US"/>
              <a:t>Adjust Font Size As Needed</a:t>
            </a:r>
          </a:p>
        </p:txBody>
      </p:sp>
      <p:sp>
        <p:nvSpPr>
          <p:cNvPr id="5" name="Text Placeholder 25">
            <a:extLst>
              <a:ext uri="{FF2B5EF4-FFF2-40B4-BE49-F238E27FC236}">
                <a16:creationId xmlns:a16="http://schemas.microsoft.com/office/drawing/2014/main" id="{B19E7AAF-83DC-469D-454D-7CDF0D3339BD}"/>
              </a:ext>
            </a:extLst>
          </p:cNvPr>
          <p:cNvSpPr>
            <a:spLocks noGrp="1"/>
          </p:cNvSpPr>
          <p:nvPr>
            <p:ph type="body" sz="quarter" idx="12" hasCustomPrompt="1"/>
          </p:nvPr>
        </p:nvSpPr>
        <p:spPr>
          <a:xfrm>
            <a:off x="914400" y="17830727"/>
            <a:ext cx="10972800" cy="14168814"/>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39863" indent="-4365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Methods/Approach/Theory: Describe the approach or method you used to acquire your data or findings. How did you do what you did? Explain the advantages and limitations of the approach you used. Why was this method chosen over others? </a:t>
            </a:r>
            <a:r>
              <a:rPr lang="en-US" b="1"/>
              <a:t>Make sure to add a section title above!</a:t>
            </a:r>
            <a:endParaRPr lang="en-US"/>
          </a:p>
        </p:txBody>
      </p:sp>
      <p:sp>
        <p:nvSpPr>
          <p:cNvPr id="6" name="Text Placeholder 25">
            <a:extLst>
              <a:ext uri="{FF2B5EF4-FFF2-40B4-BE49-F238E27FC236}">
                <a16:creationId xmlns:a16="http://schemas.microsoft.com/office/drawing/2014/main" id="{2944D022-BB16-E18D-CAD3-82D22EE26719}"/>
              </a:ext>
            </a:extLst>
          </p:cNvPr>
          <p:cNvSpPr>
            <a:spLocks noGrp="1"/>
          </p:cNvSpPr>
          <p:nvPr>
            <p:ph type="body" sz="quarter" idx="17" hasCustomPrompt="1"/>
          </p:nvPr>
        </p:nvSpPr>
        <p:spPr>
          <a:xfrm>
            <a:off x="24686514" y="28118872"/>
            <a:ext cx="10972800" cy="3886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Acknowledgments: This is a space to give recognition to mentors, peers, or others who helped you along the way. Additionally, you should also identify sources of funding such as SURF, Mellon, </a:t>
            </a:r>
            <a:r>
              <a:rPr lang="en-US" err="1"/>
              <a:t>Pharis</a:t>
            </a:r>
            <a:r>
              <a:rPr lang="en-US"/>
              <a:t> Fellows, REUs, or other grant entities that supported your or your faculty mentor. </a:t>
            </a:r>
            <a:r>
              <a:rPr lang="en-US" b="1"/>
              <a:t>Make sure to add a section title above!</a:t>
            </a:r>
            <a:endParaRPr lang="en-US"/>
          </a:p>
        </p:txBody>
      </p:sp>
      <p:sp>
        <p:nvSpPr>
          <p:cNvPr id="8" name="Text Placeholder 25">
            <a:extLst>
              <a:ext uri="{FF2B5EF4-FFF2-40B4-BE49-F238E27FC236}">
                <a16:creationId xmlns:a16="http://schemas.microsoft.com/office/drawing/2014/main" id="{872ED057-34C4-5F89-261C-74C028D68C01}"/>
              </a:ext>
            </a:extLst>
          </p:cNvPr>
          <p:cNvSpPr>
            <a:spLocks noGrp="1"/>
          </p:cNvSpPr>
          <p:nvPr>
            <p:ph type="body" sz="quarter" idx="16" hasCustomPrompt="1"/>
          </p:nvPr>
        </p:nvSpPr>
        <p:spPr>
          <a:xfrm>
            <a:off x="24686514" y="20345400"/>
            <a:ext cx="10972800" cy="4800600"/>
          </a:xfrm>
        </p:spPr>
        <p:txBody>
          <a:bodyPr>
            <a:normAutofit/>
          </a:bodyPr>
          <a:lstStyle>
            <a:lvl1pPr marL="0" indent="0">
              <a:buNone/>
              <a:defRPr sz="3200" b="0" i="0">
                <a:latin typeface="Arial Nova Cond" panose="020B0506020202020204" pitchFamily="34" charset="0"/>
              </a:defRPr>
            </a:lvl1pPr>
            <a:lvl2pPr marL="928688" indent="-474663">
              <a:tabLst/>
              <a:defRPr sz="3200" b="0" i="1">
                <a:latin typeface="Arial Nova Cond" panose="020B0506020202020204" pitchFamily="34" charset="0"/>
              </a:defRPr>
            </a:lvl2pPr>
            <a:lvl3pPr marL="1497013" indent="-474663">
              <a:tabLst/>
              <a:defRPr sz="3200" b="0" i="1">
                <a:latin typeface="Arial Nova Cond" panose="020B0506020202020204" pitchFamily="34" charset="0"/>
              </a:defRPr>
            </a:lvl3pPr>
            <a:lvl4pPr marL="2065338" indent="-455613">
              <a:tabLst/>
              <a:defRPr sz="3200" b="0" i="1">
                <a:latin typeface="Arial Nova Cond" panose="020B0506020202020204" pitchFamily="34" charset="0"/>
              </a:defRPr>
            </a:lvl4pPr>
            <a:lvl5pPr marL="2633663" indent="-473075">
              <a:tabLst/>
              <a:defRPr sz="3200" b="0" i="1">
                <a:latin typeface="Arial Nova Cond" panose="020B0506020202020204" pitchFamily="34" charset="0"/>
              </a:defRPr>
            </a:lvl5pPr>
          </a:lstStyle>
          <a:p>
            <a:pPr lvl="0"/>
            <a:r>
              <a:rPr lang="en-US" i="0"/>
              <a:t>References: If you reference any ideas, theories, etc. from other authors, make sure to appropriately cite them. References should be in a slightly smaller font than the rest of your text. </a:t>
            </a:r>
            <a:r>
              <a:rPr lang="en-US" b="1" i="0"/>
              <a:t>Make sure to add a section title above!</a:t>
            </a:r>
            <a:endParaRPr lang="en-US"/>
          </a:p>
        </p:txBody>
      </p:sp>
      <p:sp>
        <p:nvSpPr>
          <p:cNvPr id="9" name="Text Placeholder 25">
            <a:extLst>
              <a:ext uri="{FF2B5EF4-FFF2-40B4-BE49-F238E27FC236}">
                <a16:creationId xmlns:a16="http://schemas.microsoft.com/office/drawing/2014/main" id="{93AD08C6-17FB-9827-74F1-96EF929D0D28}"/>
              </a:ext>
            </a:extLst>
          </p:cNvPr>
          <p:cNvSpPr>
            <a:spLocks noGrp="1"/>
          </p:cNvSpPr>
          <p:nvPr>
            <p:ph type="body" sz="quarter" idx="15" hasCustomPrompt="1"/>
          </p:nvPr>
        </p:nvSpPr>
        <p:spPr>
          <a:xfrm>
            <a:off x="24688800" y="7772400"/>
            <a:ext cx="10972800" cy="9601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08188" indent="-434975">
              <a:tabLst/>
              <a:defRPr sz="4000" b="0" i="0">
                <a:latin typeface="Arial Nova Cond" panose="020B0506020202020204" pitchFamily="34" charset="0"/>
              </a:defRPr>
            </a:lvl4pPr>
            <a:lvl5pPr marL="2690813" indent="-473075">
              <a:tabLst/>
              <a:defRPr sz="4000" b="0" i="0">
                <a:latin typeface="Arial Nova Cond" panose="020B0506020202020204" pitchFamily="34" charset="0"/>
              </a:defRPr>
            </a:lvl5pPr>
          </a:lstStyle>
          <a:p>
            <a:pPr lvl="0"/>
            <a:r>
              <a:rPr lang="en-US"/>
              <a:t>Conclusion: Restate the problem you addressed in your background section. Summarize the key findings from your results. What is the significance of your results/findings? What are the next steps for this research topic for you or for others? </a:t>
            </a:r>
            <a:r>
              <a:rPr lang="en-US" b="1"/>
              <a:t>Make sure to add a section title above!</a:t>
            </a:r>
            <a:endParaRPr lang="en-US"/>
          </a:p>
        </p:txBody>
      </p:sp>
      <p:sp>
        <p:nvSpPr>
          <p:cNvPr id="10" name="Content Placeholder 28">
            <a:extLst>
              <a:ext uri="{FF2B5EF4-FFF2-40B4-BE49-F238E27FC236}">
                <a16:creationId xmlns:a16="http://schemas.microsoft.com/office/drawing/2014/main" id="{789A1C95-55F7-4731-BBEA-77AEFE4F8D9B}"/>
              </a:ext>
            </a:extLst>
          </p:cNvPr>
          <p:cNvSpPr>
            <a:spLocks noGrp="1"/>
          </p:cNvSpPr>
          <p:nvPr>
            <p:ph sz="quarter" idx="13" hasCustomPrompt="1"/>
          </p:nvPr>
        </p:nvSpPr>
        <p:spPr>
          <a:xfrm>
            <a:off x="12801600" y="20346472"/>
            <a:ext cx="10972800" cy="11658600"/>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97013" indent="-45561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Graphs, tables, or images can be a great way to add visually appealing components to your poster, but make sure they are labeled and easy to read. </a:t>
            </a:r>
            <a:r>
              <a:rPr lang="en-US" b="1"/>
              <a:t>Only use images that are high-resolution.</a:t>
            </a:r>
            <a:r>
              <a:rPr lang="en-US"/>
              <a:t> Images that are too pixelated will appear blurry when printed.</a:t>
            </a:r>
          </a:p>
        </p:txBody>
      </p:sp>
      <p:sp>
        <p:nvSpPr>
          <p:cNvPr id="11" name="Content Placeholder 28">
            <a:extLst>
              <a:ext uri="{FF2B5EF4-FFF2-40B4-BE49-F238E27FC236}">
                <a16:creationId xmlns:a16="http://schemas.microsoft.com/office/drawing/2014/main" id="{01AE8A96-DC58-D640-44CE-3BFD0183301E}"/>
              </a:ext>
            </a:extLst>
          </p:cNvPr>
          <p:cNvSpPr>
            <a:spLocks noGrp="1"/>
          </p:cNvSpPr>
          <p:nvPr>
            <p:ph sz="quarter" idx="14" hasCustomPrompt="1"/>
          </p:nvPr>
        </p:nvSpPr>
        <p:spPr>
          <a:xfrm>
            <a:off x="12801600" y="7773472"/>
            <a:ext cx="10972800" cy="12115800"/>
          </a:xfrm>
        </p:spPr>
        <p:txBody>
          <a:bodyPr>
            <a:normAutofit/>
          </a:bodyPr>
          <a:lstStyle>
            <a:lvl1pPr marL="0" indent="0">
              <a:buNone/>
              <a:defRPr sz="4000" b="0" i="0">
                <a:latin typeface="Arial Nova Cond" panose="020B0506020202020204" pitchFamily="34" charset="0"/>
              </a:defRPr>
            </a:lvl1pPr>
            <a:lvl2pPr marL="984250" indent="-492125">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Data Results and Analysis: This should be your most in-depth section. Highlight the key data, findings, or themes that led to your conclusion. </a:t>
            </a:r>
            <a:r>
              <a:rPr lang="en-US" b="1"/>
              <a:t>Make sure to add a section title above!</a:t>
            </a:r>
            <a:endParaRPr lang="en-US"/>
          </a:p>
        </p:txBody>
      </p:sp>
      <p:sp>
        <p:nvSpPr>
          <p:cNvPr id="12" name="Text Placeholder 25">
            <a:extLst>
              <a:ext uri="{FF2B5EF4-FFF2-40B4-BE49-F238E27FC236}">
                <a16:creationId xmlns:a16="http://schemas.microsoft.com/office/drawing/2014/main" id="{E862BAEE-2534-ACF0-C6ED-5630ECE68F28}"/>
              </a:ext>
            </a:extLst>
          </p:cNvPr>
          <p:cNvSpPr>
            <a:spLocks noGrp="1"/>
          </p:cNvSpPr>
          <p:nvPr>
            <p:ph type="body" sz="quarter" idx="11" hasCustomPrompt="1"/>
          </p:nvPr>
        </p:nvSpPr>
        <p:spPr>
          <a:xfrm>
            <a:off x="914400" y="7772400"/>
            <a:ext cx="10972800" cy="7086600"/>
          </a:xfrm>
        </p:spPr>
        <p:txBody>
          <a:bodyPr>
            <a:normAutofit/>
          </a:bodyPr>
          <a:lstStyle>
            <a:lvl1pPr marL="0" indent="0">
              <a:buNone/>
              <a:defRPr sz="4000" b="0" i="0">
                <a:latin typeface="Arial Nova Cond" panose="020B0506020202020204" pitchFamily="34" charset="0"/>
              </a:defRPr>
            </a:lvl1pPr>
            <a:lvl2pPr marL="927100" indent="-457200">
              <a:tabLst/>
              <a:defRPr sz="4000" b="0" i="0">
                <a:latin typeface="Arial Nova Cond" panose="020B0506020202020204" pitchFamily="34" charset="0"/>
              </a:defRPr>
            </a:lvl2pPr>
            <a:lvl3pPr marL="1497013" indent="-469900">
              <a:tabLst/>
              <a:defRPr sz="4000" b="0" i="0">
                <a:latin typeface="Arial Nova Cond" panose="020B0506020202020204" pitchFamily="34" charset="0"/>
              </a:defRPr>
            </a:lvl3pPr>
            <a:lvl4pPr marL="2068513" indent="-457200">
              <a:tabLst/>
              <a:defRPr sz="4000" b="0" i="0">
                <a:latin typeface="Arial Nova Cond" panose="020B0506020202020204" pitchFamily="34" charset="0"/>
              </a:defRPr>
            </a:lvl4pPr>
            <a:lvl5pPr marL="2581275" indent="-427038">
              <a:tabLst/>
              <a:defRPr sz="4000" b="0" i="0">
                <a:latin typeface="Arial Nova Cond" panose="020B0506020202020204" pitchFamily="34" charset="0"/>
              </a:defRPr>
            </a:lvl5pPr>
          </a:lstStyle>
          <a:p>
            <a:pPr lvl="0"/>
            <a:r>
              <a:rPr lang="en-US"/>
              <a:t>Introduction: This section should include the background information on your topic. Introduce your audience to the issue or goal your research addresses and why it is important/relevant to your field. Discuss the previous work that has already been done in this area. Define key terms for your audience. </a:t>
            </a:r>
            <a:r>
              <a:rPr lang="en-US" b="1"/>
              <a:t>Make sure to add a section title above!</a:t>
            </a:r>
            <a:endParaRPr lang="en-US"/>
          </a:p>
        </p:txBody>
      </p:sp>
    </p:spTree>
    <p:extLst>
      <p:ext uri="{BB962C8B-B14F-4D97-AF65-F5344CB8AC3E}">
        <p14:creationId xmlns:p14="http://schemas.microsoft.com/office/powerpoint/2010/main" val="4012636676"/>
      </p:ext>
    </p:extLst>
  </p:cSld>
  <p:clrMapOvr>
    <a:masterClrMapping/>
  </p:clrMapOvr>
  <p:extLst>
    <p:ext uri="{DCECCB84-F9BA-43D5-87BE-67443E8EF086}">
      <p15:sldGuideLst xmlns:p15="http://schemas.microsoft.com/office/powerpoint/2012/main">
        <p15:guide id="1" orient="horz" pos="4896">
          <p15:clr>
            <a:srgbClr val="FBAE40"/>
          </p15:clr>
        </p15:guide>
        <p15:guide id="2" pos="345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Gold Blank Poster 1">
    <p:spTree>
      <p:nvGrpSpPr>
        <p:cNvPr id="1" name=""/>
        <p:cNvGrpSpPr/>
        <p:nvPr/>
      </p:nvGrpSpPr>
      <p:grpSpPr>
        <a:xfrm>
          <a:off x="0" y="0"/>
          <a:ext cx="0" cy="0"/>
          <a:chOff x="0" y="0"/>
          <a:chExt cx="0" cy="0"/>
        </a:xfrm>
      </p:grpSpPr>
      <p:pic>
        <p:nvPicPr>
          <p:cNvPr id="4" name="Picture 3" descr="A yellow rectangular object with a black line&#10;&#10;Description automatically generated with medium confidence">
            <a:extLst>
              <a:ext uri="{FF2B5EF4-FFF2-40B4-BE49-F238E27FC236}">
                <a16:creationId xmlns:a16="http://schemas.microsoft.com/office/drawing/2014/main" id="{23F0C01B-EC68-49B7-117E-513F6934064E}"/>
              </a:ext>
            </a:extLst>
          </p:cNvPr>
          <p:cNvPicPr>
            <a:picLocks noChangeAspect="1"/>
          </p:cNvPicPr>
          <p:nvPr userDrawn="1"/>
        </p:nvPicPr>
        <p:blipFill>
          <a:blip r:embed="rId2"/>
          <a:stretch>
            <a:fillRect/>
          </a:stretch>
        </p:blipFill>
        <p:spPr>
          <a:xfrm>
            <a:off x="0" y="0"/>
            <a:ext cx="36576000" cy="4572000"/>
          </a:xfrm>
          <a:prstGeom prst="rect">
            <a:avLst/>
          </a:prstGeom>
        </p:spPr>
      </p:pic>
      <p:sp>
        <p:nvSpPr>
          <p:cNvPr id="18" name="Text Placeholder 9">
            <a:extLst>
              <a:ext uri="{FF2B5EF4-FFF2-40B4-BE49-F238E27FC236}">
                <a16:creationId xmlns:a16="http://schemas.microsoft.com/office/drawing/2014/main" id="{C5117E31-D4DA-38B0-C32F-884F15C97A2E}"/>
              </a:ext>
            </a:extLst>
          </p:cNvPr>
          <p:cNvSpPr>
            <a:spLocks noGrp="1"/>
          </p:cNvSpPr>
          <p:nvPr>
            <p:ph type="body" sz="quarter" idx="10" hasCustomPrompt="1"/>
          </p:nvPr>
        </p:nvSpPr>
        <p:spPr>
          <a:xfrm>
            <a:off x="5486400" y="3337970"/>
            <a:ext cx="29718000" cy="914400"/>
          </a:xfrm>
        </p:spPr>
        <p:txBody>
          <a:bodyPr>
            <a:noAutofit/>
          </a:bodyPr>
          <a:lstStyle>
            <a:lvl1pPr marL="0" indent="0">
              <a:lnSpc>
                <a:spcPct val="100000"/>
              </a:lnSpc>
              <a:buNone/>
              <a:defRPr sz="5500" b="0" i="0">
                <a:solidFill>
                  <a:schemeClr val="tx1"/>
                </a:solidFill>
                <a:latin typeface="Arial Nova Cond" panose="020B0506020202020204" pitchFamily="34" charset="0"/>
              </a:defRPr>
            </a:lvl1pPr>
          </a:lstStyle>
          <a:p>
            <a:pPr lvl="0"/>
            <a:r>
              <a:rPr lang="en-US"/>
              <a:t>Your Name Here, Department; Mentor Name, Department; Other Contributors</a:t>
            </a:r>
          </a:p>
        </p:txBody>
      </p:sp>
      <p:sp>
        <p:nvSpPr>
          <p:cNvPr id="19" name="Title 5">
            <a:extLst>
              <a:ext uri="{FF2B5EF4-FFF2-40B4-BE49-F238E27FC236}">
                <a16:creationId xmlns:a16="http://schemas.microsoft.com/office/drawing/2014/main" id="{8B2C22E4-A131-E676-95D8-0DEB89FA8245}"/>
              </a:ext>
            </a:extLst>
          </p:cNvPr>
          <p:cNvSpPr>
            <a:spLocks noGrp="1"/>
          </p:cNvSpPr>
          <p:nvPr>
            <p:ph type="title" hasCustomPrompt="1"/>
          </p:nvPr>
        </p:nvSpPr>
        <p:spPr>
          <a:xfrm>
            <a:off x="5486400" y="320450"/>
            <a:ext cx="29718000" cy="3017520"/>
          </a:xfrm>
        </p:spPr>
        <p:txBody>
          <a:bodyPr anchor="t">
            <a:normAutofit/>
          </a:bodyPr>
          <a:lstStyle>
            <a:lvl1pPr>
              <a:lnSpc>
                <a:spcPct val="100000"/>
              </a:lnSpc>
              <a:defRPr sz="9600" b="0" i="0">
                <a:solidFill>
                  <a:schemeClr val="tx1"/>
                </a:solidFill>
                <a:latin typeface="Arial Nova Cond" panose="020B0506020202020204" pitchFamily="34" charset="0"/>
              </a:defRPr>
            </a:lvl1pPr>
          </a:lstStyle>
          <a:p>
            <a:r>
              <a:rPr lang="en-US"/>
              <a:t>Poster Title Goes Here</a:t>
            </a:r>
            <a:br>
              <a:rPr lang="en-US"/>
            </a:br>
            <a:r>
              <a:rPr lang="en-US"/>
              <a:t>Adjust Font Size As Needed</a:t>
            </a:r>
          </a:p>
        </p:txBody>
      </p:sp>
    </p:spTree>
    <p:extLst>
      <p:ext uri="{BB962C8B-B14F-4D97-AF65-F5344CB8AC3E}">
        <p14:creationId xmlns:p14="http://schemas.microsoft.com/office/powerpoint/2010/main" val="15131362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old Blank Poster 2">
    <p:spTree>
      <p:nvGrpSpPr>
        <p:cNvPr id="1" name=""/>
        <p:cNvGrpSpPr/>
        <p:nvPr/>
      </p:nvGrpSpPr>
      <p:grpSpPr>
        <a:xfrm>
          <a:off x="0" y="0"/>
          <a:ext cx="0" cy="0"/>
          <a:chOff x="0" y="0"/>
          <a:chExt cx="0" cy="0"/>
        </a:xfrm>
      </p:grpSpPr>
      <p:pic>
        <p:nvPicPr>
          <p:cNvPr id="6" name="Picture 5" descr="A yellow rectangular object with a black line&#10;&#10;Description automatically generated with medium confidence">
            <a:extLst>
              <a:ext uri="{FF2B5EF4-FFF2-40B4-BE49-F238E27FC236}">
                <a16:creationId xmlns:a16="http://schemas.microsoft.com/office/drawing/2014/main" id="{EC80DBD1-77D3-1213-7AC7-08089891695A}"/>
              </a:ext>
            </a:extLst>
          </p:cNvPr>
          <p:cNvPicPr>
            <a:picLocks noChangeAspect="1"/>
          </p:cNvPicPr>
          <p:nvPr userDrawn="1"/>
        </p:nvPicPr>
        <p:blipFill>
          <a:blip r:embed="rId2"/>
          <a:stretch>
            <a:fillRect/>
          </a:stretch>
        </p:blipFill>
        <p:spPr>
          <a:xfrm>
            <a:off x="0" y="0"/>
            <a:ext cx="36576000" cy="4572000"/>
          </a:xfrm>
          <a:prstGeom prst="rect">
            <a:avLst/>
          </a:prstGeom>
        </p:spPr>
      </p:pic>
      <p:sp>
        <p:nvSpPr>
          <p:cNvPr id="2" name="Text Placeholder 9">
            <a:extLst>
              <a:ext uri="{FF2B5EF4-FFF2-40B4-BE49-F238E27FC236}">
                <a16:creationId xmlns:a16="http://schemas.microsoft.com/office/drawing/2014/main" id="{66ABC9EA-4185-6A15-FB38-DC17B8DB8063}"/>
              </a:ext>
            </a:extLst>
          </p:cNvPr>
          <p:cNvSpPr>
            <a:spLocks noGrp="1"/>
          </p:cNvSpPr>
          <p:nvPr>
            <p:ph type="body" sz="quarter" idx="10" hasCustomPrompt="1"/>
          </p:nvPr>
        </p:nvSpPr>
        <p:spPr>
          <a:xfrm>
            <a:off x="1371600" y="3334528"/>
            <a:ext cx="28346400" cy="914400"/>
          </a:xfrm>
        </p:spPr>
        <p:txBody>
          <a:bodyPr>
            <a:noAutofit/>
          </a:bodyPr>
          <a:lstStyle>
            <a:lvl1pPr marL="0" indent="0">
              <a:lnSpc>
                <a:spcPct val="100000"/>
              </a:lnSpc>
              <a:buNone/>
              <a:defRPr sz="5500" b="0" i="0">
                <a:solidFill>
                  <a:schemeClr val="tx1"/>
                </a:solidFill>
                <a:latin typeface="Arial Nova Cond" panose="020B0506020202020204" pitchFamily="34" charset="0"/>
              </a:defRPr>
            </a:lvl1pPr>
          </a:lstStyle>
          <a:p>
            <a:pPr lvl="0"/>
            <a:r>
              <a:rPr lang="en-US"/>
              <a:t>Your Name Here, Department; Mentor Name, Department; Other Contributors</a:t>
            </a:r>
          </a:p>
        </p:txBody>
      </p:sp>
      <p:sp>
        <p:nvSpPr>
          <p:cNvPr id="3" name="Title 5">
            <a:extLst>
              <a:ext uri="{FF2B5EF4-FFF2-40B4-BE49-F238E27FC236}">
                <a16:creationId xmlns:a16="http://schemas.microsoft.com/office/drawing/2014/main" id="{2115DC44-C12D-DFE4-C8C0-871247148B4D}"/>
              </a:ext>
            </a:extLst>
          </p:cNvPr>
          <p:cNvSpPr>
            <a:spLocks noGrp="1"/>
          </p:cNvSpPr>
          <p:nvPr>
            <p:ph type="title" hasCustomPrompt="1"/>
          </p:nvPr>
        </p:nvSpPr>
        <p:spPr>
          <a:xfrm>
            <a:off x="1371600" y="317008"/>
            <a:ext cx="28346400" cy="3017520"/>
          </a:xfrm>
        </p:spPr>
        <p:txBody>
          <a:bodyPr anchor="t">
            <a:normAutofit/>
          </a:bodyPr>
          <a:lstStyle>
            <a:lvl1pPr>
              <a:lnSpc>
                <a:spcPct val="100000"/>
              </a:lnSpc>
              <a:defRPr sz="9600" b="0" i="0">
                <a:solidFill>
                  <a:schemeClr val="tx1"/>
                </a:solidFill>
                <a:latin typeface="Arial Nova Cond" panose="020B0506020202020204" pitchFamily="34" charset="0"/>
              </a:defRPr>
            </a:lvl1pPr>
          </a:lstStyle>
          <a:p>
            <a:r>
              <a:rPr lang="en-US"/>
              <a:t>Poster Title Goes Here</a:t>
            </a:r>
            <a:br>
              <a:rPr lang="en-US"/>
            </a:br>
            <a:r>
              <a:rPr lang="en-US"/>
              <a:t>Adjust Font Size As Needed</a:t>
            </a:r>
          </a:p>
        </p:txBody>
      </p:sp>
    </p:spTree>
    <p:extLst>
      <p:ext uri="{BB962C8B-B14F-4D97-AF65-F5344CB8AC3E}">
        <p14:creationId xmlns:p14="http://schemas.microsoft.com/office/powerpoint/2010/main" val="27675995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old Template Poster 1">
    <p:spTree>
      <p:nvGrpSpPr>
        <p:cNvPr id="1" name=""/>
        <p:cNvGrpSpPr/>
        <p:nvPr/>
      </p:nvGrpSpPr>
      <p:grpSpPr>
        <a:xfrm>
          <a:off x="0" y="0"/>
          <a:ext cx="0" cy="0"/>
          <a:chOff x="0" y="0"/>
          <a:chExt cx="0" cy="0"/>
        </a:xfrm>
      </p:grpSpPr>
      <p:pic>
        <p:nvPicPr>
          <p:cNvPr id="13" name="Picture 12" descr="A yellow rectangular object with a black line&#10;&#10;Description automatically generated with medium confidence">
            <a:extLst>
              <a:ext uri="{FF2B5EF4-FFF2-40B4-BE49-F238E27FC236}">
                <a16:creationId xmlns:a16="http://schemas.microsoft.com/office/drawing/2014/main" id="{8A03D775-B4C5-B4A9-3206-530E7A2EEF13}"/>
              </a:ext>
            </a:extLst>
          </p:cNvPr>
          <p:cNvPicPr>
            <a:picLocks noChangeAspect="1"/>
          </p:cNvPicPr>
          <p:nvPr userDrawn="1"/>
        </p:nvPicPr>
        <p:blipFill>
          <a:blip r:embed="rId2"/>
          <a:stretch>
            <a:fillRect/>
          </a:stretch>
        </p:blipFill>
        <p:spPr>
          <a:xfrm>
            <a:off x="0" y="0"/>
            <a:ext cx="36576000" cy="4572000"/>
          </a:xfrm>
          <a:prstGeom prst="rect">
            <a:avLst/>
          </a:prstGeom>
        </p:spPr>
      </p:pic>
      <p:sp>
        <p:nvSpPr>
          <p:cNvPr id="39" name="Text Placeholder 34">
            <a:extLst>
              <a:ext uri="{FF2B5EF4-FFF2-40B4-BE49-F238E27FC236}">
                <a16:creationId xmlns:a16="http://schemas.microsoft.com/office/drawing/2014/main" id="{80759B05-CC2A-64BB-F41A-2C7BA4077234}"/>
              </a:ext>
            </a:extLst>
          </p:cNvPr>
          <p:cNvSpPr>
            <a:spLocks noGrp="1"/>
          </p:cNvSpPr>
          <p:nvPr>
            <p:ph type="body" sz="quarter" idx="22"/>
          </p:nvPr>
        </p:nvSpPr>
        <p:spPr>
          <a:xfrm>
            <a:off x="24686514" y="18060472"/>
            <a:ext cx="10972800" cy="1828800"/>
          </a:xfrm>
          <a:solidFill>
            <a:srgbClr val="F6BE00"/>
          </a:solidFill>
        </p:spPr>
        <p:txBody>
          <a:bodyPr anchor="ctr">
            <a:noAutofit/>
          </a:bodyPr>
          <a:lstStyle>
            <a:lvl1pPr marL="0" indent="0" algn="ctr">
              <a:buNone/>
              <a:defRPr sz="8200" b="0" i="0">
                <a:solidFill>
                  <a:schemeClr val="tx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8" name="Text Placeholder 34">
            <a:extLst>
              <a:ext uri="{FF2B5EF4-FFF2-40B4-BE49-F238E27FC236}">
                <a16:creationId xmlns:a16="http://schemas.microsoft.com/office/drawing/2014/main" id="{34A50BB6-C388-248A-D452-19DF2B04D370}"/>
              </a:ext>
            </a:extLst>
          </p:cNvPr>
          <p:cNvSpPr>
            <a:spLocks noGrp="1"/>
          </p:cNvSpPr>
          <p:nvPr>
            <p:ph type="body" sz="quarter" idx="21"/>
          </p:nvPr>
        </p:nvSpPr>
        <p:spPr>
          <a:xfrm>
            <a:off x="914400" y="15548487"/>
            <a:ext cx="10972800" cy="1828800"/>
          </a:xfrm>
          <a:solidFill>
            <a:srgbClr val="F6BE00"/>
          </a:solidFill>
        </p:spPr>
        <p:txBody>
          <a:bodyPr anchor="ctr">
            <a:noAutofit/>
          </a:bodyPr>
          <a:lstStyle>
            <a:lvl1pPr marL="0" indent="0" algn="ctr">
              <a:buNone/>
              <a:defRPr sz="8200" b="0" i="0">
                <a:solidFill>
                  <a:schemeClr val="tx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7" name="Text Placeholder 34">
            <a:extLst>
              <a:ext uri="{FF2B5EF4-FFF2-40B4-BE49-F238E27FC236}">
                <a16:creationId xmlns:a16="http://schemas.microsoft.com/office/drawing/2014/main" id="{A84384B7-196F-014A-C966-FE0B4FD08BE4}"/>
              </a:ext>
            </a:extLst>
          </p:cNvPr>
          <p:cNvSpPr>
            <a:spLocks noGrp="1"/>
          </p:cNvSpPr>
          <p:nvPr>
            <p:ph type="body" sz="quarter" idx="20"/>
          </p:nvPr>
        </p:nvSpPr>
        <p:spPr>
          <a:xfrm>
            <a:off x="24688800" y="5486400"/>
            <a:ext cx="10972800" cy="1828800"/>
          </a:xfrm>
          <a:solidFill>
            <a:srgbClr val="F6BE00"/>
          </a:solidFill>
        </p:spPr>
        <p:txBody>
          <a:bodyPr anchor="ctr">
            <a:noAutofit/>
          </a:bodyPr>
          <a:lstStyle>
            <a:lvl1pPr marL="0" indent="0" algn="ctr">
              <a:buNone/>
              <a:defRPr sz="8200" b="0" i="0">
                <a:solidFill>
                  <a:schemeClr val="tx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6" name="Text Placeholder 34">
            <a:extLst>
              <a:ext uri="{FF2B5EF4-FFF2-40B4-BE49-F238E27FC236}">
                <a16:creationId xmlns:a16="http://schemas.microsoft.com/office/drawing/2014/main" id="{003134DC-F613-7A96-869F-33CF1B15CEE8}"/>
              </a:ext>
            </a:extLst>
          </p:cNvPr>
          <p:cNvSpPr>
            <a:spLocks noGrp="1"/>
          </p:cNvSpPr>
          <p:nvPr>
            <p:ph type="body" sz="quarter" idx="19"/>
          </p:nvPr>
        </p:nvSpPr>
        <p:spPr>
          <a:xfrm>
            <a:off x="12801600" y="5486400"/>
            <a:ext cx="10972800" cy="1828800"/>
          </a:xfrm>
          <a:solidFill>
            <a:srgbClr val="F6BE00"/>
          </a:solidFill>
        </p:spPr>
        <p:txBody>
          <a:bodyPr anchor="ctr">
            <a:noAutofit/>
          </a:bodyPr>
          <a:lstStyle>
            <a:lvl1pPr marL="0" indent="0" algn="ctr">
              <a:buNone/>
              <a:defRPr sz="8200" b="0" i="0">
                <a:solidFill>
                  <a:schemeClr val="tx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5" name="Text Placeholder 34">
            <a:extLst>
              <a:ext uri="{FF2B5EF4-FFF2-40B4-BE49-F238E27FC236}">
                <a16:creationId xmlns:a16="http://schemas.microsoft.com/office/drawing/2014/main" id="{6197EA4A-7B87-D00F-07E1-1D22E98B4F5D}"/>
              </a:ext>
            </a:extLst>
          </p:cNvPr>
          <p:cNvSpPr>
            <a:spLocks noGrp="1"/>
          </p:cNvSpPr>
          <p:nvPr>
            <p:ph type="body" sz="quarter" idx="18"/>
          </p:nvPr>
        </p:nvSpPr>
        <p:spPr>
          <a:xfrm>
            <a:off x="914400" y="5486400"/>
            <a:ext cx="10972800" cy="1828800"/>
          </a:xfrm>
          <a:solidFill>
            <a:srgbClr val="F6BE00"/>
          </a:solidFill>
        </p:spPr>
        <p:txBody>
          <a:bodyPr anchor="ctr">
            <a:noAutofit/>
          </a:bodyPr>
          <a:lstStyle>
            <a:lvl1pPr marL="0" indent="0" algn="ctr">
              <a:buNone/>
              <a:defRPr sz="8200" b="0" i="0">
                <a:solidFill>
                  <a:schemeClr val="tx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10" name="Text Placeholder 9">
            <a:extLst>
              <a:ext uri="{FF2B5EF4-FFF2-40B4-BE49-F238E27FC236}">
                <a16:creationId xmlns:a16="http://schemas.microsoft.com/office/drawing/2014/main" id="{27804880-C918-AD60-D5A9-D01E99713C15}"/>
              </a:ext>
            </a:extLst>
          </p:cNvPr>
          <p:cNvSpPr>
            <a:spLocks noGrp="1"/>
          </p:cNvSpPr>
          <p:nvPr>
            <p:ph type="body" sz="quarter" idx="10" hasCustomPrompt="1"/>
          </p:nvPr>
        </p:nvSpPr>
        <p:spPr>
          <a:xfrm>
            <a:off x="5486400" y="3337970"/>
            <a:ext cx="29718000" cy="914400"/>
          </a:xfrm>
        </p:spPr>
        <p:txBody>
          <a:bodyPr>
            <a:noAutofit/>
          </a:bodyPr>
          <a:lstStyle>
            <a:lvl1pPr marL="0" indent="0">
              <a:lnSpc>
                <a:spcPct val="100000"/>
              </a:lnSpc>
              <a:buNone/>
              <a:defRPr sz="5500" b="0" i="0">
                <a:solidFill>
                  <a:schemeClr val="tx1"/>
                </a:solidFill>
                <a:latin typeface="Arial Nova Cond" panose="020B0506020202020204" pitchFamily="34" charset="0"/>
              </a:defRPr>
            </a:lvl1pPr>
          </a:lstStyle>
          <a:p>
            <a:pPr lvl="0"/>
            <a:r>
              <a:rPr lang="en-US"/>
              <a:t>Your Name Here, Department; Mentor Name, Department; Other Contributors</a:t>
            </a:r>
          </a:p>
        </p:txBody>
      </p:sp>
      <p:sp>
        <p:nvSpPr>
          <p:cNvPr id="6" name="Title 5">
            <a:extLst>
              <a:ext uri="{FF2B5EF4-FFF2-40B4-BE49-F238E27FC236}">
                <a16:creationId xmlns:a16="http://schemas.microsoft.com/office/drawing/2014/main" id="{25171E06-7B92-1FDF-EF04-D81E7F2525E0}"/>
              </a:ext>
            </a:extLst>
          </p:cNvPr>
          <p:cNvSpPr>
            <a:spLocks noGrp="1"/>
          </p:cNvSpPr>
          <p:nvPr>
            <p:ph type="title" hasCustomPrompt="1"/>
          </p:nvPr>
        </p:nvSpPr>
        <p:spPr>
          <a:xfrm>
            <a:off x="5486400" y="320450"/>
            <a:ext cx="29718000" cy="3017520"/>
          </a:xfrm>
        </p:spPr>
        <p:txBody>
          <a:bodyPr anchor="t">
            <a:normAutofit/>
          </a:bodyPr>
          <a:lstStyle>
            <a:lvl1pPr>
              <a:lnSpc>
                <a:spcPct val="100000"/>
              </a:lnSpc>
              <a:defRPr sz="9600" b="0" i="0">
                <a:solidFill>
                  <a:schemeClr val="tx1"/>
                </a:solidFill>
                <a:latin typeface="Arial Nova Cond" panose="020B0506020202020204" pitchFamily="34" charset="0"/>
              </a:defRPr>
            </a:lvl1pPr>
          </a:lstStyle>
          <a:p>
            <a:r>
              <a:rPr lang="en-US"/>
              <a:t>Poster Title Goes Here</a:t>
            </a:r>
            <a:br>
              <a:rPr lang="en-US"/>
            </a:br>
            <a:r>
              <a:rPr lang="en-US"/>
              <a:t>Adjust Font Size As Needed</a:t>
            </a:r>
          </a:p>
        </p:txBody>
      </p:sp>
      <p:sp>
        <p:nvSpPr>
          <p:cNvPr id="40" name="Text Placeholder 34">
            <a:extLst>
              <a:ext uri="{FF2B5EF4-FFF2-40B4-BE49-F238E27FC236}">
                <a16:creationId xmlns:a16="http://schemas.microsoft.com/office/drawing/2014/main" id="{168FC78A-B2B4-4AF1-63BB-20788CA570DD}"/>
              </a:ext>
            </a:extLst>
          </p:cNvPr>
          <p:cNvSpPr>
            <a:spLocks noGrp="1"/>
          </p:cNvSpPr>
          <p:nvPr>
            <p:ph type="body" sz="quarter" idx="23"/>
          </p:nvPr>
        </p:nvSpPr>
        <p:spPr>
          <a:xfrm>
            <a:off x="24686514" y="25831800"/>
            <a:ext cx="10972800" cy="1828800"/>
          </a:xfrm>
          <a:solidFill>
            <a:srgbClr val="F6BE00"/>
          </a:solidFill>
        </p:spPr>
        <p:txBody>
          <a:bodyPr anchor="ctr">
            <a:noAutofit/>
          </a:bodyPr>
          <a:lstStyle>
            <a:lvl1pPr marL="0" indent="0" algn="ctr">
              <a:buNone/>
              <a:defRPr sz="8200" b="0" i="0">
                <a:solidFill>
                  <a:schemeClr val="tx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 name="Text Placeholder 25">
            <a:extLst>
              <a:ext uri="{FF2B5EF4-FFF2-40B4-BE49-F238E27FC236}">
                <a16:creationId xmlns:a16="http://schemas.microsoft.com/office/drawing/2014/main" id="{405B72C8-3E5B-0563-6C38-2AF5864029AE}"/>
              </a:ext>
            </a:extLst>
          </p:cNvPr>
          <p:cNvSpPr>
            <a:spLocks noGrp="1"/>
          </p:cNvSpPr>
          <p:nvPr>
            <p:ph type="body" sz="quarter" idx="12" hasCustomPrompt="1"/>
          </p:nvPr>
        </p:nvSpPr>
        <p:spPr>
          <a:xfrm>
            <a:off x="914400" y="17830727"/>
            <a:ext cx="10972800" cy="14168814"/>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39863" indent="-4365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Methods/Approach/Theory: Describe the approach or method you used to acquire your data or findings. How did you do what you did? Explain the advantages and limitations of the approach you used. Why was this method chosen over others? </a:t>
            </a:r>
            <a:r>
              <a:rPr lang="en-US" b="1"/>
              <a:t>Make sure to add a section title above!</a:t>
            </a:r>
            <a:endParaRPr lang="en-US"/>
          </a:p>
        </p:txBody>
      </p:sp>
      <p:sp>
        <p:nvSpPr>
          <p:cNvPr id="4" name="Text Placeholder 25">
            <a:extLst>
              <a:ext uri="{FF2B5EF4-FFF2-40B4-BE49-F238E27FC236}">
                <a16:creationId xmlns:a16="http://schemas.microsoft.com/office/drawing/2014/main" id="{3AC41338-8993-33E2-9EF4-1B732C7BD9F6}"/>
              </a:ext>
            </a:extLst>
          </p:cNvPr>
          <p:cNvSpPr>
            <a:spLocks noGrp="1"/>
          </p:cNvSpPr>
          <p:nvPr>
            <p:ph type="body" sz="quarter" idx="17" hasCustomPrompt="1"/>
          </p:nvPr>
        </p:nvSpPr>
        <p:spPr>
          <a:xfrm>
            <a:off x="24686514" y="28118872"/>
            <a:ext cx="10972800" cy="3886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Acknowledgments: This is a space to give recognition to mentors, peers, or others who helped you along the way. Additionally, you should also identify sources of funding such as SURF, Mellon, </a:t>
            </a:r>
            <a:r>
              <a:rPr lang="en-US" err="1"/>
              <a:t>Pharis</a:t>
            </a:r>
            <a:r>
              <a:rPr lang="en-US"/>
              <a:t> Fellows, REUs, or other grant entities that supported your or your faculty mentor. </a:t>
            </a:r>
            <a:r>
              <a:rPr lang="en-US" b="1"/>
              <a:t>Make sure to add a section title above!</a:t>
            </a:r>
            <a:endParaRPr lang="en-US"/>
          </a:p>
        </p:txBody>
      </p:sp>
      <p:sp>
        <p:nvSpPr>
          <p:cNvPr id="5" name="Text Placeholder 25">
            <a:extLst>
              <a:ext uri="{FF2B5EF4-FFF2-40B4-BE49-F238E27FC236}">
                <a16:creationId xmlns:a16="http://schemas.microsoft.com/office/drawing/2014/main" id="{0BE282AB-EF17-FC92-1F09-34532CEF7C45}"/>
              </a:ext>
            </a:extLst>
          </p:cNvPr>
          <p:cNvSpPr>
            <a:spLocks noGrp="1"/>
          </p:cNvSpPr>
          <p:nvPr>
            <p:ph type="body" sz="quarter" idx="16" hasCustomPrompt="1"/>
          </p:nvPr>
        </p:nvSpPr>
        <p:spPr>
          <a:xfrm>
            <a:off x="24686514" y="20345400"/>
            <a:ext cx="10972800" cy="4800600"/>
          </a:xfrm>
        </p:spPr>
        <p:txBody>
          <a:bodyPr>
            <a:normAutofit/>
          </a:bodyPr>
          <a:lstStyle>
            <a:lvl1pPr marL="0" indent="0">
              <a:buNone/>
              <a:defRPr sz="3200" b="0" i="0">
                <a:latin typeface="Arial Nova Cond" panose="020B0506020202020204" pitchFamily="34" charset="0"/>
              </a:defRPr>
            </a:lvl1pPr>
            <a:lvl2pPr marL="928688" indent="-474663">
              <a:tabLst/>
              <a:defRPr sz="3200" b="0" i="1">
                <a:latin typeface="Arial Nova Cond" panose="020B0506020202020204" pitchFamily="34" charset="0"/>
              </a:defRPr>
            </a:lvl2pPr>
            <a:lvl3pPr marL="1497013" indent="-474663">
              <a:tabLst/>
              <a:defRPr sz="3200" b="0" i="1">
                <a:latin typeface="Arial Nova Cond" panose="020B0506020202020204" pitchFamily="34" charset="0"/>
              </a:defRPr>
            </a:lvl3pPr>
            <a:lvl4pPr marL="2065338" indent="-455613">
              <a:tabLst/>
              <a:defRPr sz="3200" b="0" i="1">
                <a:latin typeface="Arial Nova Cond" panose="020B0506020202020204" pitchFamily="34" charset="0"/>
              </a:defRPr>
            </a:lvl4pPr>
            <a:lvl5pPr marL="2633663" indent="-473075">
              <a:tabLst/>
              <a:defRPr sz="3200" b="0" i="1">
                <a:latin typeface="Arial Nova Cond" panose="020B0506020202020204" pitchFamily="34" charset="0"/>
              </a:defRPr>
            </a:lvl5pPr>
          </a:lstStyle>
          <a:p>
            <a:pPr lvl="0"/>
            <a:r>
              <a:rPr lang="en-US" i="0"/>
              <a:t>References: If you reference any ideas, theories, etc. from other authors, make sure to appropriately cite them. References should be in a slightly smaller font than the rest of your text. </a:t>
            </a:r>
            <a:r>
              <a:rPr lang="en-US" b="1" i="0"/>
              <a:t>Make sure to add a section title above!</a:t>
            </a:r>
            <a:endParaRPr lang="en-US"/>
          </a:p>
        </p:txBody>
      </p:sp>
      <p:sp>
        <p:nvSpPr>
          <p:cNvPr id="8" name="Text Placeholder 25">
            <a:extLst>
              <a:ext uri="{FF2B5EF4-FFF2-40B4-BE49-F238E27FC236}">
                <a16:creationId xmlns:a16="http://schemas.microsoft.com/office/drawing/2014/main" id="{8E1C5F44-724D-AC17-4A3C-6223CC8B834F}"/>
              </a:ext>
            </a:extLst>
          </p:cNvPr>
          <p:cNvSpPr>
            <a:spLocks noGrp="1"/>
          </p:cNvSpPr>
          <p:nvPr>
            <p:ph type="body" sz="quarter" idx="15" hasCustomPrompt="1"/>
          </p:nvPr>
        </p:nvSpPr>
        <p:spPr>
          <a:xfrm>
            <a:off x="24688800" y="7772400"/>
            <a:ext cx="10972800" cy="9601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08188" indent="-434975">
              <a:tabLst/>
              <a:defRPr sz="4000" b="0" i="0">
                <a:latin typeface="Arial Nova Cond" panose="020B0506020202020204" pitchFamily="34" charset="0"/>
              </a:defRPr>
            </a:lvl4pPr>
            <a:lvl5pPr marL="2690813" indent="-473075">
              <a:tabLst/>
              <a:defRPr sz="4000" b="0" i="0">
                <a:latin typeface="Arial Nova Cond" panose="020B0506020202020204" pitchFamily="34" charset="0"/>
              </a:defRPr>
            </a:lvl5pPr>
          </a:lstStyle>
          <a:p>
            <a:pPr lvl="0"/>
            <a:r>
              <a:rPr lang="en-US"/>
              <a:t>Conclusion: Restate the problem you addressed in your background section. Summarize the key findings from your results. What is the significance of your results/findings? What are the next steps for this research topic for you or for others? </a:t>
            </a:r>
            <a:r>
              <a:rPr lang="en-US" b="1"/>
              <a:t>Make sure to add a section title above!</a:t>
            </a:r>
            <a:endParaRPr lang="en-US"/>
          </a:p>
        </p:txBody>
      </p:sp>
      <p:sp>
        <p:nvSpPr>
          <p:cNvPr id="9" name="Content Placeholder 28">
            <a:extLst>
              <a:ext uri="{FF2B5EF4-FFF2-40B4-BE49-F238E27FC236}">
                <a16:creationId xmlns:a16="http://schemas.microsoft.com/office/drawing/2014/main" id="{60DE4768-8AB5-A2F0-CB07-F0A3939B5F74}"/>
              </a:ext>
            </a:extLst>
          </p:cNvPr>
          <p:cNvSpPr>
            <a:spLocks noGrp="1"/>
          </p:cNvSpPr>
          <p:nvPr>
            <p:ph sz="quarter" idx="13" hasCustomPrompt="1"/>
          </p:nvPr>
        </p:nvSpPr>
        <p:spPr>
          <a:xfrm>
            <a:off x="12801600" y="20346472"/>
            <a:ext cx="10972800" cy="11658600"/>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97013" indent="-45561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Graphs, tables, or images can be a great way to add visually appealing components to your poster, but make sure they are labeled and easy to read. </a:t>
            </a:r>
            <a:r>
              <a:rPr lang="en-US" b="1"/>
              <a:t>Only use images that are high-resolution.</a:t>
            </a:r>
            <a:r>
              <a:rPr lang="en-US"/>
              <a:t> Images that are too pixelated will appear blurry when printed.</a:t>
            </a:r>
          </a:p>
        </p:txBody>
      </p:sp>
      <p:sp>
        <p:nvSpPr>
          <p:cNvPr id="11" name="Content Placeholder 28">
            <a:extLst>
              <a:ext uri="{FF2B5EF4-FFF2-40B4-BE49-F238E27FC236}">
                <a16:creationId xmlns:a16="http://schemas.microsoft.com/office/drawing/2014/main" id="{5DF82B01-41CE-BC9D-2E23-CF8D75346188}"/>
              </a:ext>
            </a:extLst>
          </p:cNvPr>
          <p:cNvSpPr>
            <a:spLocks noGrp="1"/>
          </p:cNvSpPr>
          <p:nvPr>
            <p:ph sz="quarter" idx="14" hasCustomPrompt="1"/>
          </p:nvPr>
        </p:nvSpPr>
        <p:spPr>
          <a:xfrm>
            <a:off x="12801600" y="7773472"/>
            <a:ext cx="10972800" cy="12115800"/>
          </a:xfrm>
        </p:spPr>
        <p:txBody>
          <a:bodyPr>
            <a:normAutofit/>
          </a:bodyPr>
          <a:lstStyle>
            <a:lvl1pPr marL="0" indent="0">
              <a:buNone/>
              <a:defRPr sz="4000" b="0" i="0">
                <a:latin typeface="Arial Nova Cond" panose="020B0506020202020204" pitchFamily="34" charset="0"/>
              </a:defRPr>
            </a:lvl1pPr>
            <a:lvl2pPr marL="984250" indent="-492125">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Data Results and Analysis: This should be your most in-depth section. Highlight the key data, findings, or themes that led to your conclusion. </a:t>
            </a:r>
            <a:r>
              <a:rPr lang="en-US" b="1"/>
              <a:t>Make sure to add a section title above!</a:t>
            </a:r>
            <a:endParaRPr lang="en-US"/>
          </a:p>
        </p:txBody>
      </p:sp>
      <p:sp>
        <p:nvSpPr>
          <p:cNvPr id="12" name="Text Placeholder 25">
            <a:extLst>
              <a:ext uri="{FF2B5EF4-FFF2-40B4-BE49-F238E27FC236}">
                <a16:creationId xmlns:a16="http://schemas.microsoft.com/office/drawing/2014/main" id="{5F0B6505-150F-125E-32C7-B8AF4B574F33}"/>
              </a:ext>
            </a:extLst>
          </p:cNvPr>
          <p:cNvSpPr>
            <a:spLocks noGrp="1"/>
          </p:cNvSpPr>
          <p:nvPr>
            <p:ph type="body" sz="quarter" idx="11" hasCustomPrompt="1"/>
          </p:nvPr>
        </p:nvSpPr>
        <p:spPr>
          <a:xfrm>
            <a:off x="914400" y="7772400"/>
            <a:ext cx="10972800" cy="7086600"/>
          </a:xfrm>
        </p:spPr>
        <p:txBody>
          <a:bodyPr>
            <a:normAutofit/>
          </a:bodyPr>
          <a:lstStyle>
            <a:lvl1pPr marL="0" indent="0">
              <a:buNone/>
              <a:defRPr sz="4000" b="0" i="0">
                <a:latin typeface="Arial Nova Cond" panose="020B0506020202020204" pitchFamily="34" charset="0"/>
              </a:defRPr>
            </a:lvl1pPr>
            <a:lvl2pPr marL="927100" indent="-457200">
              <a:tabLst/>
              <a:defRPr sz="4000" b="0" i="0">
                <a:latin typeface="Arial Nova Cond" panose="020B0506020202020204" pitchFamily="34" charset="0"/>
              </a:defRPr>
            </a:lvl2pPr>
            <a:lvl3pPr marL="1497013" indent="-469900">
              <a:tabLst/>
              <a:defRPr sz="4000" b="0" i="0">
                <a:latin typeface="Arial Nova Cond" panose="020B0506020202020204" pitchFamily="34" charset="0"/>
              </a:defRPr>
            </a:lvl3pPr>
            <a:lvl4pPr marL="2068513" indent="-457200">
              <a:tabLst/>
              <a:defRPr sz="4000" b="0" i="0">
                <a:latin typeface="Arial Nova Cond" panose="020B0506020202020204" pitchFamily="34" charset="0"/>
              </a:defRPr>
            </a:lvl4pPr>
            <a:lvl5pPr marL="2581275" indent="-427038">
              <a:tabLst/>
              <a:defRPr sz="4000" b="0" i="0">
                <a:latin typeface="Arial Nova Cond" panose="020B0506020202020204" pitchFamily="34" charset="0"/>
              </a:defRPr>
            </a:lvl5pPr>
          </a:lstStyle>
          <a:p>
            <a:pPr lvl="0"/>
            <a:r>
              <a:rPr lang="en-US"/>
              <a:t>Introduction: This section should include the background information on your topic. Introduce your audience to the issue or goal your research addresses and why it is important/relevant to your field. Discuss the previous work that has already been done in this area. Define key terms for your audience. </a:t>
            </a:r>
            <a:r>
              <a:rPr lang="en-US" b="1"/>
              <a:t>Make sure to add a section title above!</a:t>
            </a:r>
            <a:endParaRPr lang="en-US"/>
          </a:p>
        </p:txBody>
      </p:sp>
    </p:spTree>
    <p:extLst>
      <p:ext uri="{BB962C8B-B14F-4D97-AF65-F5344CB8AC3E}">
        <p14:creationId xmlns:p14="http://schemas.microsoft.com/office/powerpoint/2010/main" val="1624910870"/>
      </p:ext>
    </p:extLst>
  </p:cSld>
  <p:clrMapOvr>
    <a:masterClrMapping/>
  </p:clrMapOvr>
  <p:extLst>
    <p:ext uri="{DCECCB84-F9BA-43D5-87BE-67443E8EF086}">
      <p15:sldGuideLst xmlns:p15="http://schemas.microsoft.com/office/powerpoint/2012/main">
        <p15:guide id="1" orient="horz" pos="4896">
          <p15:clr>
            <a:srgbClr val="FBAE40"/>
          </p15:clr>
        </p15:guide>
        <p15:guide id="2" pos="345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old Template Poster 2">
    <p:spTree>
      <p:nvGrpSpPr>
        <p:cNvPr id="1" name=""/>
        <p:cNvGrpSpPr/>
        <p:nvPr/>
      </p:nvGrpSpPr>
      <p:grpSpPr>
        <a:xfrm>
          <a:off x="0" y="0"/>
          <a:ext cx="0" cy="0"/>
          <a:chOff x="0" y="0"/>
          <a:chExt cx="0" cy="0"/>
        </a:xfrm>
      </p:grpSpPr>
      <p:pic>
        <p:nvPicPr>
          <p:cNvPr id="14" name="Picture 13" descr="A yellow rectangular object with a black line&#10;&#10;Description automatically generated with medium confidence">
            <a:extLst>
              <a:ext uri="{FF2B5EF4-FFF2-40B4-BE49-F238E27FC236}">
                <a16:creationId xmlns:a16="http://schemas.microsoft.com/office/drawing/2014/main" id="{1D7F3424-EE3A-F48C-D07C-571D4AE2F95E}"/>
              </a:ext>
            </a:extLst>
          </p:cNvPr>
          <p:cNvPicPr>
            <a:picLocks noChangeAspect="1"/>
          </p:cNvPicPr>
          <p:nvPr userDrawn="1"/>
        </p:nvPicPr>
        <p:blipFill>
          <a:blip r:embed="rId2"/>
          <a:stretch>
            <a:fillRect/>
          </a:stretch>
        </p:blipFill>
        <p:spPr>
          <a:xfrm>
            <a:off x="0" y="0"/>
            <a:ext cx="36576000" cy="4572000"/>
          </a:xfrm>
          <a:prstGeom prst="rect">
            <a:avLst/>
          </a:prstGeom>
        </p:spPr>
      </p:pic>
      <p:sp>
        <p:nvSpPr>
          <p:cNvPr id="39" name="Text Placeholder 34">
            <a:extLst>
              <a:ext uri="{FF2B5EF4-FFF2-40B4-BE49-F238E27FC236}">
                <a16:creationId xmlns:a16="http://schemas.microsoft.com/office/drawing/2014/main" id="{80759B05-CC2A-64BB-F41A-2C7BA4077234}"/>
              </a:ext>
            </a:extLst>
          </p:cNvPr>
          <p:cNvSpPr>
            <a:spLocks noGrp="1"/>
          </p:cNvSpPr>
          <p:nvPr>
            <p:ph type="body" sz="quarter" idx="22"/>
          </p:nvPr>
        </p:nvSpPr>
        <p:spPr>
          <a:xfrm>
            <a:off x="24686514" y="18060472"/>
            <a:ext cx="10972800" cy="1828800"/>
          </a:xfrm>
          <a:solidFill>
            <a:srgbClr val="F6BE00"/>
          </a:solidFill>
        </p:spPr>
        <p:txBody>
          <a:bodyPr anchor="ctr">
            <a:noAutofit/>
          </a:bodyPr>
          <a:lstStyle>
            <a:lvl1pPr marL="0" indent="0" algn="ctr">
              <a:buNone/>
              <a:defRPr sz="8200" b="0" i="0">
                <a:solidFill>
                  <a:schemeClr val="tx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8" name="Text Placeholder 34">
            <a:extLst>
              <a:ext uri="{FF2B5EF4-FFF2-40B4-BE49-F238E27FC236}">
                <a16:creationId xmlns:a16="http://schemas.microsoft.com/office/drawing/2014/main" id="{34A50BB6-C388-248A-D452-19DF2B04D370}"/>
              </a:ext>
            </a:extLst>
          </p:cNvPr>
          <p:cNvSpPr>
            <a:spLocks noGrp="1"/>
          </p:cNvSpPr>
          <p:nvPr>
            <p:ph type="body" sz="quarter" idx="21"/>
          </p:nvPr>
        </p:nvSpPr>
        <p:spPr>
          <a:xfrm>
            <a:off x="914400" y="15548487"/>
            <a:ext cx="10972800" cy="1828800"/>
          </a:xfrm>
          <a:solidFill>
            <a:srgbClr val="F6BE00"/>
          </a:solidFill>
        </p:spPr>
        <p:txBody>
          <a:bodyPr anchor="ctr">
            <a:noAutofit/>
          </a:bodyPr>
          <a:lstStyle>
            <a:lvl1pPr marL="0" indent="0" algn="ctr">
              <a:buNone/>
              <a:defRPr sz="8200" b="0" i="0">
                <a:solidFill>
                  <a:schemeClr val="tx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7" name="Text Placeholder 34">
            <a:extLst>
              <a:ext uri="{FF2B5EF4-FFF2-40B4-BE49-F238E27FC236}">
                <a16:creationId xmlns:a16="http://schemas.microsoft.com/office/drawing/2014/main" id="{A84384B7-196F-014A-C966-FE0B4FD08BE4}"/>
              </a:ext>
            </a:extLst>
          </p:cNvPr>
          <p:cNvSpPr>
            <a:spLocks noGrp="1"/>
          </p:cNvSpPr>
          <p:nvPr>
            <p:ph type="body" sz="quarter" idx="20"/>
          </p:nvPr>
        </p:nvSpPr>
        <p:spPr>
          <a:xfrm>
            <a:off x="24688800" y="5486400"/>
            <a:ext cx="10972800" cy="1828800"/>
          </a:xfrm>
          <a:solidFill>
            <a:srgbClr val="F6BE00"/>
          </a:solidFill>
        </p:spPr>
        <p:txBody>
          <a:bodyPr anchor="ctr">
            <a:noAutofit/>
          </a:bodyPr>
          <a:lstStyle>
            <a:lvl1pPr marL="0" indent="0" algn="ctr">
              <a:buNone/>
              <a:defRPr sz="8200" b="0" i="0">
                <a:solidFill>
                  <a:schemeClr val="tx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6" name="Text Placeholder 34">
            <a:extLst>
              <a:ext uri="{FF2B5EF4-FFF2-40B4-BE49-F238E27FC236}">
                <a16:creationId xmlns:a16="http://schemas.microsoft.com/office/drawing/2014/main" id="{003134DC-F613-7A96-869F-33CF1B15CEE8}"/>
              </a:ext>
            </a:extLst>
          </p:cNvPr>
          <p:cNvSpPr>
            <a:spLocks noGrp="1"/>
          </p:cNvSpPr>
          <p:nvPr>
            <p:ph type="body" sz="quarter" idx="19"/>
          </p:nvPr>
        </p:nvSpPr>
        <p:spPr>
          <a:xfrm>
            <a:off x="12801600" y="5486400"/>
            <a:ext cx="10972800" cy="1828800"/>
          </a:xfrm>
          <a:solidFill>
            <a:srgbClr val="F6BE00"/>
          </a:solidFill>
        </p:spPr>
        <p:txBody>
          <a:bodyPr anchor="ctr">
            <a:noAutofit/>
          </a:bodyPr>
          <a:lstStyle>
            <a:lvl1pPr marL="0" indent="0" algn="ctr">
              <a:buNone/>
              <a:defRPr sz="8200" b="0" i="0">
                <a:solidFill>
                  <a:schemeClr val="tx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5" name="Text Placeholder 34">
            <a:extLst>
              <a:ext uri="{FF2B5EF4-FFF2-40B4-BE49-F238E27FC236}">
                <a16:creationId xmlns:a16="http://schemas.microsoft.com/office/drawing/2014/main" id="{6197EA4A-7B87-D00F-07E1-1D22E98B4F5D}"/>
              </a:ext>
            </a:extLst>
          </p:cNvPr>
          <p:cNvSpPr>
            <a:spLocks noGrp="1"/>
          </p:cNvSpPr>
          <p:nvPr>
            <p:ph type="body" sz="quarter" idx="18"/>
          </p:nvPr>
        </p:nvSpPr>
        <p:spPr>
          <a:xfrm>
            <a:off x="914400" y="5486400"/>
            <a:ext cx="10972800" cy="1828800"/>
          </a:xfrm>
          <a:solidFill>
            <a:srgbClr val="F6BE00"/>
          </a:solidFill>
        </p:spPr>
        <p:txBody>
          <a:bodyPr anchor="ctr">
            <a:noAutofit/>
          </a:bodyPr>
          <a:lstStyle>
            <a:lvl1pPr marL="0" indent="0" algn="ctr">
              <a:buNone/>
              <a:defRPr sz="8200" b="0" i="0">
                <a:solidFill>
                  <a:schemeClr val="tx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40" name="Text Placeholder 34">
            <a:extLst>
              <a:ext uri="{FF2B5EF4-FFF2-40B4-BE49-F238E27FC236}">
                <a16:creationId xmlns:a16="http://schemas.microsoft.com/office/drawing/2014/main" id="{168FC78A-B2B4-4AF1-63BB-20788CA570DD}"/>
              </a:ext>
            </a:extLst>
          </p:cNvPr>
          <p:cNvSpPr>
            <a:spLocks noGrp="1"/>
          </p:cNvSpPr>
          <p:nvPr>
            <p:ph type="body" sz="quarter" idx="23"/>
          </p:nvPr>
        </p:nvSpPr>
        <p:spPr>
          <a:xfrm>
            <a:off x="24686514" y="25831800"/>
            <a:ext cx="10972800" cy="1828800"/>
          </a:xfrm>
          <a:solidFill>
            <a:srgbClr val="F6BE00"/>
          </a:solidFill>
        </p:spPr>
        <p:txBody>
          <a:bodyPr anchor="ctr">
            <a:noAutofit/>
          </a:bodyPr>
          <a:lstStyle>
            <a:lvl1pPr marL="0" indent="0" algn="ctr">
              <a:buNone/>
              <a:defRPr sz="8200" b="0" i="0">
                <a:solidFill>
                  <a:schemeClr val="tx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 name="Text Placeholder 9">
            <a:extLst>
              <a:ext uri="{FF2B5EF4-FFF2-40B4-BE49-F238E27FC236}">
                <a16:creationId xmlns:a16="http://schemas.microsoft.com/office/drawing/2014/main" id="{633DA907-EF33-32FA-118A-4CC9FE299083}"/>
              </a:ext>
            </a:extLst>
          </p:cNvPr>
          <p:cNvSpPr>
            <a:spLocks noGrp="1"/>
          </p:cNvSpPr>
          <p:nvPr>
            <p:ph type="body" sz="quarter" idx="10" hasCustomPrompt="1"/>
          </p:nvPr>
        </p:nvSpPr>
        <p:spPr>
          <a:xfrm>
            <a:off x="1371600" y="3334528"/>
            <a:ext cx="28346400" cy="914400"/>
          </a:xfrm>
        </p:spPr>
        <p:txBody>
          <a:bodyPr>
            <a:noAutofit/>
          </a:bodyPr>
          <a:lstStyle>
            <a:lvl1pPr marL="0" indent="0">
              <a:lnSpc>
                <a:spcPct val="100000"/>
              </a:lnSpc>
              <a:buNone/>
              <a:defRPr sz="5500" b="0" i="0">
                <a:solidFill>
                  <a:schemeClr val="tx1"/>
                </a:solidFill>
                <a:latin typeface="Arial Nova Cond" panose="020B0506020202020204" pitchFamily="34" charset="0"/>
              </a:defRPr>
            </a:lvl1pPr>
          </a:lstStyle>
          <a:p>
            <a:pPr lvl="0"/>
            <a:r>
              <a:rPr lang="en-US"/>
              <a:t>Your Name Here, Department; Mentor Name, Department; Other Contributors</a:t>
            </a:r>
          </a:p>
        </p:txBody>
      </p:sp>
      <p:sp>
        <p:nvSpPr>
          <p:cNvPr id="4" name="Title 5">
            <a:extLst>
              <a:ext uri="{FF2B5EF4-FFF2-40B4-BE49-F238E27FC236}">
                <a16:creationId xmlns:a16="http://schemas.microsoft.com/office/drawing/2014/main" id="{B5498DA4-18FE-ABA8-42B6-12D81A126B05}"/>
              </a:ext>
            </a:extLst>
          </p:cNvPr>
          <p:cNvSpPr>
            <a:spLocks noGrp="1"/>
          </p:cNvSpPr>
          <p:nvPr>
            <p:ph type="title" hasCustomPrompt="1"/>
          </p:nvPr>
        </p:nvSpPr>
        <p:spPr>
          <a:xfrm>
            <a:off x="1371600" y="317008"/>
            <a:ext cx="28346400" cy="3017520"/>
          </a:xfrm>
        </p:spPr>
        <p:txBody>
          <a:bodyPr anchor="t">
            <a:normAutofit/>
          </a:bodyPr>
          <a:lstStyle>
            <a:lvl1pPr>
              <a:lnSpc>
                <a:spcPct val="100000"/>
              </a:lnSpc>
              <a:defRPr sz="9600" b="0" i="0">
                <a:solidFill>
                  <a:schemeClr val="tx1"/>
                </a:solidFill>
                <a:latin typeface="Arial Nova Cond" panose="020B0506020202020204" pitchFamily="34" charset="0"/>
              </a:defRPr>
            </a:lvl1pPr>
          </a:lstStyle>
          <a:p>
            <a:r>
              <a:rPr lang="en-US"/>
              <a:t>Poster Title Goes Here</a:t>
            </a:r>
            <a:br>
              <a:rPr lang="en-US"/>
            </a:br>
            <a:r>
              <a:rPr lang="en-US"/>
              <a:t>Adjust Font Size As Needed</a:t>
            </a:r>
          </a:p>
        </p:txBody>
      </p:sp>
      <p:sp>
        <p:nvSpPr>
          <p:cNvPr id="6" name="Text Placeholder 25">
            <a:extLst>
              <a:ext uri="{FF2B5EF4-FFF2-40B4-BE49-F238E27FC236}">
                <a16:creationId xmlns:a16="http://schemas.microsoft.com/office/drawing/2014/main" id="{607E3DDD-F803-4655-0658-F8E8AE32BFCB}"/>
              </a:ext>
            </a:extLst>
          </p:cNvPr>
          <p:cNvSpPr>
            <a:spLocks noGrp="1"/>
          </p:cNvSpPr>
          <p:nvPr>
            <p:ph type="body" sz="quarter" idx="12" hasCustomPrompt="1"/>
          </p:nvPr>
        </p:nvSpPr>
        <p:spPr>
          <a:xfrm>
            <a:off x="914400" y="17830727"/>
            <a:ext cx="10972800" cy="14168814"/>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39863" indent="-4365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Methods/Approach/Theory: Describe the approach or method you used to acquire your data or findings. How did you do what you did? Explain the advantages and limitations of the approach you used. Why was this method chosen over others? </a:t>
            </a:r>
            <a:r>
              <a:rPr lang="en-US" b="1"/>
              <a:t>Make sure to add a section title above!</a:t>
            </a:r>
            <a:endParaRPr lang="en-US"/>
          </a:p>
        </p:txBody>
      </p:sp>
      <p:sp>
        <p:nvSpPr>
          <p:cNvPr id="7" name="Text Placeholder 25">
            <a:extLst>
              <a:ext uri="{FF2B5EF4-FFF2-40B4-BE49-F238E27FC236}">
                <a16:creationId xmlns:a16="http://schemas.microsoft.com/office/drawing/2014/main" id="{FA6FD826-8ACE-A431-C57D-9E6B4225EDFA}"/>
              </a:ext>
            </a:extLst>
          </p:cNvPr>
          <p:cNvSpPr>
            <a:spLocks noGrp="1"/>
          </p:cNvSpPr>
          <p:nvPr>
            <p:ph type="body" sz="quarter" idx="17" hasCustomPrompt="1"/>
          </p:nvPr>
        </p:nvSpPr>
        <p:spPr>
          <a:xfrm>
            <a:off x="24686514" y="28118872"/>
            <a:ext cx="10972800" cy="3886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Acknowledgments: This is a space to give recognition to mentors, peers, or others who helped you along the way. Additionally, you should also identify sources of funding such as SURF, Mellon, </a:t>
            </a:r>
            <a:r>
              <a:rPr lang="en-US" err="1"/>
              <a:t>Pharis</a:t>
            </a:r>
            <a:r>
              <a:rPr lang="en-US"/>
              <a:t> Fellows, REUs, or other grant entities that supported your or your faculty mentor. </a:t>
            </a:r>
            <a:r>
              <a:rPr lang="en-US" b="1"/>
              <a:t>Make sure to add a section title above!</a:t>
            </a:r>
            <a:endParaRPr lang="en-US"/>
          </a:p>
        </p:txBody>
      </p:sp>
      <p:sp>
        <p:nvSpPr>
          <p:cNvPr id="8" name="Text Placeholder 25">
            <a:extLst>
              <a:ext uri="{FF2B5EF4-FFF2-40B4-BE49-F238E27FC236}">
                <a16:creationId xmlns:a16="http://schemas.microsoft.com/office/drawing/2014/main" id="{0A83690C-C88B-0DD2-D5E6-43BE740D5931}"/>
              </a:ext>
            </a:extLst>
          </p:cNvPr>
          <p:cNvSpPr>
            <a:spLocks noGrp="1"/>
          </p:cNvSpPr>
          <p:nvPr>
            <p:ph type="body" sz="quarter" idx="16" hasCustomPrompt="1"/>
          </p:nvPr>
        </p:nvSpPr>
        <p:spPr>
          <a:xfrm>
            <a:off x="24686514" y="20345400"/>
            <a:ext cx="10972800" cy="4800600"/>
          </a:xfrm>
        </p:spPr>
        <p:txBody>
          <a:bodyPr>
            <a:normAutofit/>
          </a:bodyPr>
          <a:lstStyle>
            <a:lvl1pPr marL="0" indent="0">
              <a:buNone/>
              <a:defRPr sz="3200" b="0" i="0">
                <a:latin typeface="Arial Nova Cond" panose="020B0506020202020204" pitchFamily="34" charset="0"/>
              </a:defRPr>
            </a:lvl1pPr>
            <a:lvl2pPr marL="928688" indent="-474663">
              <a:tabLst/>
              <a:defRPr sz="3200" b="0" i="1">
                <a:latin typeface="Arial Nova Cond" panose="020B0506020202020204" pitchFamily="34" charset="0"/>
              </a:defRPr>
            </a:lvl2pPr>
            <a:lvl3pPr marL="1497013" indent="-474663">
              <a:tabLst/>
              <a:defRPr sz="3200" b="0" i="1">
                <a:latin typeface="Arial Nova Cond" panose="020B0506020202020204" pitchFamily="34" charset="0"/>
              </a:defRPr>
            </a:lvl3pPr>
            <a:lvl4pPr marL="2065338" indent="-455613">
              <a:tabLst/>
              <a:defRPr sz="3200" b="0" i="1">
                <a:latin typeface="Arial Nova Cond" panose="020B0506020202020204" pitchFamily="34" charset="0"/>
              </a:defRPr>
            </a:lvl4pPr>
            <a:lvl5pPr marL="2633663" indent="-473075">
              <a:tabLst/>
              <a:defRPr sz="3200" b="0" i="1">
                <a:latin typeface="Arial Nova Cond" panose="020B0506020202020204" pitchFamily="34" charset="0"/>
              </a:defRPr>
            </a:lvl5pPr>
          </a:lstStyle>
          <a:p>
            <a:pPr lvl="0"/>
            <a:r>
              <a:rPr lang="en-US" i="0"/>
              <a:t>References: If you reference any ideas, theories, etc. from other authors, make sure to appropriately cite them. References should be in a slightly smaller font than the rest of your text. </a:t>
            </a:r>
            <a:r>
              <a:rPr lang="en-US" b="1" i="0"/>
              <a:t>Make sure to add a section title above!</a:t>
            </a:r>
            <a:endParaRPr lang="en-US"/>
          </a:p>
        </p:txBody>
      </p:sp>
      <p:sp>
        <p:nvSpPr>
          <p:cNvPr id="9" name="Text Placeholder 25">
            <a:extLst>
              <a:ext uri="{FF2B5EF4-FFF2-40B4-BE49-F238E27FC236}">
                <a16:creationId xmlns:a16="http://schemas.microsoft.com/office/drawing/2014/main" id="{AD174185-AF7B-0E7B-478D-8E470070FDE6}"/>
              </a:ext>
            </a:extLst>
          </p:cNvPr>
          <p:cNvSpPr>
            <a:spLocks noGrp="1"/>
          </p:cNvSpPr>
          <p:nvPr>
            <p:ph type="body" sz="quarter" idx="15" hasCustomPrompt="1"/>
          </p:nvPr>
        </p:nvSpPr>
        <p:spPr>
          <a:xfrm>
            <a:off x="24688800" y="7772400"/>
            <a:ext cx="10972800" cy="9601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08188" indent="-434975">
              <a:tabLst/>
              <a:defRPr sz="4000" b="0" i="0">
                <a:latin typeface="Arial Nova Cond" panose="020B0506020202020204" pitchFamily="34" charset="0"/>
              </a:defRPr>
            </a:lvl4pPr>
            <a:lvl5pPr marL="2690813" indent="-473075">
              <a:tabLst/>
              <a:defRPr sz="4000" b="0" i="0">
                <a:latin typeface="Arial Nova Cond" panose="020B0506020202020204" pitchFamily="34" charset="0"/>
              </a:defRPr>
            </a:lvl5pPr>
          </a:lstStyle>
          <a:p>
            <a:pPr lvl="0"/>
            <a:r>
              <a:rPr lang="en-US"/>
              <a:t>Conclusion: Restate the problem you addressed in your background section. Summarize the key findings from your results. What is the significance of your results/findings? What are the next steps for this research topic for you or for others? </a:t>
            </a:r>
            <a:r>
              <a:rPr lang="en-US" b="1"/>
              <a:t>Make sure to add a section title above!</a:t>
            </a:r>
            <a:endParaRPr lang="en-US"/>
          </a:p>
        </p:txBody>
      </p:sp>
      <p:sp>
        <p:nvSpPr>
          <p:cNvPr id="10" name="Content Placeholder 28">
            <a:extLst>
              <a:ext uri="{FF2B5EF4-FFF2-40B4-BE49-F238E27FC236}">
                <a16:creationId xmlns:a16="http://schemas.microsoft.com/office/drawing/2014/main" id="{3ED6D1DE-846B-69A9-C8F8-72644C1CD595}"/>
              </a:ext>
            </a:extLst>
          </p:cNvPr>
          <p:cNvSpPr>
            <a:spLocks noGrp="1"/>
          </p:cNvSpPr>
          <p:nvPr>
            <p:ph sz="quarter" idx="13" hasCustomPrompt="1"/>
          </p:nvPr>
        </p:nvSpPr>
        <p:spPr>
          <a:xfrm>
            <a:off x="12801600" y="20346472"/>
            <a:ext cx="10972800" cy="11658600"/>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97013" indent="-45561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Graphs, tables, or images can be a great way to add visually appealing components to your poster, but make sure they are labeled and easy to read. </a:t>
            </a:r>
            <a:r>
              <a:rPr lang="en-US" b="1"/>
              <a:t>Only use images that are high-resolution.</a:t>
            </a:r>
            <a:r>
              <a:rPr lang="en-US"/>
              <a:t> Images that are too pixelated will appear blurry when printed.</a:t>
            </a:r>
          </a:p>
        </p:txBody>
      </p:sp>
      <p:sp>
        <p:nvSpPr>
          <p:cNvPr id="11" name="Content Placeholder 28">
            <a:extLst>
              <a:ext uri="{FF2B5EF4-FFF2-40B4-BE49-F238E27FC236}">
                <a16:creationId xmlns:a16="http://schemas.microsoft.com/office/drawing/2014/main" id="{B8A2027E-C761-9279-1363-63B188E4C02E}"/>
              </a:ext>
            </a:extLst>
          </p:cNvPr>
          <p:cNvSpPr>
            <a:spLocks noGrp="1"/>
          </p:cNvSpPr>
          <p:nvPr>
            <p:ph sz="quarter" idx="14" hasCustomPrompt="1"/>
          </p:nvPr>
        </p:nvSpPr>
        <p:spPr>
          <a:xfrm>
            <a:off x="12801600" y="7773472"/>
            <a:ext cx="10972800" cy="12115800"/>
          </a:xfrm>
        </p:spPr>
        <p:txBody>
          <a:bodyPr>
            <a:normAutofit/>
          </a:bodyPr>
          <a:lstStyle>
            <a:lvl1pPr marL="0" indent="0">
              <a:buNone/>
              <a:defRPr sz="4000" b="0" i="0">
                <a:latin typeface="Arial Nova Cond" panose="020B0506020202020204" pitchFamily="34" charset="0"/>
              </a:defRPr>
            </a:lvl1pPr>
            <a:lvl2pPr marL="984250" indent="-492125">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Data Results and Analysis: This should be your most in-depth section. Highlight the key data, findings, or themes that led to your conclusion. </a:t>
            </a:r>
            <a:r>
              <a:rPr lang="en-US" b="1"/>
              <a:t>Make sure to add a section title above!</a:t>
            </a:r>
            <a:endParaRPr lang="en-US"/>
          </a:p>
        </p:txBody>
      </p:sp>
      <p:sp>
        <p:nvSpPr>
          <p:cNvPr id="12" name="Text Placeholder 25">
            <a:extLst>
              <a:ext uri="{FF2B5EF4-FFF2-40B4-BE49-F238E27FC236}">
                <a16:creationId xmlns:a16="http://schemas.microsoft.com/office/drawing/2014/main" id="{085E5A29-3D7D-348B-4441-BA4DB168397A}"/>
              </a:ext>
            </a:extLst>
          </p:cNvPr>
          <p:cNvSpPr>
            <a:spLocks noGrp="1"/>
          </p:cNvSpPr>
          <p:nvPr>
            <p:ph type="body" sz="quarter" idx="11" hasCustomPrompt="1"/>
          </p:nvPr>
        </p:nvSpPr>
        <p:spPr>
          <a:xfrm>
            <a:off x="914400" y="7772400"/>
            <a:ext cx="10972800" cy="7086600"/>
          </a:xfrm>
        </p:spPr>
        <p:txBody>
          <a:bodyPr>
            <a:normAutofit/>
          </a:bodyPr>
          <a:lstStyle>
            <a:lvl1pPr marL="0" indent="0">
              <a:buNone/>
              <a:defRPr sz="4000" b="0" i="0">
                <a:latin typeface="Arial Nova Cond" panose="020B0506020202020204" pitchFamily="34" charset="0"/>
              </a:defRPr>
            </a:lvl1pPr>
            <a:lvl2pPr marL="927100" indent="-457200">
              <a:tabLst/>
              <a:defRPr sz="4000" b="0" i="0">
                <a:latin typeface="Arial Nova Cond" panose="020B0506020202020204" pitchFamily="34" charset="0"/>
              </a:defRPr>
            </a:lvl2pPr>
            <a:lvl3pPr marL="1497013" indent="-469900">
              <a:tabLst/>
              <a:defRPr sz="4000" b="0" i="0">
                <a:latin typeface="Arial Nova Cond" panose="020B0506020202020204" pitchFamily="34" charset="0"/>
              </a:defRPr>
            </a:lvl3pPr>
            <a:lvl4pPr marL="2068513" indent="-457200">
              <a:tabLst/>
              <a:defRPr sz="4000" b="0" i="0">
                <a:latin typeface="Arial Nova Cond" panose="020B0506020202020204" pitchFamily="34" charset="0"/>
              </a:defRPr>
            </a:lvl4pPr>
            <a:lvl5pPr marL="2581275" indent="-427038">
              <a:tabLst/>
              <a:defRPr sz="4000" b="0" i="0">
                <a:latin typeface="Arial Nova Cond" panose="020B0506020202020204" pitchFamily="34" charset="0"/>
              </a:defRPr>
            </a:lvl5pPr>
          </a:lstStyle>
          <a:p>
            <a:pPr lvl="0"/>
            <a:r>
              <a:rPr lang="en-US"/>
              <a:t>Introduction: This section should include the background information on your topic. Introduce your audience to the issue or goal your research addresses and why it is important/relevant to your field. Discuss the previous work that has already been done in this area. Define key terms for your audience. </a:t>
            </a:r>
            <a:r>
              <a:rPr lang="en-US" b="1"/>
              <a:t>Make sure to add a section title above!</a:t>
            </a:r>
            <a:endParaRPr lang="en-US"/>
          </a:p>
        </p:txBody>
      </p:sp>
    </p:spTree>
    <p:extLst>
      <p:ext uri="{BB962C8B-B14F-4D97-AF65-F5344CB8AC3E}">
        <p14:creationId xmlns:p14="http://schemas.microsoft.com/office/powerpoint/2010/main" val="797130677"/>
      </p:ext>
    </p:extLst>
  </p:cSld>
  <p:clrMapOvr>
    <a:masterClrMapping/>
  </p:clrMapOvr>
  <p:extLst>
    <p:ext uri="{DCECCB84-F9BA-43D5-87BE-67443E8EF086}">
      <p15:sldGuideLst xmlns:p15="http://schemas.microsoft.com/office/powerpoint/2012/main">
        <p15:guide id="1" orient="horz" pos="4896">
          <p15:clr>
            <a:srgbClr val="FBAE40"/>
          </p15:clr>
        </p15:guide>
        <p15:guide id="2" pos="345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late Blank Poster 1">
    <p:spTree>
      <p:nvGrpSpPr>
        <p:cNvPr id="1" name=""/>
        <p:cNvGrpSpPr/>
        <p:nvPr/>
      </p:nvGrpSpPr>
      <p:grpSpPr>
        <a:xfrm>
          <a:off x="0" y="0"/>
          <a:ext cx="0" cy="0"/>
          <a:chOff x="0" y="0"/>
          <a:chExt cx="0" cy="0"/>
        </a:xfrm>
      </p:grpSpPr>
      <p:pic>
        <p:nvPicPr>
          <p:cNvPr id="4" name="Picture 3" descr="A close up of a grey surface&#10;&#10;Description automatically generated">
            <a:extLst>
              <a:ext uri="{FF2B5EF4-FFF2-40B4-BE49-F238E27FC236}">
                <a16:creationId xmlns:a16="http://schemas.microsoft.com/office/drawing/2014/main" id="{ECC4B36E-9058-3601-BCD5-E2C3991D87F0}"/>
              </a:ext>
            </a:extLst>
          </p:cNvPr>
          <p:cNvPicPr>
            <a:picLocks noChangeAspect="1"/>
          </p:cNvPicPr>
          <p:nvPr userDrawn="1"/>
        </p:nvPicPr>
        <p:blipFill>
          <a:blip r:embed="rId2"/>
          <a:stretch>
            <a:fillRect/>
          </a:stretch>
        </p:blipFill>
        <p:spPr>
          <a:xfrm>
            <a:off x="0" y="0"/>
            <a:ext cx="36576000" cy="4572000"/>
          </a:xfrm>
          <a:prstGeom prst="rect">
            <a:avLst/>
          </a:prstGeom>
        </p:spPr>
      </p:pic>
      <p:sp>
        <p:nvSpPr>
          <p:cNvPr id="18" name="Text Placeholder 9">
            <a:extLst>
              <a:ext uri="{FF2B5EF4-FFF2-40B4-BE49-F238E27FC236}">
                <a16:creationId xmlns:a16="http://schemas.microsoft.com/office/drawing/2014/main" id="{C5117E31-D4DA-38B0-C32F-884F15C97A2E}"/>
              </a:ext>
            </a:extLst>
          </p:cNvPr>
          <p:cNvSpPr>
            <a:spLocks noGrp="1"/>
          </p:cNvSpPr>
          <p:nvPr>
            <p:ph type="body" sz="quarter" idx="10" hasCustomPrompt="1"/>
          </p:nvPr>
        </p:nvSpPr>
        <p:spPr>
          <a:xfrm>
            <a:off x="5486400" y="3337970"/>
            <a:ext cx="29718000" cy="914400"/>
          </a:xfrm>
        </p:spPr>
        <p:txBody>
          <a:bodyPr>
            <a:noAutofit/>
          </a:bodyPr>
          <a:lstStyle>
            <a:lvl1pPr marL="0" indent="0">
              <a:lnSpc>
                <a:spcPct val="100000"/>
              </a:lnSpc>
              <a:buNone/>
              <a:defRPr sz="5500" b="0" i="0">
                <a:solidFill>
                  <a:schemeClr val="bg1"/>
                </a:solidFill>
                <a:latin typeface="Arial Nova Cond" panose="020B0506020202020204" pitchFamily="34" charset="0"/>
              </a:defRPr>
            </a:lvl1pPr>
          </a:lstStyle>
          <a:p>
            <a:pPr lvl="0"/>
            <a:r>
              <a:rPr lang="en-US"/>
              <a:t>Your Name Here, Department; Mentor Name, Department; Other Contributors</a:t>
            </a:r>
          </a:p>
        </p:txBody>
      </p:sp>
      <p:sp>
        <p:nvSpPr>
          <p:cNvPr id="19" name="Title 5">
            <a:extLst>
              <a:ext uri="{FF2B5EF4-FFF2-40B4-BE49-F238E27FC236}">
                <a16:creationId xmlns:a16="http://schemas.microsoft.com/office/drawing/2014/main" id="{8B2C22E4-A131-E676-95D8-0DEB89FA8245}"/>
              </a:ext>
            </a:extLst>
          </p:cNvPr>
          <p:cNvSpPr>
            <a:spLocks noGrp="1"/>
          </p:cNvSpPr>
          <p:nvPr>
            <p:ph type="title" hasCustomPrompt="1"/>
          </p:nvPr>
        </p:nvSpPr>
        <p:spPr>
          <a:xfrm>
            <a:off x="5486400" y="320450"/>
            <a:ext cx="29718000" cy="3017520"/>
          </a:xfrm>
        </p:spPr>
        <p:txBody>
          <a:bodyPr anchor="t">
            <a:normAutofit/>
          </a:bodyPr>
          <a:lstStyle>
            <a:lvl1pPr>
              <a:lnSpc>
                <a:spcPct val="100000"/>
              </a:lnSpc>
              <a:defRPr sz="9600" b="0" i="0">
                <a:solidFill>
                  <a:schemeClr val="bg1"/>
                </a:solidFill>
                <a:latin typeface="Arial Nova Cond" panose="020B0506020202020204" pitchFamily="34" charset="0"/>
              </a:defRPr>
            </a:lvl1pPr>
          </a:lstStyle>
          <a:p>
            <a:r>
              <a:rPr lang="en-US"/>
              <a:t>Poster Title Goes Here</a:t>
            </a:r>
            <a:br>
              <a:rPr lang="en-US"/>
            </a:br>
            <a:r>
              <a:rPr lang="en-US"/>
              <a:t>Adjust Font Size As Needed</a:t>
            </a:r>
          </a:p>
        </p:txBody>
      </p:sp>
    </p:spTree>
    <p:extLst>
      <p:ext uri="{BB962C8B-B14F-4D97-AF65-F5344CB8AC3E}">
        <p14:creationId xmlns:p14="http://schemas.microsoft.com/office/powerpoint/2010/main" val="165235823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late Blank Poster 2">
    <p:spTree>
      <p:nvGrpSpPr>
        <p:cNvPr id="1" name=""/>
        <p:cNvGrpSpPr/>
        <p:nvPr/>
      </p:nvGrpSpPr>
      <p:grpSpPr>
        <a:xfrm>
          <a:off x="0" y="0"/>
          <a:ext cx="0" cy="0"/>
          <a:chOff x="0" y="0"/>
          <a:chExt cx="0" cy="0"/>
        </a:xfrm>
      </p:grpSpPr>
      <p:pic>
        <p:nvPicPr>
          <p:cNvPr id="6" name="Picture 5" descr="A close up of a grey surface&#10;&#10;Description automatically generated">
            <a:extLst>
              <a:ext uri="{FF2B5EF4-FFF2-40B4-BE49-F238E27FC236}">
                <a16:creationId xmlns:a16="http://schemas.microsoft.com/office/drawing/2014/main" id="{D07FF1FF-7C3E-D3A0-86DC-0C0D77645BAF}"/>
              </a:ext>
            </a:extLst>
          </p:cNvPr>
          <p:cNvPicPr>
            <a:picLocks noChangeAspect="1"/>
          </p:cNvPicPr>
          <p:nvPr userDrawn="1"/>
        </p:nvPicPr>
        <p:blipFill>
          <a:blip r:embed="rId2"/>
          <a:stretch>
            <a:fillRect/>
          </a:stretch>
        </p:blipFill>
        <p:spPr>
          <a:xfrm>
            <a:off x="0" y="0"/>
            <a:ext cx="36576000" cy="4572000"/>
          </a:xfrm>
          <a:prstGeom prst="rect">
            <a:avLst/>
          </a:prstGeom>
        </p:spPr>
      </p:pic>
      <p:sp>
        <p:nvSpPr>
          <p:cNvPr id="2" name="Text Placeholder 9">
            <a:extLst>
              <a:ext uri="{FF2B5EF4-FFF2-40B4-BE49-F238E27FC236}">
                <a16:creationId xmlns:a16="http://schemas.microsoft.com/office/drawing/2014/main" id="{CC1D04D3-6D48-6E8E-B6B4-0B4A62869273}"/>
              </a:ext>
            </a:extLst>
          </p:cNvPr>
          <p:cNvSpPr>
            <a:spLocks noGrp="1"/>
          </p:cNvSpPr>
          <p:nvPr>
            <p:ph type="body" sz="quarter" idx="10" hasCustomPrompt="1"/>
          </p:nvPr>
        </p:nvSpPr>
        <p:spPr>
          <a:xfrm>
            <a:off x="1371600" y="3334528"/>
            <a:ext cx="28346400" cy="914400"/>
          </a:xfrm>
        </p:spPr>
        <p:txBody>
          <a:bodyPr>
            <a:noAutofit/>
          </a:bodyPr>
          <a:lstStyle>
            <a:lvl1pPr marL="0" indent="0">
              <a:lnSpc>
                <a:spcPct val="100000"/>
              </a:lnSpc>
              <a:buNone/>
              <a:defRPr sz="5500" b="0" i="0">
                <a:solidFill>
                  <a:schemeClr val="bg1"/>
                </a:solidFill>
                <a:latin typeface="Arial Nova Cond" panose="020B0506020202020204" pitchFamily="34" charset="0"/>
              </a:defRPr>
            </a:lvl1pPr>
          </a:lstStyle>
          <a:p>
            <a:pPr lvl="0"/>
            <a:r>
              <a:rPr lang="en-US"/>
              <a:t>Your Name Here, Department; Mentor Name, Department; Other Contributors</a:t>
            </a:r>
          </a:p>
        </p:txBody>
      </p:sp>
      <p:sp>
        <p:nvSpPr>
          <p:cNvPr id="3" name="Title 5">
            <a:extLst>
              <a:ext uri="{FF2B5EF4-FFF2-40B4-BE49-F238E27FC236}">
                <a16:creationId xmlns:a16="http://schemas.microsoft.com/office/drawing/2014/main" id="{5C812E13-53AC-A0D3-3EE1-07634F74B3D6}"/>
              </a:ext>
            </a:extLst>
          </p:cNvPr>
          <p:cNvSpPr>
            <a:spLocks noGrp="1"/>
          </p:cNvSpPr>
          <p:nvPr>
            <p:ph type="title" hasCustomPrompt="1"/>
          </p:nvPr>
        </p:nvSpPr>
        <p:spPr>
          <a:xfrm>
            <a:off x="1371600" y="317008"/>
            <a:ext cx="28346400" cy="3017520"/>
          </a:xfrm>
        </p:spPr>
        <p:txBody>
          <a:bodyPr anchor="t">
            <a:normAutofit/>
          </a:bodyPr>
          <a:lstStyle>
            <a:lvl1pPr>
              <a:lnSpc>
                <a:spcPct val="100000"/>
              </a:lnSpc>
              <a:defRPr sz="9600" b="0" i="0">
                <a:solidFill>
                  <a:schemeClr val="bg1"/>
                </a:solidFill>
                <a:latin typeface="Arial Nova Cond" panose="020B0506020202020204" pitchFamily="34" charset="0"/>
              </a:defRPr>
            </a:lvl1pPr>
          </a:lstStyle>
          <a:p>
            <a:r>
              <a:rPr lang="en-US"/>
              <a:t>Poster Title Goes Here</a:t>
            </a:r>
            <a:br>
              <a:rPr lang="en-US"/>
            </a:br>
            <a:r>
              <a:rPr lang="en-US"/>
              <a:t>Adjust Font Size As Needed</a:t>
            </a:r>
          </a:p>
        </p:txBody>
      </p:sp>
    </p:spTree>
    <p:extLst>
      <p:ext uri="{BB962C8B-B14F-4D97-AF65-F5344CB8AC3E}">
        <p14:creationId xmlns:p14="http://schemas.microsoft.com/office/powerpoint/2010/main" val="38716232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late Template Poster 1">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0BFA9631-C0DA-577F-05C9-D50ABACD5FEA}"/>
              </a:ext>
            </a:extLst>
          </p:cNvPr>
          <p:cNvPicPr>
            <a:picLocks noChangeAspect="1"/>
          </p:cNvPicPr>
          <p:nvPr userDrawn="1"/>
        </p:nvPicPr>
        <p:blipFill>
          <a:blip r:embed="rId2"/>
          <a:srcRect/>
          <a:stretch/>
        </p:blipFill>
        <p:spPr>
          <a:xfrm>
            <a:off x="0" y="0"/>
            <a:ext cx="36576000" cy="4572000"/>
          </a:xfrm>
          <a:prstGeom prst="rect">
            <a:avLst/>
          </a:prstGeom>
        </p:spPr>
      </p:pic>
      <p:sp>
        <p:nvSpPr>
          <p:cNvPr id="39" name="Text Placeholder 34">
            <a:extLst>
              <a:ext uri="{FF2B5EF4-FFF2-40B4-BE49-F238E27FC236}">
                <a16:creationId xmlns:a16="http://schemas.microsoft.com/office/drawing/2014/main" id="{80759B05-CC2A-64BB-F41A-2C7BA4077234}"/>
              </a:ext>
            </a:extLst>
          </p:cNvPr>
          <p:cNvSpPr>
            <a:spLocks noGrp="1"/>
          </p:cNvSpPr>
          <p:nvPr>
            <p:ph type="body" sz="quarter" idx="22"/>
          </p:nvPr>
        </p:nvSpPr>
        <p:spPr>
          <a:xfrm>
            <a:off x="24686514" y="18060472"/>
            <a:ext cx="10972800" cy="1828800"/>
          </a:xfrm>
          <a:solidFill>
            <a:srgbClr val="54585A"/>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8" name="Text Placeholder 34">
            <a:extLst>
              <a:ext uri="{FF2B5EF4-FFF2-40B4-BE49-F238E27FC236}">
                <a16:creationId xmlns:a16="http://schemas.microsoft.com/office/drawing/2014/main" id="{34A50BB6-C388-248A-D452-19DF2B04D370}"/>
              </a:ext>
            </a:extLst>
          </p:cNvPr>
          <p:cNvSpPr>
            <a:spLocks noGrp="1"/>
          </p:cNvSpPr>
          <p:nvPr>
            <p:ph type="body" sz="quarter" idx="21"/>
          </p:nvPr>
        </p:nvSpPr>
        <p:spPr>
          <a:xfrm>
            <a:off x="914400" y="15548487"/>
            <a:ext cx="10972800" cy="1828800"/>
          </a:xfrm>
          <a:solidFill>
            <a:srgbClr val="54585A"/>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7" name="Text Placeholder 34">
            <a:extLst>
              <a:ext uri="{FF2B5EF4-FFF2-40B4-BE49-F238E27FC236}">
                <a16:creationId xmlns:a16="http://schemas.microsoft.com/office/drawing/2014/main" id="{A84384B7-196F-014A-C966-FE0B4FD08BE4}"/>
              </a:ext>
            </a:extLst>
          </p:cNvPr>
          <p:cNvSpPr>
            <a:spLocks noGrp="1"/>
          </p:cNvSpPr>
          <p:nvPr>
            <p:ph type="body" sz="quarter" idx="20"/>
          </p:nvPr>
        </p:nvSpPr>
        <p:spPr>
          <a:xfrm>
            <a:off x="24688800" y="5486400"/>
            <a:ext cx="10972800" cy="1828800"/>
          </a:xfrm>
          <a:solidFill>
            <a:srgbClr val="54585A"/>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6" name="Text Placeholder 34">
            <a:extLst>
              <a:ext uri="{FF2B5EF4-FFF2-40B4-BE49-F238E27FC236}">
                <a16:creationId xmlns:a16="http://schemas.microsoft.com/office/drawing/2014/main" id="{003134DC-F613-7A96-869F-33CF1B15CEE8}"/>
              </a:ext>
            </a:extLst>
          </p:cNvPr>
          <p:cNvSpPr>
            <a:spLocks noGrp="1"/>
          </p:cNvSpPr>
          <p:nvPr>
            <p:ph type="body" sz="quarter" idx="19"/>
          </p:nvPr>
        </p:nvSpPr>
        <p:spPr>
          <a:xfrm>
            <a:off x="12801600" y="5486400"/>
            <a:ext cx="10972800" cy="1828800"/>
          </a:xfrm>
          <a:solidFill>
            <a:srgbClr val="54585A"/>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5" name="Text Placeholder 34">
            <a:extLst>
              <a:ext uri="{FF2B5EF4-FFF2-40B4-BE49-F238E27FC236}">
                <a16:creationId xmlns:a16="http://schemas.microsoft.com/office/drawing/2014/main" id="{6197EA4A-7B87-D00F-07E1-1D22E98B4F5D}"/>
              </a:ext>
            </a:extLst>
          </p:cNvPr>
          <p:cNvSpPr>
            <a:spLocks noGrp="1"/>
          </p:cNvSpPr>
          <p:nvPr>
            <p:ph type="body" sz="quarter" idx="18"/>
          </p:nvPr>
        </p:nvSpPr>
        <p:spPr>
          <a:xfrm>
            <a:off x="914400" y="5486400"/>
            <a:ext cx="10972800" cy="1828800"/>
          </a:xfrm>
          <a:solidFill>
            <a:srgbClr val="54585A"/>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10" name="Text Placeholder 9">
            <a:extLst>
              <a:ext uri="{FF2B5EF4-FFF2-40B4-BE49-F238E27FC236}">
                <a16:creationId xmlns:a16="http://schemas.microsoft.com/office/drawing/2014/main" id="{27804880-C918-AD60-D5A9-D01E99713C15}"/>
              </a:ext>
            </a:extLst>
          </p:cNvPr>
          <p:cNvSpPr>
            <a:spLocks noGrp="1"/>
          </p:cNvSpPr>
          <p:nvPr>
            <p:ph type="body" sz="quarter" idx="10" hasCustomPrompt="1"/>
          </p:nvPr>
        </p:nvSpPr>
        <p:spPr>
          <a:xfrm>
            <a:off x="5486400" y="3337970"/>
            <a:ext cx="29718000" cy="914400"/>
          </a:xfrm>
        </p:spPr>
        <p:txBody>
          <a:bodyPr>
            <a:noAutofit/>
          </a:bodyPr>
          <a:lstStyle>
            <a:lvl1pPr marL="0" indent="0">
              <a:lnSpc>
                <a:spcPct val="100000"/>
              </a:lnSpc>
              <a:buNone/>
              <a:defRPr sz="5500" b="0" i="0">
                <a:solidFill>
                  <a:schemeClr val="bg1"/>
                </a:solidFill>
                <a:latin typeface="Arial Nova Cond" panose="020B0506020202020204" pitchFamily="34" charset="0"/>
              </a:defRPr>
            </a:lvl1pPr>
          </a:lstStyle>
          <a:p>
            <a:pPr lvl="0"/>
            <a:r>
              <a:rPr lang="en-US"/>
              <a:t>Your Name Here, Department; Mentor Name, Department; Other Contributors</a:t>
            </a:r>
          </a:p>
        </p:txBody>
      </p:sp>
      <p:sp>
        <p:nvSpPr>
          <p:cNvPr id="6" name="Title 5">
            <a:extLst>
              <a:ext uri="{FF2B5EF4-FFF2-40B4-BE49-F238E27FC236}">
                <a16:creationId xmlns:a16="http://schemas.microsoft.com/office/drawing/2014/main" id="{25171E06-7B92-1FDF-EF04-D81E7F2525E0}"/>
              </a:ext>
            </a:extLst>
          </p:cNvPr>
          <p:cNvSpPr>
            <a:spLocks noGrp="1"/>
          </p:cNvSpPr>
          <p:nvPr>
            <p:ph type="title" hasCustomPrompt="1"/>
          </p:nvPr>
        </p:nvSpPr>
        <p:spPr>
          <a:xfrm>
            <a:off x="5486400" y="320450"/>
            <a:ext cx="29718000" cy="3017520"/>
          </a:xfrm>
        </p:spPr>
        <p:txBody>
          <a:bodyPr anchor="t">
            <a:normAutofit/>
          </a:bodyPr>
          <a:lstStyle>
            <a:lvl1pPr>
              <a:lnSpc>
                <a:spcPct val="100000"/>
              </a:lnSpc>
              <a:defRPr sz="9600" b="0" i="0">
                <a:solidFill>
                  <a:schemeClr val="bg1"/>
                </a:solidFill>
                <a:latin typeface="Arial Nova Cond" panose="020B0506020202020204" pitchFamily="34" charset="0"/>
              </a:defRPr>
            </a:lvl1pPr>
          </a:lstStyle>
          <a:p>
            <a:r>
              <a:rPr lang="en-US"/>
              <a:t>Poster Title Goes Here</a:t>
            </a:r>
            <a:br>
              <a:rPr lang="en-US"/>
            </a:br>
            <a:r>
              <a:rPr lang="en-US"/>
              <a:t>Adjust Font Size As Needed</a:t>
            </a:r>
          </a:p>
        </p:txBody>
      </p:sp>
      <p:sp>
        <p:nvSpPr>
          <p:cNvPr id="40" name="Text Placeholder 34">
            <a:extLst>
              <a:ext uri="{FF2B5EF4-FFF2-40B4-BE49-F238E27FC236}">
                <a16:creationId xmlns:a16="http://schemas.microsoft.com/office/drawing/2014/main" id="{168FC78A-B2B4-4AF1-63BB-20788CA570DD}"/>
              </a:ext>
            </a:extLst>
          </p:cNvPr>
          <p:cNvSpPr>
            <a:spLocks noGrp="1"/>
          </p:cNvSpPr>
          <p:nvPr>
            <p:ph type="body" sz="quarter" idx="23"/>
          </p:nvPr>
        </p:nvSpPr>
        <p:spPr>
          <a:xfrm>
            <a:off x="24686514" y="25831800"/>
            <a:ext cx="10972800" cy="1828800"/>
          </a:xfrm>
          <a:solidFill>
            <a:srgbClr val="54585A"/>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2" name="Text Placeholder 25">
            <a:extLst>
              <a:ext uri="{FF2B5EF4-FFF2-40B4-BE49-F238E27FC236}">
                <a16:creationId xmlns:a16="http://schemas.microsoft.com/office/drawing/2014/main" id="{B9B67001-9AA6-F916-509C-95FCCECD15D9}"/>
              </a:ext>
            </a:extLst>
          </p:cNvPr>
          <p:cNvSpPr>
            <a:spLocks noGrp="1"/>
          </p:cNvSpPr>
          <p:nvPr>
            <p:ph type="body" sz="quarter" idx="12" hasCustomPrompt="1"/>
          </p:nvPr>
        </p:nvSpPr>
        <p:spPr>
          <a:xfrm>
            <a:off x="914400" y="17830727"/>
            <a:ext cx="10972800" cy="14168814"/>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39863" indent="-4365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Methods/Approach/Theory: Describe the approach or method you used to acquire your data or findings. How did you do what you did? Explain the advantages and limitations of the approach you used. Why was this method chosen over others? </a:t>
            </a:r>
            <a:r>
              <a:rPr lang="en-US" b="1"/>
              <a:t>Make sure to add a section title above!</a:t>
            </a:r>
            <a:endParaRPr lang="en-US"/>
          </a:p>
        </p:txBody>
      </p:sp>
      <p:sp>
        <p:nvSpPr>
          <p:cNvPr id="3" name="Text Placeholder 25">
            <a:extLst>
              <a:ext uri="{FF2B5EF4-FFF2-40B4-BE49-F238E27FC236}">
                <a16:creationId xmlns:a16="http://schemas.microsoft.com/office/drawing/2014/main" id="{B7402633-55CD-FFA4-2963-665D68DB1E0A}"/>
              </a:ext>
            </a:extLst>
          </p:cNvPr>
          <p:cNvSpPr>
            <a:spLocks noGrp="1"/>
          </p:cNvSpPr>
          <p:nvPr>
            <p:ph type="body" sz="quarter" idx="17" hasCustomPrompt="1"/>
          </p:nvPr>
        </p:nvSpPr>
        <p:spPr>
          <a:xfrm>
            <a:off x="24686514" y="28118872"/>
            <a:ext cx="10972800" cy="3886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Acknowledgments: This is a space to give recognition to mentors, peers, or others who helped you along the way. Additionally, you should also identify sources of funding such as SURF, Mellon, </a:t>
            </a:r>
            <a:r>
              <a:rPr lang="en-US" err="1"/>
              <a:t>Pharis</a:t>
            </a:r>
            <a:r>
              <a:rPr lang="en-US"/>
              <a:t> Fellows, REUs, or other grant entities that supported your or your faculty mentor. </a:t>
            </a:r>
            <a:r>
              <a:rPr lang="en-US" b="1"/>
              <a:t>Make sure to add a section title above!</a:t>
            </a:r>
            <a:endParaRPr lang="en-US"/>
          </a:p>
        </p:txBody>
      </p:sp>
      <p:sp>
        <p:nvSpPr>
          <p:cNvPr id="4" name="Text Placeholder 25">
            <a:extLst>
              <a:ext uri="{FF2B5EF4-FFF2-40B4-BE49-F238E27FC236}">
                <a16:creationId xmlns:a16="http://schemas.microsoft.com/office/drawing/2014/main" id="{A7A5E4DE-D8D5-8A6D-EBB2-9DC216AC7C29}"/>
              </a:ext>
            </a:extLst>
          </p:cNvPr>
          <p:cNvSpPr>
            <a:spLocks noGrp="1"/>
          </p:cNvSpPr>
          <p:nvPr>
            <p:ph type="body" sz="quarter" idx="16" hasCustomPrompt="1"/>
          </p:nvPr>
        </p:nvSpPr>
        <p:spPr>
          <a:xfrm>
            <a:off x="24686514" y="20345400"/>
            <a:ext cx="10972800" cy="4800600"/>
          </a:xfrm>
        </p:spPr>
        <p:txBody>
          <a:bodyPr>
            <a:normAutofit/>
          </a:bodyPr>
          <a:lstStyle>
            <a:lvl1pPr marL="0" indent="0">
              <a:buNone/>
              <a:defRPr sz="3200" b="0" i="0">
                <a:latin typeface="Arial Nova Cond" panose="020B0506020202020204" pitchFamily="34" charset="0"/>
              </a:defRPr>
            </a:lvl1pPr>
            <a:lvl2pPr marL="928688" indent="-474663">
              <a:tabLst/>
              <a:defRPr sz="3200" b="0" i="1">
                <a:latin typeface="Arial Nova Cond" panose="020B0506020202020204" pitchFamily="34" charset="0"/>
              </a:defRPr>
            </a:lvl2pPr>
            <a:lvl3pPr marL="1497013" indent="-474663">
              <a:tabLst/>
              <a:defRPr sz="3200" b="0" i="1">
                <a:latin typeface="Arial Nova Cond" panose="020B0506020202020204" pitchFamily="34" charset="0"/>
              </a:defRPr>
            </a:lvl3pPr>
            <a:lvl4pPr marL="2065338" indent="-455613">
              <a:tabLst/>
              <a:defRPr sz="3200" b="0" i="1">
                <a:latin typeface="Arial Nova Cond" panose="020B0506020202020204" pitchFamily="34" charset="0"/>
              </a:defRPr>
            </a:lvl4pPr>
            <a:lvl5pPr marL="2633663" indent="-473075">
              <a:tabLst/>
              <a:defRPr sz="3200" b="0" i="1">
                <a:latin typeface="Arial Nova Cond" panose="020B0506020202020204" pitchFamily="34" charset="0"/>
              </a:defRPr>
            </a:lvl5pPr>
          </a:lstStyle>
          <a:p>
            <a:pPr lvl="0"/>
            <a:r>
              <a:rPr lang="en-US" i="0"/>
              <a:t>References: If you reference any ideas, theories, etc. from other authors, make sure to appropriately cite them. References should be in a slightly smaller font than the rest of your text. </a:t>
            </a:r>
            <a:r>
              <a:rPr lang="en-US" b="1" i="0"/>
              <a:t>Make sure to add a section title above!</a:t>
            </a:r>
            <a:endParaRPr lang="en-US"/>
          </a:p>
        </p:txBody>
      </p:sp>
      <p:sp>
        <p:nvSpPr>
          <p:cNvPr id="5" name="Text Placeholder 25">
            <a:extLst>
              <a:ext uri="{FF2B5EF4-FFF2-40B4-BE49-F238E27FC236}">
                <a16:creationId xmlns:a16="http://schemas.microsoft.com/office/drawing/2014/main" id="{1B2D7AC9-382F-8EB9-7E39-560288DBE53F}"/>
              </a:ext>
            </a:extLst>
          </p:cNvPr>
          <p:cNvSpPr>
            <a:spLocks noGrp="1"/>
          </p:cNvSpPr>
          <p:nvPr>
            <p:ph type="body" sz="quarter" idx="15" hasCustomPrompt="1"/>
          </p:nvPr>
        </p:nvSpPr>
        <p:spPr>
          <a:xfrm>
            <a:off x="24688800" y="7772400"/>
            <a:ext cx="10972800" cy="9601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08188" indent="-434975">
              <a:tabLst/>
              <a:defRPr sz="4000" b="0" i="0">
                <a:latin typeface="Arial Nova Cond" panose="020B0506020202020204" pitchFamily="34" charset="0"/>
              </a:defRPr>
            </a:lvl4pPr>
            <a:lvl5pPr marL="2690813" indent="-473075">
              <a:tabLst/>
              <a:defRPr sz="4000" b="0" i="0">
                <a:latin typeface="Arial Nova Cond" panose="020B0506020202020204" pitchFamily="34" charset="0"/>
              </a:defRPr>
            </a:lvl5pPr>
          </a:lstStyle>
          <a:p>
            <a:pPr lvl="0"/>
            <a:r>
              <a:rPr lang="en-US"/>
              <a:t>Conclusion: Restate the problem you addressed in your background section. Summarize the key findings from your results. What is the significance of your results/findings? What are the next steps for this research topic for you or for others? </a:t>
            </a:r>
            <a:r>
              <a:rPr lang="en-US" b="1"/>
              <a:t>Make sure to add a section title above!</a:t>
            </a:r>
            <a:endParaRPr lang="en-US"/>
          </a:p>
        </p:txBody>
      </p:sp>
      <p:sp>
        <p:nvSpPr>
          <p:cNvPr id="9" name="Content Placeholder 28">
            <a:extLst>
              <a:ext uri="{FF2B5EF4-FFF2-40B4-BE49-F238E27FC236}">
                <a16:creationId xmlns:a16="http://schemas.microsoft.com/office/drawing/2014/main" id="{9104E3C7-F699-75E3-9FBD-8B0A86C7E2CF}"/>
              </a:ext>
            </a:extLst>
          </p:cNvPr>
          <p:cNvSpPr>
            <a:spLocks noGrp="1"/>
          </p:cNvSpPr>
          <p:nvPr>
            <p:ph sz="quarter" idx="13" hasCustomPrompt="1"/>
          </p:nvPr>
        </p:nvSpPr>
        <p:spPr>
          <a:xfrm>
            <a:off x="12801600" y="20346472"/>
            <a:ext cx="10972800" cy="11658600"/>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97013" indent="-45561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Graphs, tables, or images can be a great way to add visually appealing components to your poster, but make sure they are labeled and easy to read. </a:t>
            </a:r>
            <a:r>
              <a:rPr lang="en-US" b="1"/>
              <a:t>Only use images that are high-resolution.</a:t>
            </a:r>
            <a:r>
              <a:rPr lang="en-US"/>
              <a:t> Images that are too pixelated will appear blurry when printed.</a:t>
            </a:r>
          </a:p>
        </p:txBody>
      </p:sp>
      <p:sp>
        <p:nvSpPr>
          <p:cNvPr id="11" name="Content Placeholder 28">
            <a:extLst>
              <a:ext uri="{FF2B5EF4-FFF2-40B4-BE49-F238E27FC236}">
                <a16:creationId xmlns:a16="http://schemas.microsoft.com/office/drawing/2014/main" id="{08EF19D3-7E0A-76CE-6F3B-C59800E38DDC}"/>
              </a:ext>
            </a:extLst>
          </p:cNvPr>
          <p:cNvSpPr>
            <a:spLocks noGrp="1"/>
          </p:cNvSpPr>
          <p:nvPr>
            <p:ph sz="quarter" idx="14" hasCustomPrompt="1"/>
          </p:nvPr>
        </p:nvSpPr>
        <p:spPr>
          <a:xfrm>
            <a:off x="12801600" y="7773472"/>
            <a:ext cx="10972800" cy="12115800"/>
          </a:xfrm>
        </p:spPr>
        <p:txBody>
          <a:bodyPr>
            <a:normAutofit/>
          </a:bodyPr>
          <a:lstStyle>
            <a:lvl1pPr marL="0" indent="0">
              <a:buNone/>
              <a:defRPr sz="4000" b="0" i="0">
                <a:latin typeface="Arial Nova Cond" panose="020B0506020202020204" pitchFamily="34" charset="0"/>
              </a:defRPr>
            </a:lvl1pPr>
            <a:lvl2pPr marL="984250" indent="-492125">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Data Results and Analysis: This should be your most in-depth section. Highlight the key data, findings, or themes that led to your conclusion. </a:t>
            </a:r>
            <a:r>
              <a:rPr lang="en-US" b="1"/>
              <a:t>Make sure to add a section title above!</a:t>
            </a:r>
            <a:endParaRPr lang="en-US"/>
          </a:p>
        </p:txBody>
      </p:sp>
      <p:sp>
        <p:nvSpPr>
          <p:cNvPr id="12" name="Text Placeholder 25">
            <a:extLst>
              <a:ext uri="{FF2B5EF4-FFF2-40B4-BE49-F238E27FC236}">
                <a16:creationId xmlns:a16="http://schemas.microsoft.com/office/drawing/2014/main" id="{CD9EC957-942C-295E-EB27-AAEF491D0A42}"/>
              </a:ext>
            </a:extLst>
          </p:cNvPr>
          <p:cNvSpPr>
            <a:spLocks noGrp="1"/>
          </p:cNvSpPr>
          <p:nvPr>
            <p:ph type="body" sz="quarter" idx="11" hasCustomPrompt="1"/>
          </p:nvPr>
        </p:nvSpPr>
        <p:spPr>
          <a:xfrm>
            <a:off x="914400" y="7772400"/>
            <a:ext cx="10972800" cy="7086600"/>
          </a:xfrm>
        </p:spPr>
        <p:txBody>
          <a:bodyPr>
            <a:normAutofit/>
          </a:bodyPr>
          <a:lstStyle>
            <a:lvl1pPr marL="0" indent="0">
              <a:buNone/>
              <a:defRPr sz="4000" b="0" i="0">
                <a:latin typeface="Arial Nova Cond" panose="020B0506020202020204" pitchFamily="34" charset="0"/>
              </a:defRPr>
            </a:lvl1pPr>
            <a:lvl2pPr marL="927100" indent="-457200">
              <a:tabLst/>
              <a:defRPr sz="4000" b="0" i="0">
                <a:latin typeface="Arial Nova Cond" panose="020B0506020202020204" pitchFamily="34" charset="0"/>
              </a:defRPr>
            </a:lvl2pPr>
            <a:lvl3pPr marL="1497013" indent="-469900">
              <a:tabLst/>
              <a:defRPr sz="4000" b="0" i="0">
                <a:latin typeface="Arial Nova Cond" panose="020B0506020202020204" pitchFamily="34" charset="0"/>
              </a:defRPr>
            </a:lvl3pPr>
            <a:lvl4pPr marL="2068513" indent="-457200">
              <a:tabLst/>
              <a:defRPr sz="4000" b="0" i="0">
                <a:latin typeface="Arial Nova Cond" panose="020B0506020202020204" pitchFamily="34" charset="0"/>
              </a:defRPr>
            </a:lvl4pPr>
            <a:lvl5pPr marL="2581275" indent="-427038">
              <a:tabLst/>
              <a:defRPr sz="4000" b="0" i="0">
                <a:latin typeface="Arial Nova Cond" panose="020B0506020202020204" pitchFamily="34" charset="0"/>
              </a:defRPr>
            </a:lvl5pPr>
          </a:lstStyle>
          <a:p>
            <a:pPr lvl="0"/>
            <a:r>
              <a:rPr lang="en-US"/>
              <a:t>Introduction: This section should include the background information on your topic. Introduce your audience to the issue or goal your research addresses and why it is important/relevant to your field. Discuss the previous work that has already been done in this area. Define key terms for your audience. </a:t>
            </a:r>
            <a:r>
              <a:rPr lang="en-US" b="1"/>
              <a:t>Make sure to add a section title above!</a:t>
            </a:r>
            <a:endParaRPr lang="en-US"/>
          </a:p>
        </p:txBody>
      </p:sp>
    </p:spTree>
    <p:extLst>
      <p:ext uri="{BB962C8B-B14F-4D97-AF65-F5344CB8AC3E}">
        <p14:creationId xmlns:p14="http://schemas.microsoft.com/office/powerpoint/2010/main" val="478732076"/>
      </p:ext>
    </p:extLst>
  </p:cSld>
  <p:clrMapOvr>
    <a:masterClrMapping/>
  </p:clrMapOvr>
  <p:extLst>
    <p:ext uri="{DCECCB84-F9BA-43D5-87BE-67443E8EF086}">
      <p15:sldGuideLst xmlns:p15="http://schemas.microsoft.com/office/powerpoint/2012/main">
        <p15:guide id="1" orient="horz" pos="4896">
          <p15:clr>
            <a:srgbClr val="FBAE40"/>
          </p15:clr>
        </p15:guide>
        <p15:guide id="2" pos="345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late Template Poster 2">
    <p:spTree>
      <p:nvGrpSpPr>
        <p:cNvPr id="1" name=""/>
        <p:cNvGrpSpPr/>
        <p:nvPr/>
      </p:nvGrpSpPr>
      <p:grpSpPr>
        <a:xfrm>
          <a:off x="0" y="0"/>
          <a:ext cx="0" cy="0"/>
          <a:chOff x="0" y="0"/>
          <a:chExt cx="0" cy="0"/>
        </a:xfrm>
      </p:grpSpPr>
      <p:pic>
        <p:nvPicPr>
          <p:cNvPr id="14" name="Picture 13" descr="A close up of a grey surface&#10;&#10;Description automatically generated">
            <a:extLst>
              <a:ext uri="{FF2B5EF4-FFF2-40B4-BE49-F238E27FC236}">
                <a16:creationId xmlns:a16="http://schemas.microsoft.com/office/drawing/2014/main" id="{9B6561E5-6E7C-CD4A-0E18-5DD6C74B1A50}"/>
              </a:ext>
            </a:extLst>
          </p:cNvPr>
          <p:cNvPicPr>
            <a:picLocks noChangeAspect="1"/>
          </p:cNvPicPr>
          <p:nvPr userDrawn="1"/>
        </p:nvPicPr>
        <p:blipFill>
          <a:blip r:embed="rId2"/>
          <a:stretch>
            <a:fillRect/>
          </a:stretch>
        </p:blipFill>
        <p:spPr>
          <a:xfrm>
            <a:off x="0" y="0"/>
            <a:ext cx="36576000" cy="4572000"/>
          </a:xfrm>
          <a:prstGeom prst="rect">
            <a:avLst/>
          </a:prstGeom>
        </p:spPr>
      </p:pic>
      <p:sp>
        <p:nvSpPr>
          <p:cNvPr id="39" name="Text Placeholder 34">
            <a:extLst>
              <a:ext uri="{FF2B5EF4-FFF2-40B4-BE49-F238E27FC236}">
                <a16:creationId xmlns:a16="http://schemas.microsoft.com/office/drawing/2014/main" id="{80759B05-CC2A-64BB-F41A-2C7BA4077234}"/>
              </a:ext>
            </a:extLst>
          </p:cNvPr>
          <p:cNvSpPr>
            <a:spLocks noGrp="1"/>
          </p:cNvSpPr>
          <p:nvPr>
            <p:ph type="body" sz="quarter" idx="22"/>
          </p:nvPr>
        </p:nvSpPr>
        <p:spPr>
          <a:xfrm>
            <a:off x="24686514" y="18060472"/>
            <a:ext cx="10972800" cy="1828800"/>
          </a:xfrm>
          <a:solidFill>
            <a:srgbClr val="54585A"/>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8" name="Text Placeholder 34">
            <a:extLst>
              <a:ext uri="{FF2B5EF4-FFF2-40B4-BE49-F238E27FC236}">
                <a16:creationId xmlns:a16="http://schemas.microsoft.com/office/drawing/2014/main" id="{34A50BB6-C388-248A-D452-19DF2B04D370}"/>
              </a:ext>
            </a:extLst>
          </p:cNvPr>
          <p:cNvSpPr>
            <a:spLocks noGrp="1"/>
          </p:cNvSpPr>
          <p:nvPr>
            <p:ph type="body" sz="quarter" idx="21"/>
          </p:nvPr>
        </p:nvSpPr>
        <p:spPr>
          <a:xfrm>
            <a:off x="914400" y="15548487"/>
            <a:ext cx="10972800" cy="1828800"/>
          </a:xfrm>
          <a:solidFill>
            <a:srgbClr val="54585A"/>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7" name="Text Placeholder 34">
            <a:extLst>
              <a:ext uri="{FF2B5EF4-FFF2-40B4-BE49-F238E27FC236}">
                <a16:creationId xmlns:a16="http://schemas.microsoft.com/office/drawing/2014/main" id="{A84384B7-196F-014A-C966-FE0B4FD08BE4}"/>
              </a:ext>
            </a:extLst>
          </p:cNvPr>
          <p:cNvSpPr>
            <a:spLocks noGrp="1"/>
          </p:cNvSpPr>
          <p:nvPr>
            <p:ph type="body" sz="quarter" idx="20"/>
          </p:nvPr>
        </p:nvSpPr>
        <p:spPr>
          <a:xfrm>
            <a:off x="24688800" y="5486400"/>
            <a:ext cx="10972800" cy="1828800"/>
          </a:xfrm>
          <a:solidFill>
            <a:srgbClr val="54585A"/>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6" name="Text Placeholder 34">
            <a:extLst>
              <a:ext uri="{FF2B5EF4-FFF2-40B4-BE49-F238E27FC236}">
                <a16:creationId xmlns:a16="http://schemas.microsoft.com/office/drawing/2014/main" id="{003134DC-F613-7A96-869F-33CF1B15CEE8}"/>
              </a:ext>
            </a:extLst>
          </p:cNvPr>
          <p:cNvSpPr>
            <a:spLocks noGrp="1"/>
          </p:cNvSpPr>
          <p:nvPr>
            <p:ph type="body" sz="quarter" idx="19"/>
          </p:nvPr>
        </p:nvSpPr>
        <p:spPr>
          <a:xfrm>
            <a:off x="12801600" y="5486400"/>
            <a:ext cx="10972800" cy="1828800"/>
          </a:xfrm>
          <a:solidFill>
            <a:srgbClr val="54585A"/>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5" name="Text Placeholder 34">
            <a:extLst>
              <a:ext uri="{FF2B5EF4-FFF2-40B4-BE49-F238E27FC236}">
                <a16:creationId xmlns:a16="http://schemas.microsoft.com/office/drawing/2014/main" id="{6197EA4A-7B87-D00F-07E1-1D22E98B4F5D}"/>
              </a:ext>
            </a:extLst>
          </p:cNvPr>
          <p:cNvSpPr>
            <a:spLocks noGrp="1"/>
          </p:cNvSpPr>
          <p:nvPr>
            <p:ph type="body" sz="quarter" idx="18"/>
          </p:nvPr>
        </p:nvSpPr>
        <p:spPr>
          <a:xfrm>
            <a:off x="914400" y="5486400"/>
            <a:ext cx="10972800" cy="1828800"/>
          </a:xfrm>
          <a:solidFill>
            <a:srgbClr val="54585A"/>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40" name="Text Placeholder 34">
            <a:extLst>
              <a:ext uri="{FF2B5EF4-FFF2-40B4-BE49-F238E27FC236}">
                <a16:creationId xmlns:a16="http://schemas.microsoft.com/office/drawing/2014/main" id="{168FC78A-B2B4-4AF1-63BB-20788CA570DD}"/>
              </a:ext>
            </a:extLst>
          </p:cNvPr>
          <p:cNvSpPr>
            <a:spLocks noGrp="1"/>
          </p:cNvSpPr>
          <p:nvPr>
            <p:ph type="body" sz="quarter" idx="23"/>
          </p:nvPr>
        </p:nvSpPr>
        <p:spPr>
          <a:xfrm>
            <a:off x="24686514" y="25831800"/>
            <a:ext cx="10972800" cy="1828800"/>
          </a:xfrm>
          <a:solidFill>
            <a:srgbClr val="54585A"/>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2" name="Text Placeholder 9">
            <a:extLst>
              <a:ext uri="{FF2B5EF4-FFF2-40B4-BE49-F238E27FC236}">
                <a16:creationId xmlns:a16="http://schemas.microsoft.com/office/drawing/2014/main" id="{5BECC006-10AB-AE72-CFB2-DC4D8F4A6C5D}"/>
              </a:ext>
            </a:extLst>
          </p:cNvPr>
          <p:cNvSpPr>
            <a:spLocks noGrp="1"/>
          </p:cNvSpPr>
          <p:nvPr>
            <p:ph type="body" sz="quarter" idx="10" hasCustomPrompt="1"/>
          </p:nvPr>
        </p:nvSpPr>
        <p:spPr>
          <a:xfrm>
            <a:off x="1371600" y="3334528"/>
            <a:ext cx="28346400" cy="914400"/>
          </a:xfrm>
        </p:spPr>
        <p:txBody>
          <a:bodyPr>
            <a:noAutofit/>
          </a:bodyPr>
          <a:lstStyle>
            <a:lvl1pPr marL="0" indent="0">
              <a:lnSpc>
                <a:spcPct val="100000"/>
              </a:lnSpc>
              <a:buNone/>
              <a:defRPr sz="5500" b="0" i="0">
                <a:solidFill>
                  <a:schemeClr val="bg1"/>
                </a:solidFill>
                <a:latin typeface="Arial Nova Cond" panose="020B0506020202020204" pitchFamily="34" charset="0"/>
              </a:defRPr>
            </a:lvl1pPr>
          </a:lstStyle>
          <a:p>
            <a:pPr lvl="0"/>
            <a:r>
              <a:rPr lang="en-US"/>
              <a:t>Your Name Here, Department; Mentor Name, Department; Other Contributors</a:t>
            </a:r>
          </a:p>
        </p:txBody>
      </p:sp>
      <p:sp>
        <p:nvSpPr>
          <p:cNvPr id="3" name="Title 5">
            <a:extLst>
              <a:ext uri="{FF2B5EF4-FFF2-40B4-BE49-F238E27FC236}">
                <a16:creationId xmlns:a16="http://schemas.microsoft.com/office/drawing/2014/main" id="{11C09BDC-15B4-6207-2ADD-E086EAB4EA7E}"/>
              </a:ext>
            </a:extLst>
          </p:cNvPr>
          <p:cNvSpPr>
            <a:spLocks noGrp="1"/>
          </p:cNvSpPr>
          <p:nvPr>
            <p:ph type="title" hasCustomPrompt="1"/>
          </p:nvPr>
        </p:nvSpPr>
        <p:spPr>
          <a:xfrm>
            <a:off x="1371600" y="317008"/>
            <a:ext cx="28346400" cy="3017520"/>
          </a:xfrm>
        </p:spPr>
        <p:txBody>
          <a:bodyPr anchor="t">
            <a:normAutofit/>
          </a:bodyPr>
          <a:lstStyle>
            <a:lvl1pPr>
              <a:lnSpc>
                <a:spcPct val="100000"/>
              </a:lnSpc>
              <a:defRPr sz="9600" b="0" i="0">
                <a:solidFill>
                  <a:schemeClr val="bg1"/>
                </a:solidFill>
                <a:latin typeface="Arial Nova Cond" panose="020B0506020202020204" pitchFamily="34" charset="0"/>
              </a:defRPr>
            </a:lvl1pPr>
          </a:lstStyle>
          <a:p>
            <a:r>
              <a:rPr lang="en-US"/>
              <a:t>Poster Title Goes Here</a:t>
            </a:r>
            <a:br>
              <a:rPr lang="en-US"/>
            </a:br>
            <a:r>
              <a:rPr lang="en-US"/>
              <a:t>Adjust Font Size As Needed</a:t>
            </a:r>
          </a:p>
        </p:txBody>
      </p:sp>
      <p:sp>
        <p:nvSpPr>
          <p:cNvPr id="5" name="Text Placeholder 25">
            <a:extLst>
              <a:ext uri="{FF2B5EF4-FFF2-40B4-BE49-F238E27FC236}">
                <a16:creationId xmlns:a16="http://schemas.microsoft.com/office/drawing/2014/main" id="{E33FF8A3-8728-5CC2-218A-6A4CADF746F9}"/>
              </a:ext>
            </a:extLst>
          </p:cNvPr>
          <p:cNvSpPr>
            <a:spLocks noGrp="1"/>
          </p:cNvSpPr>
          <p:nvPr>
            <p:ph type="body" sz="quarter" idx="12" hasCustomPrompt="1"/>
          </p:nvPr>
        </p:nvSpPr>
        <p:spPr>
          <a:xfrm>
            <a:off x="914400" y="17830727"/>
            <a:ext cx="10972800" cy="14168814"/>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39863" indent="-4365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Methods/Approach/Theory: Describe the approach or method you used to acquire your data or findings. How did you do what you did? Explain the advantages and limitations of the approach you used. Why was this method chosen over others? </a:t>
            </a:r>
            <a:r>
              <a:rPr lang="en-US" b="1"/>
              <a:t>Make sure to add a section title above!</a:t>
            </a:r>
            <a:endParaRPr lang="en-US"/>
          </a:p>
        </p:txBody>
      </p:sp>
      <p:sp>
        <p:nvSpPr>
          <p:cNvPr id="6" name="Text Placeholder 25">
            <a:extLst>
              <a:ext uri="{FF2B5EF4-FFF2-40B4-BE49-F238E27FC236}">
                <a16:creationId xmlns:a16="http://schemas.microsoft.com/office/drawing/2014/main" id="{EB55EBF6-D69A-7ED8-0330-8F94DEC0A321}"/>
              </a:ext>
            </a:extLst>
          </p:cNvPr>
          <p:cNvSpPr>
            <a:spLocks noGrp="1"/>
          </p:cNvSpPr>
          <p:nvPr>
            <p:ph type="body" sz="quarter" idx="17" hasCustomPrompt="1"/>
          </p:nvPr>
        </p:nvSpPr>
        <p:spPr>
          <a:xfrm>
            <a:off x="24686514" y="28118872"/>
            <a:ext cx="10972800" cy="3886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Acknowledgments: This is a space to give recognition to mentors, peers, or others who helped you along the way. Additionally, you should also identify sources of funding such as SURF, Mellon, </a:t>
            </a:r>
            <a:r>
              <a:rPr lang="en-US" err="1"/>
              <a:t>Pharis</a:t>
            </a:r>
            <a:r>
              <a:rPr lang="en-US"/>
              <a:t> Fellows, REUs, or other grant entities that supported your or your faculty mentor. </a:t>
            </a:r>
            <a:r>
              <a:rPr lang="en-US" b="1"/>
              <a:t>Make sure to add a section title above!</a:t>
            </a:r>
            <a:endParaRPr lang="en-US"/>
          </a:p>
        </p:txBody>
      </p:sp>
      <p:sp>
        <p:nvSpPr>
          <p:cNvPr id="8" name="Text Placeholder 25">
            <a:extLst>
              <a:ext uri="{FF2B5EF4-FFF2-40B4-BE49-F238E27FC236}">
                <a16:creationId xmlns:a16="http://schemas.microsoft.com/office/drawing/2014/main" id="{2A5034C0-E420-93C6-18CF-5BE9A70CE133}"/>
              </a:ext>
            </a:extLst>
          </p:cNvPr>
          <p:cNvSpPr>
            <a:spLocks noGrp="1"/>
          </p:cNvSpPr>
          <p:nvPr>
            <p:ph type="body" sz="quarter" idx="16" hasCustomPrompt="1"/>
          </p:nvPr>
        </p:nvSpPr>
        <p:spPr>
          <a:xfrm>
            <a:off x="24686514" y="20345400"/>
            <a:ext cx="10972800" cy="4800600"/>
          </a:xfrm>
        </p:spPr>
        <p:txBody>
          <a:bodyPr>
            <a:normAutofit/>
          </a:bodyPr>
          <a:lstStyle>
            <a:lvl1pPr marL="0" indent="0">
              <a:buNone/>
              <a:defRPr sz="3200" b="0" i="0">
                <a:latin typeface="Arial Nova Cond" panose="020B0506020202020204" pitchFamily="34" charset="0"/>
              </a:defRPr>
            </a:lvl1pPr>
            <a:lvl2pPr marL="928688" indent="-474663">
              <a:tabLst/>
              <a:defRPr sz="3200" b="0" i="1">
                <a:latin typeface="Arial Nova Cond" panose="020B0506020202020204" pitchFamily="34" charset="0"/>
              </a:defRPr>
            </a:lvl2pPr>
            <a:lvl3pPr marL="1497013" indent="-474663">
              <a:tabLst/>
              <a:defRPr sz="3200" b="0" i="1">
                <a:latin typeface="Arial Nova Cond" panose="020B0506020202020204" pitchFamily="34" charset="0"/>
              </a:defRPr>
            </a:lvl3pPr>
            <a:lvl4pPr marL="2065338" indent="-455613">
              <a:tabLst/>
              <a:defRPr sz="3200" b="0" i="1">
                <a:latin typeface="Arial Nova Cond" panose="020B0506020202020204" pitchFamily="34" charset="0"/>
              </a:defRPr>
            </a:lvl4pPr>
            <a:lvl5pPr marL="2633663" indent="-473075">
              <a:tabLst/>
              <a:defRPr sz="3200" b="0" i="1">
                <a:latin typeface="Arial Nova Cond" panose="020B0506020202020204" pitchFamily="34" charset="0"/>
              </a:defRPr>
            </a:lvl5pPr>
          </a:lstStyle>
          <a:p>
            <a:pPr lvl="0"/>
            <a:r>
              <a:rPr lang="en-US" i="0"/>
              <a:t>References: If you reference any ideas, theories, etc. from other authors, make sure to appropriately cite them. References should be in a slightly smaller font than the rest of your text. </a:t>
            </a:r>
            <a:r>
              <a:rPr lang="en-US" b="1" i="0"/>
              <a:t>Make sure to add a section title above!</a:t>
            </a:r>
            <a:endParaRPr lang="en-US"/>
          </a:p>
        </p:txBody>
      </p:sp>
      <p:sp>
        <p:nvSpPr>
          <p:cNvPr id="9" name="Text Placeholder 25">
            <a:extLst>
              <a:ext uri="{FF2B5EF4-FFF2-40B4-BE49-F238E27FC236}">
                <a16:creationId xmlns:a16="http://schemas.microsoft.com/office/drawing/2014/main" id="{EC23970E-9669-7BAA-73A5-65B1EC76EE22}"/>
              </a:ext>
            </a:extLst>
          </p:cNvPr>
          <p:cNvSpPr>
            <a:spLocks noGrp="1"/>
          </p:cNvSpPr>
          <p:nvPr>
            <p:ph type="body" sz="quarter" idx="15" hasCustomPrompt="1"/>
          </p:nvPr>
        </p:nvSpPr>
        <p:spPr>
          <a:xfrm>
            <a:off x="24688800" y="7772400"/>
            <a:ext cx="10972800" cy="9601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08188" indent="-434975">
              <a:tabLst/>
              <a:defRPr sz="4000" b="0" i="0">
                <a:latin typeface="Arial Nova Cond" panose="020B0506020202020204" pitchFamily="34" charset="0"/>
              </a:defRPr>
            </a:lvl4pPr>
            <a:lvl5pPr marL="2690813" indent="-473075">
              <a:tabLst/>
              <a:defRPr sz="4000" b="0" i="0">
                <a:latin typeface="Arial Nova Cond" panose="020B0506020202020204" pitchFamily="34" charset="0"/>
              </a:defRPr>
            </a:lvl5pPr>
          </a:lstStyle>
          <a:p>
            <a:pPr lvl="0"/>
            <a:r>
              <a:rPr lang="en-US"/>
              <a:t>Conclusion: Restate the problem you addressed in your background section. Summarize the key findings from your results. What is the significance of your results/findings? What are the next steps for this research topic for you or for others? </a:t>
            </a:r>
            <a:r>
              <a:rPr lang="en-US" b="1"/>
              <a:t>Make sure to add a section title above!</a:t>
            </a:r>
            <a:endParaRPr lang="en-US"/>
          </a:p>
        </p:txBody>
      </p:sp>
      <p:sp>
        <p:nvSpPr>
          <p:cNvPr id="10" name="Content Placeholder 28">
            <a:extLst>
              <a:ext uri="{FF2B5EF4-FFF2-40B4-BE49-F238E27FC236}">
                <a16:creationId xmlns:a16="http://schemas.microsoft.com/office/drawing/2014/main" id="{1CE7B707-C5D2-0D4E-0BB6-2311FF448C3B}"/>
              </a:ext>
            </a:extLst>
          </p:cNvPr>
          <p:cNvSpPr>
            <a:spLocks noGrp="1"/>
          </p:cNvSpPr>
          <p:nvPr>
            <p:ph sz="quarter" idx="13" hasCustomPrompt="1"/>
          </p:nvPr>
        </p:nvSpPr>
        <p:spPr>
          <a:xfrm>
            <a:off x="12801600" y="20346472"/>
            <a:ext cx="10972800" cy="11658600"/>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97013" indent="-45561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Graphs, tables, or images can be a great way to add visually appealing components to your poster, but make sure they are labeled and easy to read. </a:t>
            </a:r>
            <a:r>
              <a:rPr lang="en-US" b="1"/>
              <a:t>Only use images that are high-resolution.</a:t>
            </a:r>
            <a:r>
              <a:rPr lang="en-US"/>
              <a:t> Images that are too pixelated will appear blurry when printed.</a:t>
            </a:r>
          </a:p>
        </p:txBody>
      </p:sp>
      <p:sp>
        <p:nvSpPr>
          <p:cNvPr id="11" name="Content Placeholder 28">
            <a:extLst>
              <a:ext uri="{FF2B5EF4-FFF2-40B4-BE49-F238E27FC236}">
                <a16:creationId xmlns:a16="http://schemas.microsoft.com/office/drawing/2014/main" id="{2529DC47-16C4-F83B-7BE8-F37C3EB205D7}"/>
              </a:ext>
            </a:extLst>
          </p:cNvPr>
          <p:cNvSpPr>
            <a:spLocks noGrp="1"/>
          </p:cNvSpPr>
          <p:nvPr>
            <p:ph sz="quarter" idx="14" hasCustomPrompt="1"/>
          </p:nvPr>
        </p:nvSpPr>
        <p:spPr>
          <a:xfrm>
            <a:off x="12801600" y="7773472"/>
            <a:ext cx="10972800" cy="12115800"/>
          </a:xfrm>
        </p:spPr>
        <p:txBody>
          <a:bodyPr>
            <a:normAutofit/>
          </a:bodyPr>
          <a:lstStyle>
            <a:lvl1pPr marL="0" indent="0">
              <a:buNone/>
              <a:defRPr sz="4000" b="0" i="0">
                <a:latin typeface="Arial Nova Cond" panose="020B0506020202020204" pitchFamily="34" charset="0"/>
              </a:defRPr>
            </a:lvl1pPr>
            <a:lvl2pPr marL="984250" indent="-492125">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Data Results and Analysis: This should be your most in-depth section. Highlight the key data, findings, or themes that led to your conclusion. </a:t>
            </a:r>
            <a:r>
              <a:rPr lang="en-US" b="1"/>
              <a:t>Make sure to add a section title above!</a:t>
            </a:r>
            <a:endParaRPr lang="en-US"/>
          </a:p>
        </p:txBody>
      </p:sp>
      <p:sp>
        <p:nvSpPr>
          <p:cNvPr id="12" name="Text Placeholder 25">
            <a:extLst>
              <a:ext uri="{FF2B5EF4-FFF2-40B4-BE49-F238E27FC236}">
                <a16:creationId xmlns:a16="http://schemas.microsoft.com/office/drawing/2014/main" id="{67C7E59B-75EE-5A93-3877-911714BBDD48}"/>
              </a:ext>
            </a:extLst>
          </p:cNvPr>
          <p:cNvSpPr>
            <a:spLocks noGrp="1"/>
          </p:cNvSpPr>
          <p:nvPr>
            <p:ph type="body" sz="quarter" idx="11" hasCustomPrompt="1"/>
          </p:nvPr>
        </p:nvSpPr>
        <p:spPr>
          <a:xfrm>
            <a:off x="914400" y="7772400"/>
            <a:ext cx="10972800" cy="7086600"/>
          </a:xfrm>
        </p:spPr>
        <p:txBody>
          <a:bodyPr>
            <a:normAutofit/>
          </a:bodyPr>
          <a:lstStyle>
            <a:lvl1pPr marL="0" indent="0">
              <a:buNone/>
              <a:defRPr sz="4000" b="0" i="0">
                <a:latin typeface="Arial Nova Cond" panose="020B0506020202020204" pitchFamily="34" charset="0"/>
              </a:defRPr>
            </a:lvl1pPr>
            <a:lvl2pPr marL="927100" indent="-457200">
              <a:tabLst/>
              <a:defRPr sz="4000" b="0" i="0">
                <a:latin typeface="Arial Nova Cond" panose="020B0506020202020204" pitchFamily="34" charset="0"/>
              </a:defRPr>
            </a:lvl2pPr>
            <a:lvl3pPr marL="1497013" indent="-469900">
              <a:tabLst/>
              <a:defRPr sz="4000" b="0" i="0">
                <a:latin typeface="Arial Nova Cond" panose="020B0506020202020204" pitchFamily="34" charset="0"/>
              </a:defRPr>
            </a:lvl3pPr>
            <a:lvl4pPr marL="2068513" indent="-457200">
              <a:tabLst/>
              <a:defRPr sz="4000" b="0" i="0">
                <a:latin typeface="Arial Nova Cond" panose="020B0506020202020204" pitchFamily="34" charset="0"/>
              </a:defRPr>
            </a:lvl4pPr>
            <a:lvl5pPr marL="2581275" indent="-427038">
              <a:tabLst/>
              <a:defRPr sz="4000" b="0" i="0">
                <a:latin typeface="Arial Nova Cond" panose="020B0506020202020204" pitchFamily="34" charset="0"/>
              </a:defRPr>
            </a:lvl5pPr>
          </a:lstStyle>
          <a:p>
            <a:pPr lvl="0"/>
            <a:r>
              <a:rPr lang="en-US"/>
              <a:t>Introduction: This section should include the background information on your topic. Introduce your audience to the issue or goal your research addresses and why it is important/relevant to your field. Discuss the previous work that has already been done in this area. Define key terms for your audience. </a:t>
            </a:r>
            <a:r>
              <a:rPr lang="en-US" b="1"/>
              <a:t>Make sure to add a section title above!</a:t>
            </a:r>
            <a:endParaRPr lang="en-US"/>
          </a:p>
        </p:txBody>
      </p:sp>
    </p:spTree>
    <p:extLst>
      <p:ext uri="{BB962C8B-B14F-4D97-AF65-F5344CB8AC3E}">
        <p14:creationId xmlns:p14="http://schemas.microsoft.com/office/powerpoint/2010/main" val="3044246030"/>
      </p:ext>
    </p:extLst>
  </p:cSld>
  <p:clrMapOvr>
    <a:masterClrMapping/>
  </p:clrMapOvr>
  <p:extLst>
    <p:ext uri="{DCECCB84-F9BA-43D5-87BE-67443E8EF086}">
      <p15:sldGuideLst xmlns:p15="http://schemas.microsoft.com/office/powerpoint/2012/main">
        <p15:guide id="1" orient="horz" pos="4896">
          <p15:clr>
            <a:srgbClr val="FBAE40"/>
          </p15:clr>
        </p15:guide>
        <p15:guide id="2" pos="345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ck Blank Poster 1">
    <p:spTree>
      <p:nvGrpSpPr>
        <p:cNvPr id="1" name=""/>
        <p:cNvGrpSpPr/>
        <p:nvPr/>
      </p:nvGrpSpPr>
      <p:grpSpPr>
        <a:xfrm>
          <a:off x="0" y="0"/>
          <a:ext cx="0" cy="0"/>
          <a:chOff x="0" y="0"/>
          <a:chExt cx="0" cy="0"/>
        </a:xfrm>
      </p:grpSpPr>
      <p:pic>
        <p:nvPicPr>
          <p:cNvPr id="3" name="Picture 2" descr="A black background with a black square&#10;&#10;Description automatically generated with medium confidence">
            <a:extLst>
              <a:ext uri="{FF2B5EF4-FFF2-40B4-BE49-F238E27FC236}">
                <a16:creationId xmlns:a16="http://schemas.microsoft.com/office/drawing/2014/main" id="{C61BB757-AB4A-2B19-F580-E69F9FE3DB4C}"/>
              </a:ext>
            </a:extLst>
          </p:cNvPr>
          <p:cNvPicPr>
            <a:picLocks noChangeAspect="1"/>
          </p:cNvPicPr>
          <p:nvPr userDrawn="1"/>
        </p:nvPicPr>
        <p:blipFill>
          <a:blip r:embed="rId2"/>
          <a:stretch>
            <a:fillRect/>
          </a:stretch>
        </p:blipFill>
        <p:spPr>
          <a:xfrm>
            <a:off x="0" y="0"/>
            <a:ext cx="36576000" cy="4572000"/>
          </a:xfrm>
          <a:prstGeom prst="rect">
            <a:avLst/>
          </a:prstGeom>
        </p:spPr>
      </p:pic>
      <p:sp>
        <p:nvSpPr>
          <p:cNvPr id="18" name="Text Placeholder 9">
            <a:extLst>
              <a:ext uri="{FF2B5EF4-FFF2-40B4-BE49-F238E27FC236}">
                <a16:creationId xmlns:a16="http://schemas.microsoft.com/office/drawing/2014/main" id="{C5117E31-D4DA-38B0-C32F-884F15C97A2E}"/>
              </a:ext>
            </a:extLst>
          </p:cNvPr>
          <p:cNvSpPr>
            <a:spLocks noGrp="1"/>
          </p:cNvSpPr>
          <p:nvPr>
            <p:ph type="body" sz="quarter" idx="10" hasCustomPrompt="1"/>
          </p:nvPr>
        </p:nvSpPr>
        <p:spPr>
          <a:xfrm>
            <a:off x="5486400" y="3337970"/>
            <a:ext cx="29718000" cy="914400"/>
          </a:xfrm>
        </p:spPr>
        <p:txBody>
          <a:bodyPr>
            <a:noAutofit/>
          </a:bodyPr>
          <a:lstStyle>
            <a:lvl1pPr marL="0" indent="0">
              <a:lnSpc>
                <a:spcPct val="100000"/>
              </a:lnSpc>
              <a:buNone/>
              <a:defRPr sz="5500" b="0" i="0">
                <a:solidFill>
                  <a:schemeClr val="bg1"/>
                </a:solidFill>
                <a:latin typeface="Arial Nova Cond" panose="020B0506020202020204" pitchFamily="34" charset="0"/>
              </a:defRPr>
            </a:lvl1pPr>
          </a:lstStyle>
          <a:p>
            <a:pPr lvl="0"/>
            <a:r>
              <a:rPr lang="en-US"/>
              <a:t>Your Name Here, Department; Mentor Name, Department; Other Contributors</a:t>
            </a:r>
          </a:p>
        </p:txBody>
      </p:sp>
      <p:sp>
        <p:nvSpPr>
          <p:cNvPr id="19" name="Title 5">
            <a:extLst>
              <a:ext uri="{FF2B5EF4-FFF2-40B4-BE49-F238E27FC236}">
                <a16:creationId xmlns:a16="http://schemas.microsoft.com/office/drawing/2014/main" id="{8B2C22E4-A131-E676-95D8-0DEB89FA8245}"/>
              </a:ext>
            </a:extLst>
          </p:cNvPr>
          <p:cNvSpPr>
            <a:spLocks noGrp="1"/>
          </p:cNvSpPr>
          <p:nvPr>
            <p:ph type="title" hasCustomPrompt="1"/>
          </p:nvPr>
        </p:nvSpPr>
        <p:spPr>
          <a:xfrm>
            <a:off x="5486400" y="320450"/>
            <a:ext cx="29718000" cy="3017520"/>
          </a:xfrm>
        </p:spPr>
        <p:txBody>
          <a:bodyPr anchor="t">
            <a:normAutofit/>
          </a:bodyPr>
          <a:lstStyle>
            <a:lvl1pPr>
              <a:lnSpc>
                <a:spcPct val="100000"/>
              </a:lnSpc>
              <a:defRPr sz="9600" b="0" i="0">
                <a:solidFill>
                  <a:schemeClr val="bg1"/>
                </a:solidFill>
                <a:latin typeface="Arial Nova Cond" panose="020B0506020202020204" pitchFamily="34" charset="0"/>
              </a:defRPr>
            </a:lvl1pPr>
          </a:lstStyle>
          <a:p>
            <a:r>
              <a:rPr lang="en-US"/>
              <a:t>Poster Title Goes Here</a:t>
            </a:r>
            <a:br>
              <a:rPr lang="en-US"/>
            </a:br>
            <a:r>
              <a:rPr lang="en-US"/>
              <a:t>Adjust Font Size As Needed</a:t>
            </a:r>
          </a:p>
        </p:txBody>
      </p:sp>
    </p:spTree>
    <p:extLst>
      <p:ext uri="{BB962C8B-B14F-4D97-AF65-F5344CB8AC3E}">
        <p14:creationId xmlns:p14="http://schemas.microsoft.com/office/powerpoint/2010/main" val="308679496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ack Blank Poster 2">
    <p:spTree>
      <p:nvGrpSpPr>
        <p:cNvPr id="1" name=""/>
        <p:cNvGrpSpPr/>
        <p:nvPr/>
      </p:nvGrpSpPr>
      <p:grpSpPr>
        <a:xfrm>
          <a:off x="0" y="0"/>
          <a:ext cx="0" cy="0"/>
          <a:chOff x="0" y="0"/>
          <a:chExt cx="0" cy="0"/>
        </a:xfrm>
      </p:grpSpPr>
      <p:pic>
        <p:nvPicPr>
          <p:cNvPr id="3" name="Picture 2" descr="A black background with a black square&#10;&#10;Description automatically generated with medium confidence">
            <a:extLst>
              <a:ext uri="{FF2B5EF4-FFF2-40B4-BE49-F238E27FC236}">
                <a16:creationId xmlns:a16="http://schemas.microsoft.com/office/drawing/2014/main" id="{93747AD4-D463-7B59-92CC-1333E94C6F7A}"/>
              </a:ext>
            </a:extLst>
          </p:cNvPr>
          <p:cNvPicPr>
            <a:picLocks noChangeAspect="1"/>
          </p:cNvPicPr>
          <p:nvPr userDrawn="1"/>
        </p:nvPicPr>
        <p:blipFill>
          <a:blip r:embed="rId2"/>
          <a:stretch>
            <a:fillRect/>
          </a:stretch>
        </p:blipFill>
        <p:spPr>
          <a:xfrm>
            <a:off x="0" y="0"/>
            <a:ext cx="36576000" cy="4572000"/>
          </a:xfrm>
          <a:prstGeom prst="rect">
            <a:avLst/>
          </a:prstGeom>
        </p:spPr>
      </p:pic>
      <p:sp>
        <p:nvSpPr>
          <p:cNvPr id="18" name="Text Placeholder 9">
            <a:extLst>
              <a:ext uri="{FF2B5EF4-FFF2-40B4-BE49-F238E27FC236}">
                <a16:creationId xmlns:a16="http://schemas.microsoft.com/office/drawing/2014/main" id="{C5117E31-D4DA-38B0-C32F-884F15C97A2E}"/>
              </a:ext>
            </a:extLst>
          </p:cNvPr>
          <p:cNvSpPr>
            <a:spLocks noGrp="1"/>
          </p:cNvSpPr>
          <p:nvPr>
            <p:ph type="body" sz="quarter" idx="10" hasCustomPrompt="1"/>
          </p:nvPr>
        </p:nvSpPr>
        <p:spPr>
          <a:xfrm>
            <a:off x="1371600" y="3334528"/>
            <a:ext cx="28346400" cy="914400"/>
          </a:xfrm>
        </p:spPr>
        <p:txBody>
          <a:bodyPr>
            <a:noAutofit/>
          </a:bodyPr>
          <a:lstStyle>
            <a:lvl1pPr marL="0" indent="0">
              <a:lnSpc>
                <a:spcPct val="100000"/>
              </a:lnSpc>
              <a:buNone/>
              <a:defRPr sz="5500" b="0" i="0">
                <a:solidFill>
                  <a:schemeClr val="bg1"/>
                </a:solidFill>
                <a:latin typeface="Arial Nova Cond" panose="020B0506020202020204" pitchFamily="34" charset="0"/>
              </a:defRPr>
            </a:lvl1pPr>
          </a:lstStyle>
          <a:p>
            <a:pPr lvl="0"/>
            <a:r>
              <a:rPr lang="en-US"/>
              <a:t>Your Name Here, Department; Mentor Name, Department; Other Contributors</a:t>
            </a:r>
          </a:p>
        </p:txBody>
      </p:sp>
      <p:sp>
        <p:nvSpPr>
          <p:cNvPr id="19" name="Title 5">
            <a:extLst>
              <a:ext uri="{FF2B5EF4-FFF2-40B4-BE49-F238E27FC236}">
                <a16:creationId xmlns:a16="http://schemas.microsoft.com/office/drawing/2014/main" id="{8B2C22E4-A131-E676-95D8-0DEB89FA8245}"/>
              </a:ext>
            </a:extLst>
          </p:cNvPr>
          <p:cNvSpPr>
            <a:spLocks noGrp="1"/>
          </p:cNvSpPr>
          <p:nvPr>
            <p:ph type="title" hasCustomPrompt="1"/>
          </p:nvPr>
        </p:nvSpPr>
        <p:spPr>
          <a:xfrm>
            <a:off x="1371600" y="317008"/>
            <a:ext cx="28346400" cy="3017520"/>
          </a:xfrm>
        </p:spPr>
        <p:txBody>
          <a:bodyPr anchor="t">
            <a:normAutofit/>
          </a:bodyPr>
          <a:lstStyle>
            <a:lvl1pPr>
              <a:lnSpc>
                <a:spcPct val="100000"/>
              </a:lnSpc>
              <a:defRPr sz="9600" b="0" i="0">
                <a:solidFill>
                  <a:schemeClr val="bg1"/>
                </a:solidFill>
                <a:latin typeface="Arial Nova Cond" panose="020B0506020202020204" pitchFamily="34" charset="0"/>
              </a:defRPr>
            </a:lvl1pPr>
          </a:lstStyle>
          <a:p>
            <a:r>
              <a:rPr lang="en-US"/>
              <a:t>Poster Title Goes Here</a:t>
            </a:r>
            <a:br>
              <a:rPr lang="en-US"/>
            </a:br>
            <a:r>
              <a:rPr lang="en-US"/>
              <a:t>Adjust Font Size As Needed</a:t>
            </a:r>
          </a:p>
        </p:txBody>
      </p:sp>
    </p:spTree>
    <p:extLst>
      <p:ext uri="{BB962C8B-B14F-4D97-AF65-F5344CB8AC3E}">
        <p14:creationId xmlns:p14="http://schemas.microsoft.com/office/powerpoint/2010/main" val="2197222769"/>
      </p:ext>
    </p:extLst>
  </p:cSld>
  <p:clrMapOvr>
    <a:masterClrMapping/>
  </p:clrMapOvr>
  <p:extLst>
    <p:ext uri="{DCECCB84-F9BA-43D5-87BE-67443E8EF086}">
      <p15:sldGuideLst xmlns:p15="http://schemas.microsoft.com/office/powerpoint/2012/main">
        <p15:guide id="1" orient="horz" pos="10368" userDrawn="1">
          <p15:clr>
            <a:srgbClr val="FBAE40"/>
          </p15:clr>
        </p15:guide>
        <p15:guide id="2" pos="22176"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lack Template Poster 1">
    <p:spTree>
      <p:nvGrpSpPr>
        <p:cNvPr id="1" name=""/>
        <p:cNvGrpSpPr/>
        <p:nvPr/>
      </p:nvGrpSpPr>
      <p:grpSpPr>
        <a:xfrm>
          <a:off x="0" y="0"/>
          <a:ext cx="0" cy="0"/>
          <a:chOff x="0" y="0"/>
          <a:chExt cx="0" cy="0"/>
        </a:xfrm>
      </p:grpSpPr>
      <p:pic>
        <p:nvPicPr>
          <p:cNvPr id="3" name="Picture 2" descr="A black background with a black square&#10;&#10;Description automatically generated with medium confidence">
            <a:extLst>
              <a:ext uri="{FF2B5EF4-FFF2-40B4-BE49-F238E27FC236}">
                <a16:creationId xmlns:a16="http://schemas.microsoft.com/office/drawing/2014/main" id="{F650E773-B243-3910-7B7A-D2B3777602C9}"/>
              </a:ext>
            </a:extLst>
          </p:cNvPr>
          <p:cNvPicPr>
            <a:picLocks noChangeAspect="1"/>
          </p:cNvPicPr>
          <p:nvPr userDrawn="1"/>
        </p:nvPicPr>
        <p:blipFill>
          <a:blip r:embed="rId2"/>
          <a:stretch>
            <a:fillRect/>
          </a:stretch>
        </p:blipFill>
        <p:spPr>
          <a:xfrm>
            <a:off x="0" y="0"/>
            <a:ext cx="36576000" cy="4572000"/>
          </a:xfrm>
          <a:prstGeom prst="rect">
            <a:avLst/>
          </a:prstGeom>
        </p:spPr>
      </p:pic>
      <p:sp>
        <p:nvSpPr>
          <p:cNvPr id="39" name="Text Placeholder 34">
            <a:extLst>
              <a:ext uri="{FF2B5EF4-FFF2-40B4-BE49-F238E27FC236}">
                <a16:creationId xmlns:a16="http://schemas.microsoft.com/office/drawing/2014/main" id="{80759B05-CC2A-64BB-F41A-2C7BA4077234}"/>
              </a:ext>
            </a:extLst>
          </p:cNvPr>
          <p:cNvSpPr>
            <a:spLocks noGrp="1"/>
          </p:cNvSpPr>
          <p:nvPr>
            <p:ph type="body" sz="quarter" idx="22"/>
          </p:nvPr>
        </p:nvSpPr>
        <p:spPr>
          <a:xfrm>
            <a:off x="24686514" y="18060472"/>
            <a:ext cx="10972800" cy="1828800"/>
          </a:xfrm>
          <a:solidFill>
            <a:schemeClr val="tx1"/>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8" name="Text Placeholder 34">
            <a:extLst>
              <a:ext uri="{FF2B5EF4-FFF2-40B4-BE49-F238E27FC236}">
                <a16:creationId xmlns:a16="http://schemas.microsoft.com/office/drawing/2014/main" id="{34A50BB6-C388-248A-D452-19DF2B04D370}"/>
              </a:ext>
            </a:extLst>
          </p:cNvPr>
          <p:cNvSpPr>
            <a:spLocks noGrp="1"/>
          </p:cNvSpPr>
          <p:nvPr>
            <p:ph type="body" sz="quarter" idx="21"/>
          </p:nvPr>
        </p:nvSpPr>
        <p:spPr>
          <a:xfrm>
            <a:off x="914400" y="15548487"/>
            <a:ext cx="10972800" cy="1828800"/>
          </a:xfrm>
          <a:solidFill>
            <a:schemeClr val="tx1"/>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7" name="Text Placeholder 34">
            <a:extLst>
              <a:ext uri="{FF2B5EF4-FFF2-40B4-BE49-F238E27FC236}">
                <a16:creationId xmlns:a16="http://schemas.microsoft.com/office/drawing/2014/main" id="{A84384B7-196F-014A-C966-FE0B4FD08BE4}"/>
              </a:ext>
            </a:extLst>
          </p:cNvPr>
          <p:cNvSpPr>
            <a:spLocks noGrp="1"/>
          </p:cNvSpPr>
          <p:nvPr>
            <p:ph type="body" sz="quarter" idx="20"/>
          </p:nvPr>
        </p:nvSpPr>
        <p:spPr>
          <a:xfrm>
            <a:off x="24688800" y="5486400"/>
            <a:ext cx="10972800" cy="1828800"/>
          </a:xfrm>
          <a:solidFill>
            <a:schemeClr val="tx1"/>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6" name="Text Placeholder 34">
            <a:extLst>
              <a:ext uri="{FF2B5EF4-FFF2-40B4-BE49-F238E27FC236}">
                <a16:creationId xmlns:a16="http://schemas.microsoft.com/office/drawing/2014/main" id="{003134DC-F613-7A96-869F-33CF1B15CEE8}"/>
              </a:ext>
            </a:extLst>
          </p:cNvPr>
          <p:cNvSpPr>
            <a:spLocks noGrp="1"/>
          </p:cNvSpPr>
          <p:nvPr>
            <p:ph type="body" sz="quarter" idx="19"/>
          </p:nvPr>
        </p:nvSpPr>
        <p:spPr>
          <a:xfrm>
            <a:off x="12801600" y="5486400"/>
            <a:ext cx="10972800" cy="1828800"/>
          </a:xfrm>
          <a:solidFill>
            <a:schemeClr val="tx1"/>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5" name="Text Placeholder 34">
            <a:extLst>
              <a:ext uri="{FF2B5EF4-FFF2-40B4-BE49-F238E27FC236}">
                <a16:creationId xmlns:a16="http://schemas.microsoft.com/office/drawing/2014/main" id="{6197EA4A-7B87-D00F-07E1-1D22E98B4F5D}"/>
              </a:ext>
            </a:extLst>
          </p:cNvPr>
          <p:cNvSpPr>
            <a:spLocks noGrp="1"/>
          </p:cNvSpPr>
          <p:nvPr>
            <p:ph type="body" sz="quarter" idx="18"/>
          </p:nvPr>
        </p:nvSpPr>
        <p:spPr>
          <a:xfrm>
            <a:off x="914400" y="5486400"/>
            <a:ext cx="10972800" cy="1828800"/>
          </a:xfrm>
          <a:solidFill>
            <a:schemeClr val="tx1"/>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10" name="Text Placeholder 9">
            <a:extLst>
              <a:ext uri="{FF2B5EF4-FFF2-40B4-BE49-F238E27FC236}">
                <a16:creationId xmlns:a16="http://schemas.microsoft.com/office/drawing/2014/main" id="{27804880-C918-AD60-D5A9-D01E99713C15}"/>
              </a:ext>
            </a:extLst>
          </p:cNvPr>
          <p:cNvSpPr>
            <a:spLocks noGrp="1"/>
          </p:cNvSpPr>
          <p:nvPr>
            <p:ph type="body" sz="quarter" idx="10" hasCustomPrompt="1"/>
          </p:nvPr>
        </p:nvSpPr>
        <p:spPr>
          <a:xfrm>
            <a:off x="5486400" y="3337970"/>
            <a:ext cx="29718000" cy="914400"/>
          </a:xfrm>
        </p:spPr>
        <p:txBody>
          <a:bodyPr>
            <a:noAutofit/>
          </a:bodyPr>
          <a:lstStyle>
            <a:lvl1pPr marL="0" indent="0">
              <a:lnSpc>
                <a:spcPct val="100000"/>
              </a:lnSpc>
              <a:buNone/>
              <a:defRPr sz="5500" b="0" i="0">
                <a:solidFill>
                  <a:schemeClr val="bg1"/>
                </a:solidFill>
                <a:latin typeface="Arial Nova Cond" panose="020B0506020202020204" pitchFamily="34" charset="0"/>
              </a:defRPr>
            </a:lvl1pPr>
          </a:lstStyle>
          <a:p>
            <a:pPr lvl="0"/>
            <a:r>
              <a:rPr lang="en-US"/>
              <a:t>Your Name Here, Department; Mentor Name, Department; Other Contributors</a:t>
            </a:r>
          </a:p>
        </p:txBody>
      </p:sp>
      <p:sp>
        <p:nvSpPr>
          <p:cNvPr id="6" name="Title 5">
            <a:extLst>
              <a:ext uri="{FF2B5EF4-FFF2-40B4-BE49-F238E27FC236}">
                <a16:creationId xmlns:a16="http://schemas.microsoft.com/office/drawing/2014/main" id="{25171E06-7B92-1FDF-EF04-D81E7F2525E0}"/>
              </a:ext>
            </a:extLst>
          </p:cNvPr>
          <p:cNvSpPr>
            <a:spLocks noGrp="1"/>
          </p:cNvSpPr>
          <p:nvPr>
            <p:ph type="title" hasCustomPrompt="1"/>
          </p:nvPr>
        </p:nvSpPr>
        <p:spPr>
          <a:xfrm>
            <a:off x="5486400" y="320450"/>
            <a:ext cx="29718000" cy="3017520"/>
          </a:xfrm>
        </p:spPr>
        <p:txBody>
          <a:bodyPr anchor="t">
            <a:normAutofit/>
          </a:bodyPr>
          <a:lstStyle>
            <a:lvl1pPr>
              <a:lnSpc>
                <a:spcPct val="100000"/>
              </a:lnSpc>
              <a:defRPr sz="9600" b="0" i="0">
                <a:solidFill>
                  <a:schemeClr val="bg1"/>
                </a:solidFill>
                <a:latin typeface="Arial Nova Cond" panose="020B0506020202020204" pitchFamily="34" charset="0"/>
              </a:defRPr>
            </a:lvl1pPr>
          </a:lstStyle>
          <a:p>
            <a:r>
              <a:rPr lang="en-US"/>
              <a:t>Poster Title Goes Here</a:t>
            </a:r>
            <a:br>
              <a:rPr lang="en-US"/>
            </a:br>
            <a:r>
              <a:rPr lang="en-US"/>
              <a:t>Adjust Font Size As Needed</a:t>
            </a:r>
          </a:p>
        </p:txBody>
      </p:sp>
      <p:sp>
        <p:nvSpPr>
          <p:cNvPr id="40" name="Text Placeholder 34">
            <a:extLst>
              <a:ext uri="{FF2B5EF4-FFF2-40B4-BE49-F238E27FC236}">
                <a16:creationId xmlns:a16="http://schemas.microsoft.com/office/drawing/2014/main" id="{168FC78A-B2B4-4AF1-63BB-20788CA570DD}"/>
              </a:ext>
            </a:extLst>
          </p:cNvPr>
          <p:cNvSpPr>
            <a:spLocks noGrp="1"/>
          </p:cNvSpPr>
          <p:nvPr>
            <p:ph type="body" sz="quarter" idx="23"/>
          </p:nvPr>
        </p:nvSpPr>
        <p:spPr>
          <a:xfrm>
            <a:off x="24686514" y="25831800"/>
            <a:ext cx="10972800" cy="1828800"/>
          </a:xfrm>
          <a:solidFill>
            <a:schemeClr val="tx1"/>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41" name="Text Placeholder 25">
            <a:extLst>
              <a:ext uri="{FF2B5EF4-FFF2-40B4-BE49-F238E27FC236}">
                <a16:creationId xmlns:a16="http://schemas.microsoft.com/office/drawing/2014/main" id="{5A93BBA8-DEC6-0F2A-D45E-2355AF1626EB}"/>
              </a:ext>
            </a:extLst>
          </p:cNvPr>
          <p:cNvSpPr>
            <a:spLocks noGrp="1"/>
          </p:cNvSpPr>
          <p:nvPr>
            <p:ph type="body" sz="quarter" idx="12" hasCustomPrompt="1"/>
          </p:nvPr>
        </p:nvSpPr>
        <p:spPr>
          <a:xfrm>
            <a:off x="914400" y="17830727"/>
            <a:ext cx="10972800" cy="14168814"/>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39863" indent="-4365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Methods/Approach/Theory: Describe the approach or method you used to acquire your data or findings. How did you do what you did? Explain the advantages and limitations of the approach you used. Why was this method chosen over others? </a:t>
            </a:r>
            <a:r>
              <a:rPr lang="en-US" b="1"/>
              <a:t>Make sure to add a section title above!</a:t>
            </a:r>
            <a:endParaRPr lang="en-US"/>
          </a:p>
        </p:txBody>
      </p:sp>
      <p:sp>
        <p:nvSpPr>
          <p:cNvPr id="42" name="Text Placeholder 25">
            <a:extLst>
              <a:ext uri="{FF2B5EF4-FFF2-40B4-BE49-F238E27FC236}">
                <a16:creationId xmlns:a16="http://schemas.microsoft.com/office/drawing/2014/main" id="{8FC75163-73AE-5035-7305-34F17EF59ADC}"/>
              </a:ext>
            </a:extLst>
          </p:cNvPr>
          <p:cNvSpPr>
            <a:spLocks noGrp="1"/>
          </p:cNvSpPr>
          <p:nvPr>
            <p:ph type="body" sz="quarter" idx="17" hasCustomPrompt="1"/>
          </p:nvPr>
        </p:nvSpPr>
        <p:spPr>
          <a:xfrm>
            <a:off x="24686514" y="28118872"/>
            <a:ext cx="10972800" cy="3886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Acknowledgments: This is a space to give recognition to mentors, peers, or others who helped you along the way. Additionally, you should also identify sources of funding such as SURF, Mellon, </a:t>
            </a:r>
            <a:r>
              <a:rPr lang="en-US" err="1"/>
              <a:t>Pharis</a:t>
            </a:r>
            <a:r>
              <a:rPr lang="en-US"/>
              <a:t> Fellows, REUs, or other grant entities that supported your or your faculty mentor. </a:t>
            </a:r>
            <a:r>
              <a:rPr lang="en-US" b="1"/>
              <a:t>Make sure to add a section title above!</a:t>
            </a:r>
            <a:endParaRPr lang="en-US"/>
          </a:p>
        </p:txBody>
      </p:sp>
      <p:sp>
        <p:nvSpPr>
          <p:cNvPr id="43" name="Text Placeholder 25">
            <a:extLst>
              <a:ext uri="{FF2B5EF4-FFF2-40B4-BE49-F238E27FC236}">
                <a16:creationId xmlns:a16="http://schemas.microsoft.com/office/drawing/2014/main" id="{61ED87C9-1091-C16E-4207-3F0B3E151C26}"/>
              </a:ext>
            </a:extLst>
          </p:cNvPr>
          <p:cNvSpPr>
            <a:spLocks noGrp="1"/>
          </p:cNvSpPr>
          <p:nvPr>
            <p:ph type="body" sz="quarter" idx="16" hasCustomPrompt="1"/>
          </p:nvPr>
        </p:nvSpPr>
        <p:spPr>
          <a:xfrm>
            <a:off x="24686514" y="20345400"/>
            <a:ext cx="10972800" cy="4800600"/>
          </a:xfrm>
        </p:spPr>
        <p:txBody>
          <a:bodyPr>
            <a:normAutofit/>
          </a:bodyPr>
          <a:lstStyle>
            <a:lvl1pPr marL="0" indent="0">
              <a:buNone/>
              <a:defRPr sz="3200" b="0" i="0">
                <a:latin typeface="Arial Nova Cond" panose="020B0506020202020204" pitchFamily="34" charset="0"/>
              </a:defRPr>
            </a:lvl1pPr>
            <a:lvl2pPr marL="928688" indent="-474663">
              <a:tabLst/>
              <a:defRPr sz="3200" b="0" i="1">
                <a:latin typeface="Arial Nova Cond" panose="020B0506020202020204" pitchFamily="34" charset="0"/>
              </a:defRPr>
            </a:lvl2pPr>
            <a:lvl3pPr marL="1497013" indent="-474663">
              <a:tabLst/>
              <a:defRPr sz="3200" b="0" i="1">
                <a:latin typeface="Arial Nova Cond" panose="020B0506020202020204" pitchFamily="34" charset="0"/>
              </a:defRPr>
            </a:lvl3pPr>
            <a:lvl4pPr marL="2065338" indent="-455613">
              <a:tabLst/>
              <a:defRPr sz="3200" b="0" i="1">
                <a:latin typeface="Arial Nova Cond" panose="020B0506020202020204" pitchFamily="34" charset="0"/>
              </a:defRPr>
            </a:lvl4pPr>
            <a:lvl5pPr marL="2633663" indent="-473075">
              <a:tabLst/>
              <a:defRPr sz="3200" b="0" i="1">
                <a:latin typeface="Arial Nova Cond" panose="020B0506020202020204" pitchFamily="34" charset="0"/>
              </a:defRPr>
            </a:lvl5pPr>
          </a:lstStyle>
          <a:p>
            <a:pPr lvl="0"/>
            <a:r>
              <a:rPr lang="en-US" i="0"/>
              <a:t>References: If you reference any ideas, theories, etc. from other authors, make sure to appropriately cite them. References should be in a slightly smaller font than the rest of your text. </a:t>
            </a:r>
            <a:r>
              <a:rPr lang="en-US" b="1" i="0"/>
              <a:t>Make sure to add a section title above!</a:t>
            </a:r>
            <a:endParaRPr lang="en-US"/>
          </a:p>
        </p:txBody>
      </p:sp>
      <p:sp>
        <p:nvSpPr>
          <p:cNvPr id="44" name="Text Placeholder 25">
            <a:extLst>
              <a:ext uri="{FF2B5EF4-FFF2-40B4-BE49-F238E27FC236}">
                <a16:creationId xmlns:a16="http://schemas.microsoft.com/office/drawing/2014/main" id="{CCF13F82-C6D8-9AF7-7D65-86FF8B506049}"/>
              </a:ext>
            </a:extLst>
          </p:cNvPr>
          <p:cNvSpPr>
            <a:spLocks noGrp="1"/>
          </p:cNvSpPr>
          <p:nvPr>
            <p:ph type="body" sz="quarter" idx="15" hasCustomPrompt="1"/>
          </p:nvPr>
        </p:nvSpPr>
        <p:spPr>
          <a:xfrm>
            <a:off x="24688800" y="7772400"/>
            <a:ext cx="10972800" cy="9601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08188" indent="-434975">
              <a:tabLst/>
              <a:defRPr sz="4000" b="0" i="0">
                <a:latin typeface="Arial Nova Cond" panose="020B0506020202020204" pitchFamily="34" charset="0"/>
              </a:defRPr>
            </a:lvl4pPr>
            <a:lvl5pPr marL="2690813" indent="-473075">
              <a:tabLst/>
              <a:defRPr sz="4000" b="0" i="0">
                <a:latin typeface="Arial Nova Cond" panose="020B0506020202020204" pitchFamily="34" charset="0"/>
              </a:defRPr>
            </a:lvl5pPr>
          </a:lstStyle>
          <a:p>
            <a:pPr lvl="0"/>
            <a:r>
              <a:rPr lang="en-US"/>
              <a:t>Conclusion: Restate the problem you addressed in your background section. Summarize the key findings from your results. What is the significance of your results/findings? What are the next steps for this research topic for you or for others? </a:t>
            </a:r>
            <a:r>
              <a:rPr lang="en-US" b="1"/>
              <a:t>Make sure to add a section title above!</a:t>
            </a:r>
            <a:endParaRPr lang="en-US"/>
          </a:p>
        </p:txBody>
      </p:sp>
      <p:sp>
        <p:nvSpPr>
          <p:cNvPr id="45" name="Content Placeholder 28">
            <a:extLst>
              <a:ext uri="{FF2B5EF4-FFF2-40B4-BE49-F238E27FC236}">
                <a16:creationId xmlns:a16="http://schemas.microsoft.com/office/drawing/2014/main" id="{D5934809-82DE-82ED-A206-8931BFA2FF72}"/>
              </a:ext>
            </a:extLst>
          </p:cNvPr>
          <p:cNvSpPr>
            <a:spLocks noGrp="1"/>
          </p:cNvSpPr>
          <p:nvPr>
            <p:ph sz="quarter" idx="13" hasCustomPrompt="1"/>
          </p:nvPr>
        </p:nvSpPr>
        <p:spPr>
          <a:xfrm>
            <a:off x="12801600" y="20346472"/>
            <a:ext cx="10972800" cy="11658600"/>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97013" indent="-45561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Graphs, tables, or images can be a great way to add visually appealing components to your poster, but make sure they are labeled and easy to read. </a:t>
            </a:r>
            <a:r>
              <a:rPr lang="en-US" b="1"/>
              <a:t>Only use images that are high-resolution.</a:t>
            </a:r>
            <a:r>
              <a:rPr lang="en-US"/>
              <a:t> Images that are too pixelated will appear blurry when printed.</a:t>
            </a:r>
          </a:p>
        </p:txBody>
      </p:sp>
      <p:sp>
        <p:nvSpPr>
          <p:cNvPr id="46" name="Content Placeholder 28">
            <a:extLst>
              <a:ext uri="{FF2B5EF4-FFF2-40B4-BE49-F238E27FC236}">
                <a16:creationId xmlns:a16="http://schemas.microsoft.com/office/drawing/2014/main" id="{C04DC7B7-C538-06AA-CC2F-E26E6C5C4EAA}"/>
              </a:ext>
            </a:extLst>
          </p:cNvPr>
          <p:cNvSpPr>
            <a:spLocks noGrp="1"/>
          </p:cNvSpPr>
          <p:nvPr>
            <p:ph sz="quarter" idx="14" hasCustomPrompt="1"/>
          </p:nvPr>
        </p:nvSpPr>
        <p:spPr>
          <a:xfrm>
            <a:off x="12801600" y="7773472"/>
            <a:ext cx="10972800" cy="12115800"/>
          </a:xfrm>
        </p:spPr>
        <p:txBody>
          <a:bodyPr>
            <a:normAutofit/>
          </a:bodyPr>
          <a:lstStyle>
            <a:lvl1pPr marL="0" indent="0">
              <a:buNone/>
              <a:defRPr sz="4000" b="0" i="0">
                <a:latin typeface="Arial Nova Cond" panose="020B0506020202020204" pitchFamily="34" charset="0"/>
              </a:defRPr>
            </a:lvl1pPr>
            <a:lvl2pPr marL="984250" indent="-492125">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Data Results and Analysis: This should be your most in-depth section. Highlight the key data, findings, or themes that led to your conclusion. </a:t>
            </a:r>
            <a:r>
              <a:rPr lang="en-US" b="1"/>
              <a:t>Make sure to add a section title above!</a:t>
            </a:r>
            <a:endParaRPr lang="en-US"/>
          </a:p>
        </p:txBody>
      </p:sp>
      <p:sp>
        <p:nvSpPr>
          <p:cNvPr id="47" name="Text Placeholder 25">
            <a:extLst>
              <a:ext uri="{FF2B5EF4-FFF2-40B4-BE49-F238E27FC236}">
                <a16:creationId xmlns:a16="http://schemas.microsoft.com/office/drawing/2014/main" id="{510016FC-17E6-35E4-DD77-587B52DDFAB5}"/>
              </a:ext>
            </a:extLst>
          </p:cNvPr>
          <p:cNvSpPr>
            <a:spLocks noGrp="1"/>
          </p:cNvSpPr>
          <p:nvPr>
            <p:ph type="body" sz="quarter" idx="11" hasCustomPrompt="1"/>
          </p:nvPr>
        </p:nvSpPr>
        <p:spPr>
          <a:xfrm>
            <a:off x="914400" y="7772400"/>
            <a:ext cx="10972800" cy="7086600"/>
          </a:xfrm>
        </p:spPr>
        <p:txBody>
          <a:bodyPr>
            <a:normAutofit/>
          </a:bodyPr>
          <a:lstStyle>
            <a:lvl1pPr marL="0" indent="0">
              <a:buNone/>
              <a:defRPr sz="4000" b="0" i="0">
                <a:latin typeface="Arial Nova Cond" panose="020B0506020202020204" pitchFamily="34" charset="0"/>
              </a:defRPr>
            </a:lvl1pPr>
            <a:lvl2pPr marL="927100" indent="-457200">
              <a:tabLst/>
              <a:defRPr sz="4000" b="0" i="0">
                <a:latin typeface="Arial Nova Cond" panose="020B0506020202020204" pitchFamily="34" charset="0"/>
              </a:defRPr>
            </a:lvl2pPr>
            <a:lvl3pPr marL="1497013" indent="-469900">
              <a:tabLst/>
              <a:defRPr sz="4000" b="0" i="0">
                <a:latin typeface="Arial Nova Cond" panose="020B0506020202020204" pitchFamily="34" charset="0"/>
              </a:defRPr>
            </a:lvl3pPr>
            <a:lvl4pPr marL="2068513" indent="-457200">
              <a:tabLst/>
              <a:defRPr sz="4000" b="0" i="0">
                <a:latin typeface="Arial Nova Cond" panose="020B0506020202020204" pitchFamily="34" charset="0"/>
              </a:defRPr>
            </a:lvl4pPr>
            <a:lvl5pPr marL="2581275" indent="-427038">
              <a:tabLst/>
              <a:defRPr sz="4000" b="0" i="0">
                <a:latin typeface="Arial Nova Cond" panose="020B0506020202020204" pitchFamily="34" charset="0"/>
              </a:defRPr>
            </a:lvl5pPr>
          </a:lstStyle>
          <a:p>
            <a:pPr lvl="0"/>
            <a:r>
              <a:rPr lang="en-US"/>
              <a:t>Introduction: This section should include the background information on your topic. Introduce your audience to the issue or goal your research addresses and why it is important/relevant to your field. Discuss the previous work that has already been done in this area. Define key terms for your audience. </a:t>
            </a:r>
            <a:r>
              <a:rPr lang="en-US" b="1"/>
              <a:t>Make sure to add a section title above!</a:t>
            </a:r>
            <a:endParaRPr lang="en-US"/>
          </a:p>
        </p:txBody>
      </p:sp>
    </p:spTree>
    <p:extLst>
      <p:ext uri="{BB962C8B-B14F-4D97-AF65-F5344CB8AC3E}">
        <p14:creationId xmlns:p14="http://schemas.microsoft.com/office/powerpoint/2010/main" val="52759709"/>
      </p:ext>
    </p:extLst>
  </p:cSld>
  <p:clrMapOvr>
    <a:masterClrMapping/>
  </p:clrMapOvr>
  <p:extLst>
    <p:ext uri="{DCECCB84-F9BA-43D5-87BE-67443E8EF086}">
      <p15:sldGuideLst xmlns:p15="http://schemas.microsoft.com/office/powerpoint/2012/main">
        <p15:guide id="1" orient="horz" pos="4896" userDrawn="1">
          <p15:clr>
            <a:srgbClr val="FBAE40"/>
          </p15:clr>
        </p15:guide>
        <p15:guide id="2" pos="3456"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ck Template Poster 2">
    <p:spTree>
      <p:nvGrpSpPr>
        <p:cNvPr id="1" name=""/>
        <p:cNvGrpSpPr/>
        <p:nvPr/>
      </p:nvGrpSpPr>
      <p:grpSpPr>
        <a:xfrm>
          <a:off x="0" y="0"/>
          <a:ext cx="0" cy="0"/>
          <a:chOff x="0" y="0"/>
          <a:chExt cx="0" cy="0"/>
        </a:xfrm>
      </p:grpSpPr>
      <p:pic>
        <p:nvPicPr>
          <p:cNvPr id="6" name="Picture 5" descr="A black background with a black square&#10;&#10;Description automatically generated with medium confidence">
            <a:extLst>
              <a:ext uri="{FF2B5EF4-FFF2-40B4-BE49-F238E27FC236}">
                <a16:creationId xmlns:a16="http://schemas.microsoft.com/office/drawing/2014/main" id="{EAE02780-9AE9-C599-B6AD-758298CCC61E}"/>
              </a:ext>
            </a:extLst>
          </p:cNvPr>
          <p:cNvPicPr>
            <a:picLocks noChangeAspect="1"/>
          </p:cNvPicPr>
          <p:nvPr userDrawn="1"/>
        </p:nvPicPr>
        <p:blipFill>
          <a:blip r:embed="rId2"/>
          <a:stretch>
            <a:fillRect/>
          </a:stretch>
        </p:blipFill>
        <p:spPr>
          <a:xfrm>
            <a:off x="0" y="0"/>
            <a:ext cx="36576000" cy="4572000"/>
          </a:xfrm>
          <a:prstGeom prst="rect">
            <a:avLst/>
          </a:prstGeom>
        </p:spPr>
      </p:pic>
      <p:sp>
        <p:nvSpPr>
          <p:cNvPr id="39" name="Text Placeholder 34">
            <a:extLst>
              <a:ext uri="{FF2B5EF4-FFF2-40B4-BE49-F238E27FC236}">
                <a16:creationId xmlns:a16="http://schemas.microsoft.com/office/drawing/2014/main" id="{80759B05-CC2A-64BB-F41A-2C7BA4077234}"/>
              </a:ext>
            </a:extLst>
          </p:cNvPr>
          <p:cNvSpPr>
            <a:spLocks noGrp="1"/>
          </p:cNvSpPr>
          <p:nvPr>
            <p:ph type="body" sz="quarter" idx="22"/>
          </p:nvPr>
        </p:nvSpPr>
        <p:spPr>
          <a:xfrm>
            <a:off x="24686514" y="18060472"/>
            <a:ext cx="10972800" cy="1828800"/>
          </a:xfrm>
          <a:solidFill>
            <a:schemeClr val="tx1"/>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8" name="Text Placeholder 34">
            <a:extLst>
              <a:ext uri="{FF2B5EF4-FFF2-40B4-BE49-F238E27FC236}">
                <a16:creationId xmlns:a16="http://schemas.microsoft.com/office/drawing/2014/main" id="{34A50BB6-C388-248A-D452-19DF2B04D370}"/>
              </a:ext>
            </a:extLst>
          </p:cNvPr>
          <p:cNvSpPr>
            <a:spLocks noGrp="1"/>
          </p:cNvSpPr>
          <p:nvPr>
            <p:ph type="body" sz="quarter" idx="21"/>
          </p:nvPr>
        </p:nvSpPr>
        <p:spPr>
          <a:xfrm>
            <a:off x="914400" y="15548487"/>
            <a:ext cx="10972800" cy="1828800"/>
          </a:xfrm>
          <a:solidFill>
            <a:schemeClr val="tx1"/>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7" name="Text Placeholder 34">
            <a:extLst>
              <a:ext uri="{FF2B5EF4-FFF2-40B4-BE49-F238E27FC236}">
                <a16:creationId xmlns:a16="http://schemas.microsoft.com/office/drawing/2014/main" id="{A84384B7-196F-014A-C966-FE0B4FD08BE4}"/>
              </a:ext>
            </a:extLst>
          </p:cNvPr>
          <p:cNvSpPr>
            <a:spLocks noGrp="1"/>
          </p:cNvSpPr>
          <p:nvPr>
            <p:ph type="body" sz="quarter" idx="20"/>
          </p:nvPr>
        </p:nvSpPr>
        <p:spPr>
          <a:xfrm>
            <a:off x="24688800" y="5486400"/>
            <a:ext cx="10972800" cy="1828800"/>
          </a:xfrm>
          <a:solidFill>
            <a:schemeClr val="tx1"/>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6" name="Text Placeholder 34">
            <a:extLst>
              <a:ext uri="{FF2B5EF4-FFF2-40B4-BE49-F238E27FC236}">
                <a16:creationId xmlns:a16="http://schemas.microsoft.com/office/drawing/2014/main" id="{003134DC-F613-7A96-869F-33CF1B15CEE8}"/>
              </a:ext>
            </a:extLst>
          </p:cNvPr>
          <p:cNvSpPr>
            <a:spLocks noGrp="1"/>
          </p:cNvSpPr>
          <p:nvPr>
            <p:ph type="body" sz="quarter" idx="19"/>
          </p:nvPr>
        </p:nvSpPr>
        <p:spPr>
          <a:xfrm>
            <a:off x="12801600" y="5486400"/>
            <a:ext cx="10972800" cy="1828800"/>
          </a:xfrm>
          <a:solidFill>
            <a:schemeClr val="tx1"/>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5" name="Text Placeholder 34">
            <a:extLst>
              <a:ext uri="{FF2B5EF4-FFF2-40B4-BE49-F238E27FC236}">
                <a16:creationId xmlns:a16="http://schemas.microsoft.com/office/drawing/2014/main" id="{6197EA4A-7B87-D00F-07E1-1D22E98B4F5D}"/>
              </a:ext>
            </a:extLst>
          </p:cNvPr>
          <p:cNvSpPr>
            <a:spLocks noGrp="1"/>
          </p:cNvSpPr>
          <p:nvPr>
            <p:ph type="body" sz="quarter" idx="18"/>
          </p:nvPr>
        </p:nvSpPr>
        <p:spPr>
          <a:xfrm>
            <a:off x="914400" y="5486400"/>
            <a:ext cx="10972800" cy="1828800"/>
          </a:xfrm>
          <a:solidFill>
            <a:schemeClr val="tx1"/>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40" name="Text Placeholder 34">
            <a:extLst>
              <a:ext uri="{FF2B5EF4-FFF2-40B4-BE49-F238E27FC236}">
                <a16:creationId xmlns:a16="http://schemas.microsoft.com/office/drawing/2014/main" id="{168FC78A-B2B4-4AF1-63BB-20788CA570DD}"/>
              </a:ext>
            </a:extLst>
          </p:cNvPr>
          <p:cNvSpPr>
            <a:spLocks noGrp="1"/>
          </p:cNvSpPr>
          <p:nvPr>
            <p:ph type="body" sz="quarter" idx="23"/>
          </p:nvPr>
        </p:nvSpPr>
        <p:spPr>
          <a:xfrm>
            <a:off x="24686514" y="25831800"/>
            <a:ext cx="10972800" cy="1828800"/>
          </a:xfrm>
          <a:solidFill>
            <a:schemeClr val="tx1"/>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 name="Text Placeholder 9">
            <a:extLst>
              <a:ext uri="{FF2B5EF4-FFF2-40B4-BE49-F238E27FC236}">
                <a16:creationId xmlns:a16="http://schemas.microsoft.com/office/drawing/2014/main" id="{804C1BB2-8CB8-F503-A2CA-8EBD36117BD8}"/>
              </a:ext>
            </a:extLst>
          </p:cNvPr>
          <p:cNvSpPr>
            <a:spLocks noGrp="1"/>
          </p:cNvSpPr>
          <p:nvPr>
            <p:ph type="body" sz="quarter" idx="10" hasCustomPrompt="1"/>
          </p:nvPr>
        </p:nvSpPr>
        <p:spPr>
          <a:xfrm>
            <a:off x="1371600" y="3334528"/>
            <a:ext cx="28346400" cy="914400"/>
          </a:xfrm>
        </p:spPr>
        <p:txBody>
          <a:bodyPr>
            <a:noAutofit/>
          </a:bodyPr>
          <a:lstStyle>
            <a:lvl1pPr marL="0" indent="0">
              <a:lnSpc>
                <a:spcPct val="100000"/>
              </a:lnSpc>
              <a:buNone/>
              <a:defRPr sz="5500" b="0" i="0">
                <a:solidFill>
                  <a:schemeClr val="bg1"/>
                </a:solidFill>
                <a:latin typeface="Arial Nova Cond" panose="020B0506020202020204" pitchFamily="34" charset="0"/>
              </a:defRPr>
            </a:lvl1pPr>
          </a:lstStyle>
          <a:p>
            <a:pPr lvl="0"/>
            <a:r>
              <a:rPr lang="en-US"/>
              <a:t>Your Name Here, Department; Mentor Name, Department; Other Contributors</a:t>
            </a:r>
          </a:p>
        </p:txBody>
      </p:sp>
      <p:sp>
        <p:nvSpPr>
          <p:cNvPr id="4" name="Title 5">
            <a:extLst>
              <a:ext uri="{FF2B5EF4-FFF2-40B4-BE49-F238E27FC236}">
                <a16:creationId xmlns:a16="http://schemas.microsoft.com/office/drawing/2014/main" id="{728E5D8D-521B-91E6-9B26-B2628F6B7152}"/>
              </a:ext>
            </a:extLst>
          </p:cNvPr>
          <p:cNvSpPr>
            <a:spLocks noGrp="1"/>
          </p:cNvSpPr>
          <p:nvPr>
            <p:ph type="title" hasCustomPrompt="1"/>
          </p:nvPr>
        </p:nvSpPr>
        <p:spPr>
          <a:xfrm>
            <a:off x="1371600" y="317008"/>
            <a:ext cx="28346400" cy="3017520"/>
          </a:xfrm>
        </p:spPr>
        <p:txBody>
          <a:bodyPr anchor="t">
            <a:normAutofit/>
          </a:bodyPr>
          <a:lstStyle>
            <a:lvl1pPr>
              <a:lnSpc>
                <a:spcPct val="100000"/>
              </a:lnSpc>
              <a:defRPr sz="9600" b="0" i="0">
                <a:solidFill>
                  <a:schemeClr val="bg1"/>
                </a:solidFill>
                <a:latin typeface="Arial Nova Cond" panose="020B0506020202020204" pitchFamily="34" charset="0"/>
              </a:defRPr>
            </a:lvl1pPr>
          </a:lstStyle>
          <a:p>
            <a:r>
              <a:rPr lang="en-US"/>
              <a:t>Poster Title Goes Here</a:t>
            </a:r>
            <a:br>
              <a:rPr lang="en-US"/>
            </a:br>
            <a:r>
              <a:rPr lang="en-US"/>
              <a:t>Adjust Font Size As Needed</a:t>
            </a:r>
          </a:p>
        </p:txBody>
      </p:sp>
      <p:sp>
        <p:nvSpPr>
          <p:cNvPr id="9" name="Text Placeholder 25">
            <a:extLst>
              <a:ext uri="{FF2B5EF4-FFF2-40B4-BE49-F238E27FC236}">
                <a16:creationId xmlns:a16="http://schemas.microsoft.com/office/drawing/2014/main" id="{6AA04DA1-B95F-EDB9-30BE-27ACD30CBBFE}"/>
              </a:ext>
            </a:extLst>
          </p:cNvPr>
          <p:cNvSpPr>
            <a:spLocks noGrp="1"/>
          </p:cNvSpPr>
          <p:nvPr>
            <p:ph type="body" sz="quarter" idx="12" hasCustomPrompt="1"/>
          </p:nvPr>
        </p:nvSpPr>
        <p:spPr>
          <a:xfrm>
            <a:off x="914400" y="17830727"/>
            <a:ext cx="10972800" cy="14168814"/>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39863" indent="-4365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Methods/Approach/Theory: Describe the approach or method you used to acquire your data or findings. How did you do what you did? Explain the advantages and limitations of the approach you used. Why was this method chosen over others? </a:t>
            </a:r>
            <a:r>
              <a:rPr lang="en-US" b="1"/>
              <a:t>Make sure to add a section title above!</a:t>
            </a:r>
            <a:endParaRPr lang="en-US"/>
          </a:p>
        </p:txBody>
      </p:sp>
      <p:sp>
        <p:nvSpPr>
          <p:cNvPr id="11" name="Text Placeholder 25">
            <a:extLst>
              <a:ext uri="{FF2B5EF4-FFF2-40B4-BE49-F238E27FC236}">
                <a16:creationId xmlns:a16="http://schemas.microsoft.com/office/drawing/2014/main" id="{F064EC34-13D5-9FDE-CAF4-86104A354EDE}"/>
              </a:ext>
            </a:extLst>
          </p:cNvPr>
          <p:cNvSpPr>
            <a:spLocks noGrp="1"/>
          </p:cNvSpPr>
          <p:nvPr>
            <p:ph type="body" sz="quarter" idx="17" hasCustomPrompt="1"/>
          </p:nvPr>
        </p:nvSpPr>
        <p:spPr>
          <a:xfrm>
            <a:off x="24686514" y="28118872"/>
            <a:ext cx="10972800" cy="3886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Acknowledgments: This is a space to give recognition to mentors, peers, or others who helped you along the way. Additionally, you should also identify sources of funding such as SURF, Mellon, </a:t>
            </a:r>
            <a:r>
              <a:rPr lang="en-US" err="1"/>
              <a:t>Pharis</a:t>
            </a:r>
            <a:r>
              <a:rPr lang="en-US"/>
              <a:t> Fellows, REUs, or other grant entities that supported your or your faculty mentor. </a:t>
            </a:r>
            <a:r>
              <a:rPr lang="en-US" b="1"/>
              <a:t>Make sure to add a section title above!</a:t>
            </a:r>
            <a:endParaRPr lang="en-US"/>
          </a:p>
        </p:txBody>
      </p:sp>
      <p:sp>
        <p:nvSpPr>
          <p:cNvPr id="12" name="Text Placeholder 25">
            <a:extLst>
              <a:ext uri="{FF2B5EF4-FFF2-40B4-BE49-F238E27FC236}">
                <a16:creationId xmlns:a16="http://schemas.microsoft.com/office/drawing/2014/main" id="{8FF98704-28B7-92C6-DA5A-238BE8DA6F05}"/>
              </a:ext>
            </a:extLst>
          </p:cNvPr>
          <p:cNvSpPr>
            <a:spLocks noGrp="1"/>
          </p:cNvSpPr>
          <p:nvPr>
            <p:ph type="body" sz="quarter" idx="16" hasCustomPrompt="1"/>
          </p:nvPr>
        </p:nvSpPr>
        <p:spPr>
          <a:xfrm>
            <a:off x="24686514" y="20345400"/>
            <a:ext cx="10972800" cy="4800600"/>
          </a:xfrm>
        </p:spPr>
        <p:txBody>
          <a:bodyPr>
            <a:normAutofit/>
          </a:bodyPr>
          <a:lstStyle>
            <a:lvl1pPr marL="0" indent="0">
              <a:buNone/>
              <a:defRPr sz="3200" b="0" i="0">
                <a:latin typeface="Arial Nova Cond" panose="020B0506020202020204" pitchFamily="34" charset="0"/>
              </a:defRPr>
            </a:lvl1pPr>
            <a:lvl2pPr marL="928688" indent="-474663">
              <a:tabLst/>
              <a:defRPr sz="3200" b="0" i="1">
                <a:latin typeface="Arial Nova Cond" panose="020B0506020202020204" pitchFamily="34" charset="0"/>
              </a:defRPr>
            </a:lvl2pPr>
            <a:lvl3pPr marL="1497013" indent="-474663">
              <a:tabLst/>
              <a:defRPr sz="3200" b="0" i="1">
                <a:latin typeface="Arial Nova Cond" panose="020B0506020202020204" pitchFamily="34" charset="0"/>
              </a:defRPr>
            </a:lvl3pPr>
            <a:lvl4pPr marL="2065338" indent="-455613">
              <a:tabLst/>
              <a:defRPr sz="3200" b="0" i="1">
                <a:latin typeface="Arial Nova Cond" panose="020B0506020202020204" pitchFamily="34" charset="0"/>
              </a:defRPr>
            </a:lvl4pPr>
            <a:lvl5pPr marL="2633663" indent="-473075">
              <a:tabLst/>
              <a:defRPr sz="3200" b="0" i="1">
                <a:latin typeface="Arial Nova Cond" panose="020B0506020202020204" pitchFamily="34" charset="0"/>
              </a:defRPr>
            </a:lvl5pPr>
          </a:lstStyle>
          <a:p>
            <a:pPr lvl="0"/>
            <a:r>
              <a:rPr lang="en-US" i="0"/>
              <a:t>References: If you reference any ideas, theories, etc. from other authors, make sure to appropriately cite them. References should be in a slightly smaller font than the rest of your text. </a:t>
            </a:r>
            <a:r>
              <a:rPr lang="en-US" b="1" i="0"/>
              <a:t>Make sure to add a section title above!</a:t>
            </a:r>
            <a:endParaRPr lang="en-US"/>
          </a:p>
        </p:txBody>
      </p:sp>
      <p:sp>
        <p:nvSpPr>
          <p:cNvPr id="13" name="Text Placeholder 25">
            <a:extLst>
              <a:ext uri="{FF2B5EF4-FFF2-40B4-BE49-F238E27FC236}">
                <a16:creationId xmlns:a16="http://schemas.microsoft.com/office/drawing/2014/main" id="{6AEDBCB0-8E7B-61E2-1E3F-03E5D1C32338}"/>
              </a:ext>
            </a:extLst>
          </p:cNvPr>
          <p:cNvSpPr>
            <a:spLocks noGrp="1"/>
          </p:cNvSpPr>
          <p:nvPr>
            <p:ph type="body" sz="quarter" idx="15" hasCustomPrompt="1"/>
          </p:nvPr>
        </p:nvSpPr>
        <p:spPr>
          <a:xfrm>
            <a:off x="24688800" y="7772400"/>
            <a:ext cx="10972800" cy="9601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08188" indent="-434975">
              <a:tabLst/>
              <a:defRPr sz="4000" b="0" i="0">
                <a:latin typeface="Arial Nova Cond" panose="020B0506020202020204" pitchFamily="34" charset="0"/>
              </a:defRPr>
            </a:lvl4pPr>
            <a:lvl5pPr marL="2690813" indent="-473075">
              <a:tabLst/>
              <a:defRPr sz="4000" b="0" i="0">
                <a:latin typeface="Arial Nova Cond" panose="020B0506020202020204" pitchFamily="34" charset="0"/>
              </a:defRPr>
            </a:lvl5pPr>
          </a:lstStyle>
          <a:p>
            <a:pPr lvl="0"/>
            <a:r>
              <a:rPr lang="en-US"/>
              <a:t>Conclusion: Restate the problem you addressed in your background section. Summarize the key findings from your results. What is the significance of your results/findings? What are the next steps for this research topic for you or for others? </a:t>
            </a:r>
            <a:r>
              <a:rPr lang="en-US" b="1"/>
              <a:t>Make sure to add a section title above!</a:t>
            </a:r>
            <a:endParaRPr lang="en-US"/>
          </a:p>
        </p:txBody>
      </p:sp>
      <p:sp>
        <p:nvSpPr>
          <p:cNvPr id="14" name="Content Placeholder 28">
            <a:extLst>
              <a:ext uri="{FF2B5EF4-FFF2-40B4-BE49-F238E27FC236}">
                <a16:creationId xmlns:a16="http://schemas.microsoft.com/office/drawing/2014/main" id="{06E717A9-45CC-6A9F-8724-742A3FDB34D6}"/>
              </a:ext>
            </a:extLst>
          </p:cNvPr>
          <p:cNvSpPr>
            <a:spLocks noGrp="1"/>
          </p:cNvSpPr>
          <p:nvPr>
            <p:ph sz="quarter" idx="13" hasCustomPrompt="1"/>
          </p:nvPr>
        </p:nvSpPr>
        <p:spPr>
          <a:xfrm>
            <a:off x="12801600" y="20346472"/>
            <a:ext cx="10972800" cy="11658600"/>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97013" indent="-45561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Graphs, tables, or images can be a great way to add visually appealing components to your poster, but make sure they are labeled and easy to read. </a:t>
            </a:r>
            <a:r>
              <a:rPr lang="en-US" b="1"/>
              <a:t>Only use images that are high-resolution.</a:t>
            </a:r>
            <a:r>
              <a:rPr lang="en-US"/>
              <a:t> Images that are too pixelated will appear blurry when printed.</a:t>
            </a:r>
          </a:p>
        </p:txBody>
      </p:sp>
      <p:sp>
        <p:nvSpPr>
          <p:cNvPr id="15" name="Content Placeholder 28">
            <a:extLst>
              <a:ext uri="{FF2B5EF4-FFF2-40B4-BE49-F238E27FC236}">
                <a16:creationId xmlns:a16="http://schemas.microsoft.com/office/drawing/2014/main" id="{2E99DCCB-75A0-3CC2-08C7-D54F1EF8B458}"/>
              </a:ext>
            </a:extLst>
          </p:cNvPr>
          <p:cNvSpPr>
            <a:spLocks noGrp="1"/>
          </p:cNvSpPr>
          <p:nvPr>
            <p:ph sz="quarter" idx="14" hasCustomPrompt="1"/>
          </p:nvPr>
        </p:nvSpPr>
        <p:spPr>
          <a:xfrm>
            <a:off x="12801600" y="7773472"/>
            <a:ext cx="10972800" cy="12115800"/>
          </a:xfrm>
        </p:spPr>
        <p:txBody>
          <a:bodyPr>
            <a:normAutofit/>
          </a:bodyPr>
          <a:lstStyle>
            <a:lvl1pPr marL="0" indent="0">
              <a:buNone/>
              <a:defRPr sz="4000" b="0" i="0">
                <a:latin typeface="Arial Nova Cond" panose="020B0506020202020204" pitchFamily="34" charset="0"/>
              </a:defRPr>
            </a:lvl1pPr>
            <a:lvl2pPr marL="984250" indent="-492125">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Data Results and Analysis: This should be your most in-depth section. Highlight the key data, findings, or themes that led to your conclusion. </a:t>
            </a:r>
            <a:r>
              <a:rPr lang="en-US" b="1"/>
              <a:t>Make sure to add a section title above!</a:t>
            </a:r>
            <a:endParaRPr lang="en-US"/>
          </a:p>
        </p:txBody>
      </p:sp>
      <p:sp>
        <p:nvSpPr>
          <p:cNvPr id="16" name="Text Placeholder 25">
            <a:extLst>
              <a:ext uri="{FF2B5EF4-FFF2-40B4-BE49-F238E27FC236}">
                <a16:creationId xmlns:a16="http://schemas.microsoft.com/office/drawing/2014/main" id="{1DB18398-C2D1-5A3F-5071-C523723665FF}"/>
              </a:ext>
            </a:extLst>
          </p:cNvPr>
          <p:cNvSpPr>
            <a:spLocks noGrp="1"/>
          </p:cNvSpPr>
          <p:nvPr>
            <p:ph type="body" sz="quarter" idx="11" hasCustomPrompt="1"/>
          </p:nvPr>
        </p:nvSpPr>
        <p:spPr>
          <a:xfrm>
            <a:off x="914400" y="7772400"/>
            <a:ext cx="10972800" cy="7086600"/>
          </a:xfrm>
        </p:spPr>
        <p:txBody>
          <a:bodyPr>
            <a:normAutofit/>
          </a:bodyPr>
          <a:lstStyle>
            <a:lvl1pPr marL="0" indent="0">
              <a:buNone/>
              <a:defRPr sz="4000" b="0" i="0">
                <a:latin typeface="Arial Nova Cond" panose="020B0506020202020204" pitchFamily="34" charset="0"/>
              </a:defRPr>
            </a:lvl1pPr>
            <a:lvl2pPr marL="927100" indent="-457200">
              <a:tabLst/>
              <a:defRPr sz="4000" b="0" i="0">
                <a:latin typeface="Arial Nova Cond" panose="020B0506020202020204" pitchFamily="34" charset="0"/>
              </a:defRPr>
            </a:lvl2pPr>
            <a:lvl3pPr marL="1497013" indent="-469900">
              <a:tabLst/>
              <a:defRPr sz="4000" b="0" i="0">
                <a:latin typeface="Arial Nova Cond" panose="020B0506020202020204" pitchFamily="34" charset="0"/>
              </a:defRPr>
            </a:lvl3pPr>
            <a:lvl4pPr marL="2068513" indent="-457200">
              <a:tabLst/>
              <a:defRPr sz="4000" b="0" i="0">
                <a:latin typeface="Arial Nova Cond" panose="020B0506020202020204" pitchFamily="34" charset="0"/>
              </a:defRPr>
            </a:lvl4pPr>
            <a:lvl5pPr marL="2581275" indent="-427038">
              <a:tabLst/>
              <a:defRPr sz="4000" b="0" i="0">
                <a:latin typeface="Arial Nova Cond" panose="020B0506020202020204" pitchFamily="34" charset="0"/>
              </a:defRPr>
            </a:lvl5pPr>
          </a:lstStyle>
          <a:p>
            <a:pPr lvl="0"/>
            <a:r>
              <a:rPr lang="en-US"/>
              <a:t>Introduction: This section should include the background information on your topic. Introduce your audience to the issue or goal your research addresses and why it is important/relevant to your field. Discuss the previous work that has already been done in this area. Define key terms for your audience. </a:t>
            </a:r>
            <a:r>
              <a:rPr lang="en-US" b="1"/>
              <a:t>Make sure to add a section title above!</a:t>
            </a:r>
            <a:endParaRPr lang="en-US"/>
          </a:p>
        </p:txBody>
      </p:sp>
    </p:spTree>
    <p:extLst>
      <p:ext uri="{BB962C8B-B14F-4D97-AF65-F5344CB8AC3E}">
        <p14:creationId xmlns:p14="http://schemas.microsoft.com/office/powerpoint/2010/main" val="65908120"/>
      </p:ext>
    </p:extLst>
  </p:cSld>
  <p:clrMapOvr>
    <a:masterClrMapping/>
  </p:clrMapOvr>
  <p:extLst>
    <p:ext uri="{DCECCB84-F9BA-43D5-87BE-67443E8EF086}">
      <p15:sldGuideLst xmlns:p15="http://schemas.microsoft.com/office/powerpoint/2012/main">
        <p15:guide id="1" orient="horz" pos="4896" userDrawn="1">
          <p15:clr>
            <a:srgbClr val="FBAE40"/>
          </p15:clr>
        </p15:guide>
        <p15:guide id="2" pos="3456"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White Blank Poster 1">
    <p:spTree>
      <p:nvGrpSpPr>
        <p:cNvPr id="1" name=""/>
        <p:cNvGrpSpPr/>
        <p:nvPr/>
      </p:nvGrpSpPr>
      <p:grpSpPr>
        <a:xfrm>
          <a:off x="0" y="0"/>
          <a:ext cx="0" cy="0"/>
          <a:chOff x="0" y="0"/>
          <a:chExt cx="0" cy="0"/>
        </a:xfrm>
      </p:grpSpPr>
      <p:pic>
        <p:nvPicPr>
          <p:cNvPr id="5" name="Picture 4" descr="A white background with black and white clouds&#10;&#10;Description automatically generated">
            <a:extLst>
              <a:ext uri="{FF2B5EF4-FFF2-40B4-BE49-F238E27FC236}">
                <a16:creationId xmlns:a16="http://schemas.microsoft.com/office/drawing/2014/main" id="{CF3729F4-C794-D95E-5EE6-2475D7677C6C}"/>
              </a:ext>
            </a:extLst>
          </p:cNvPr>
          <p:cNvPicPr>
            <a:picLocks noChangeAspect="1"/>
          </p:cNvPicPr>
          <p:nvPr userDrawn="1"/>
        </p:nvPicPr>
        <p:blipFill>
          <a:blip r:embed="rId2"/>
          <a:stretch>
            <a:fillRect/>
          </a:stretch>
        </p:blipFill>
        <p:spPr>
          <a:xfrm>
            <a:off x="0" y="0"/>
            <a:ext cx="36576000" cy="4572000"/>
          </a:xfrm>
          <a:prstGeom prst="rect">
            <a:avLst/>
          </a:prstGeom>
        </p:spPr>
      </p:pic>
      <p:sp>
        <p:nvSpPr>
          <p:cNvPr id="18" name="Text Placeholder 9">
            <a:extLst>
              <a:ext uri="{FF2B5EF4-FFF2-40B4-BE49-F238E27FC236}">
                <a16:creationId xmlns:a16="http://schemas.microsoft.com/office/drawing/2014/main" id="{C5117E31-D4DA-38B0-C32F-884F15C97A2E}"/>
              </a:ext>
            </a:extLst>
          </p:cNvPr>
          <p:cNvSpPr>
            <a:spLocks noGrp="1"/>
          </p:cNvSpPr>
          <p:nvPr>
            <p:ph type="body" sz="quarter" idx="10" hasCustomPrompt="1"/>
          </p:nvPr>
        </p:nvSpPr>
        <p:spPr>
          <a:xfrm>
            <a:off x="5486400" y="3337970"/>
            <a:ext cx="29718000" cy="914400"/>
          </a:xfrm>
        </p:spPr>
        <p:txBody>
          <a:bodyPr>
            <a:noAutofit/>
          </a:bodyPr>
          <a:lstStyle>
            <a:lvl1pPr marL="0" indent="0">
              <a:lnSpc>
                <a:spcPct val="100000"/>
              </a:lnSpc>
              <a:buNone/>
              <a:defRPr sz="5500" b="0" i="0">
                <a:solidFill>
                  <a:schemeClr val="tx1"/>
                </a:solidFill>
                <a:latin typeface="Arial Nova Cond" panose="020B0506020202020204" pitchFamily="34" charset="0"/>
              </a:defRPr>
            </a:lvl1pPr>
          </a:lstStyle>
          <a:p>
            <a:pPr lvl="0"/>
            <a:r>
              <a:rPr lang="en-US"/>
              <a:t>Your Name Here, Department; Mentor Name, Department; Other Contributors</a:t>
            </a:r>
          </a:p>
        </p:txBody>
      </p:sp>
      <p:sp>
        <p:nvSpPr>
          <p:cNvPr id="19" name="Title 5">
            <a:extLst>
              <a:ext uri="{FF2B5EF4-FFF2-40B4-BE49-F238E27FC236}">
                <a16:creationId xmlns:a16="http://schemas.microsoft.com/office/drawing/2014/main" id="{8B2C22E4-A131-E676-95D8-0DEB89FA8245}"/>
              </a:ext>
            </a:extLst>
          </p:cNvPr>
          <p:cNvSpPr>
            <a:spLocks noGrp="1"/>
          </p:cNvSpPr>
          <p:nvPr>
            <p:ph type="title" hasCustomPrompt="1"/>
          </p:nvPr>
        </p:nvSpPr>
        <p:spPr>
          <a:xfrm>
            <a:off x="5486400" y="320450"/>
            <a:ext cx="29718000" cy="3017520"/>
          </a:xfrm>
        </p:spPr>
        <p:txBody>
          <a:bodyPr anchor="t">
            <a:normAutofit/>
          </a:bodyPr>
          <a:lstStyle>
            <a:lvl1pPr>
              <a:lnSpc>
                <a:spcPct val="100000"/>
              </a:lnSpc>
              <a:defRPr sz="9600" b="0" i="0">
                <a:solidFill>
                  <a:schemeClr val="tx1"/>
                </a:solidFill>
                <a:latin typeface="Arial Nova Cond" panose="020B0506020202020204" pitchFamily="34" charset="0"/>
              </a:defRPr>
            </a:lvl1pPr>
          </a:lstStyle>
          <a:p>
            <a:r>
              <a:rPr lang="en-US"/>
              <a:t>Poster Title Goes Here</a:t>
            </a:r>
            <a:br>
              <a:rPr lang="en-US"/>
            </a:br>
            <a:r>
              <a:rPr lang="en-US"/>
              <a:t>Adjust Font Size As Needed</a:t>
            </a:r>
          </a:p>
        </p:txBody>
      </p:sp>
    </p:spTree>
    <p:extLst>
      <p:ext uri="{BB962C8B-B14F-4D97-AF65-F5344CB8AC3E}">
        <p14:creationId xmlns:p14="http://schemas.microsoft.com/office/powerpoint/2010/main" val="287598733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White Blank Poster 2">
    <p:spTree>
      <p:nvGrpSpPr>
        <p:cNvPr id="1" name=""/>
        <p:cNvGrpSpPr/>
        <p:nvPr/>
      </p:nvGrpSpPr>
      <p:grpSpPr>
        <a:xfrm>
          <a:off x="0" y="0"/>
          <a:ext cx="0" cy="0"/>
          <a:chOff x="0" y="0"/>
          <a:chExt cx="0" cy="0"/>
        </a:xfrm>
      </p:grpSpPr>
      <p:pic>
        <p:nvPicPr>
          <p:cNvPr id="7" name="Picture 6" descr="A white background with black and white clouds&#10;&#10;Description automatically generated">
            <a:extLst>
              <a:ext uri="{FF2B5EF4-FFF2-40B4-BE49-F238E27FC236}">
                <a16:creationId xmlns:a16="http://schemas.microsoft.com/office/drawing/2014/main" id="{5AAEE91F-DDD4-D6DB-1255-5359C00CA021}"/>
              </a:ext>
            </a:extLst>
          </p:cNvPr>
          <p:cNvPicPr>
            <a:picLocks noChangeAspect="1"/>
          </p:cNvPicPr>
          <p:nvPr userDrawn="1"/>
        </p:nvPicPr>
        <p:blipFill>
          <a:blip r:embed="rId2"/>
          <a:stretch>
            <a:fillRect/>
          </a:stretch>
        </p:blipFill>
        <p:spPr>
          <a:xfrm>
            <a:off x="0" y="0"/>
            <a:ext cx="36576000" cy="4572000"/>
          </a:xfrm>
          <a:prstGeom prst="rect">
            <a:avLst/>
          </a:prstGeom>
        </p:spPr>
      </p:pic>
      <p:sp>
        <p:nvSpPr>
          <p:cNvPr id="3" name="Text Placeholder 9">
            <a:extLst>
              <a:ext uri="{FF2B5EF4-FFF2-40B4-BE49-F238E27FC236}">
                <a16:creationId xmlns:a16="http://schemas.microsoft.com/office/drawing/2014/main" id="{75948B19-F9B7-9B1C-4C8F-FF3FE7667D21}"/>
              </a:ext>
            </a:extLst>
          </p:cNvPr>
          <p:cNvSpPr>
            <a:spLocks noGrp="1"/>
          </p:cNvSpPr>
          <p:nvPr>
            <p:ph type="body" sz="quarter" idx="10" hasCustomPrompt="1"/>
          </p:nvPr>
        </p:nvSpPr>
        <p:spPr>
          <a:xfrm>
            <a:off x="1371600" y="3334528"/>
            <a:ext cx="28346400" cy="914400"/>
          </a:xfrm>
        </p:spPr>
        <p:txBody>
          <a:bodyPr>
            <a:noAutofit/>
          </a:bodyPr>
          <a:lstStyle>
            <a:lvl1pPr marL="0" indent="0">
              <a:lnSpc>
                <a:spcPct val="100000"/>
              </a:lnSpc>
              <a:buNone/>
              <a:defRPr sz="5500" b="0" i="0">
                <a:solidFill>
                  <a:schemeClr val="tx1"/>
                </a:solidFill>
                <a:latin typeface="Arial Nova Cond" panose="020B0506020202020204" pitchFamily="34" charset="0"/>
              </a:defRPr>
            </a:lvl1pPr>
          </a:lstStyle>
          <a:p>
            <a:pPr lvl="0"/>
            <a:r>
              <a:rPr lang="en-US"/>
              <a:t>Your Name Here, Department; Mentor Name, Department; Other Contributors</a:t>
            </a:r>
          </a:p>
        </p:txBody>
      </p:sp>
      <p:sp>
        <p:nvSpPr>
          <p:cNvPr id="4" name="Title 5">
            <a:extLst>
              <a:ext uri="{FF2B5EF4-FFF2-40B4-BE49-F238E27FC236}">
                <a16:creationId xmlns:a16="http://schemas.microsoft.com/office/drawing/2014/main" id="{96288549-B418-6A61-1D63-5A40B8A02775}"/>
              </a:ext>
            </a:extLst>
          </p:cNvPr>
          <p:cNvSpPr>
            <a:spLocks noGrp="1"/>
          </p:cNvSpPr>
          <p:nvPr>
            <p:ph type="title" hasCustomPrompt="1"/>
          </p:nvPr>
        </p:nvSpPr>
        <p:spPr>
          <a:xfrm>
            <a:off x="1371600" y="317008"/>
            <a:ext cx="28346400" cy="3017520"/>
          </a:xfrm>
        </p:spPr>
        <p:txBody>
          <a:bodyPr anchor="t">
            <a:normAutofit/>
          </a:bodyPr>
          <a:lstStyle>
            <a:lvl1pPr>
              <a:lnSpc>
                <a:spcPct val="100000"/>
              </a:lnSpc>
              <a:defRPr sz="9600" b="0" i="0">
                <a:solidFill>
                  <a:schemeClr val="tx1"/>
                </a:solidFill>
                <a:latin typeface="Arial Nova Cond" panose="020B0506020202020204" pitchFamily="34" charset="0"/>
              </a:defRPr>
            </a:lvl1pPr>
          </a:lstStyle>
          <a:p>
            <a:r>
              <a:rPr lang="en-US"/>
              <a:t>Poster Title Goes Here</a:t>
            </a:r>
            <a:br>
              <a:rPr lang="en-US"/>
            </a:br>
            <a:r>
              <a:rPr lang="en-US"/>
              <a:t>Adjust Font Size As Needed</a:t>
            </a:r>
          </a:p>
        </p:txBody>
      </p:sp>
    </p:spTree>
    <p:extLst>
      <p:ext uri="{BB962C8B-B14F-4D97-AF65-F5344CB8AC3E}">
        <p14:creationId xmlns:p14="http://schemas.microsoft.com/office/powerpoint/2010/main" val="246594575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White Template Poster 1">
    <p:spTree>
      <p:nvGrpSpPr>
        <p:cNvPr id="1" name=""/>
        <p:cNvGrpSpPr/>
        <p:nvPr/>
      </p:nvGrpSpPr>
      <p:grpSpPr>
        <a:xfrm>
          <a:off x="0" y="0"/>
          <a:ext cx="0" cy="0"/>
          <a:chOff x="0" y="0"/>
          <a:chExt cx="0" cy="0"/>
        </a:xfrm>
      </p:grpSpPr>
      <p:pic>
        <p:nvPicPr>
          <p:cNvPr id="13" name="Picture 12" descr="A white background with black and white clouds&#10;&#10;Description automatically generated">
            <a:extLst>
              <a:ext uri="{FF2B5EF4-FFF2-40B4-BE49-F238E27FC236}">
                <a16:creationId xmlns:a16="http://schemas.microsoft.com/office/drawing/2014/main" id="{641E1CE8-9F55-48CB-2363-55ECEA3AE1C9}"/>
              </a:ext>
            </a:extLst>
          </p:cNvPr>
          <p:cNvPicPr>
            <a:picLocks noChangeAspect="1"/>
          </p:cNvPicPr>
          <p:nvPr userDrawn="1"/>
        </p:nvPicPr>
        <p:blipFill>
          <a:blip r:embed="rId2"/>
          <a:stretch>
            <a:fillRect/>
          </a:stretch>
        </p:blipFill>
        <p:spPr>
          <a:xfrm>
            <a:off x="0" y="0"/>
            <a:ext cx="36576000" cy="4572000"/>
          </a:xfrm>
          <a:prstGeom prst="rect">
            <a:avLst/>
          </a:prstGeom>
        </p:spPr>
      </p:pic>
      <p:sp>
        <p:nvSpPr>
          <p:cNvPr id="39" name="Text Placeholder 34">
            <a:extLst>
              <a:ext uri="{FF2B5EF4-FFF2-40B4-BE49-F238E27FC236}">
                <a16:creationId xmlns:a16="http://schemas.microsoft.com/office/drawing/2014/main" id="{80759B05-CC2A-64BB-F41A-2C7BA4077234}"/>
              </a:ext>
            </a:extLst>
          </p:cNvPr>
          <p:cNvSpPr>
            <a:spLocks noGrp="1"/>
          </p:cNvSpPr>
          <p:nvPr>
            <p:ph type="body" sz="quarter" idx="22"/>
          </p:nvPr>
        </p:nvSpPr>
        <p:spPr>
          <a:xfrm>
            <a:off x="24686514" y="18060472"/>
            <a:ext cx="10972800" cy="1828800"/>
          </a:xfrm>
          <a:solidFill>
            <a:srgbClr val="C8102E"/>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8" name="Text Placeholder 34">
            <a:extLst>
              <a:ext uri="{FF2B5EF4-FFF2-40B4-BE49-F238E27FC236}">
                <a16:creationId xmlns:a16="http://schemas.microsoft.com/office/drawing/2014/main" id="{34A50BB6-C388-248A-D452-19DF2B04D370}"/>
              </a:ext>
            </a:extLst>
          </p:cNvPr>
          <p:cNvSpPr>
            <a:spLocks noGrp="1"/>
          </p:cNvSpPr>
          <p:nvPr>
            <p:ph type="body" sz="quarter" idx="21"/>
          </p:nvPr>
        </p:nvSpPr>
        <p:spPr>
          <a:xfrm>
            <a:off x="914400" y="15548487"/>
            <a:ext cx="10972800" cy="1828800"/>
          </a:xfrm>
          <a:solidFill>
            <a:srgbClr val="C8102E"/>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7" name="Text Placeholder 34">
            <a:extLst>
              <a:ext uri="{FF2B5EF4-FFF2-40B4-BE49-F238E27FC236}">
                <a16:creationId xmlns:a16="http://schemas.microsoft.com/office/drawing/2014/main" id="{A84384B7-196F-014A-C966-FE0B4FD08BE4}"/>
              </a:ext>
            </a:extLst>
          </p:cNvPr>
          <p:cNvSpPr>
            <a:spLocks noGrp="1"/>
          </p:cNvSpPr>
          <p:nvPr>
            <p:ph type="body" sz="quarter" idx="20"/>
          </p:nvPr>
        </p:nvSpPr>
        <p:spPr>
          <a:xfrm>
            <a:off x="24688800" y="5486400"/>
            <a:ext cx="10972800" cy="1828800"/>
          </a:xfrm>
          <a:solidFill>
            <a:srgbClr val="C8102E"/>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6" name="Text Placeholder 34">
            <a:extLst>
              <a:ext uri="{FF2B5EF4-FFF2-40B4-BE49-F238E27FC236}">
                <a16:creationId xmlns:a16="http://schemas.microsoft.com/office/drawing/2014/main" id="{003134DC-F613-7A96-869F-33CF1B15CEE8}"/>
              </a:ext>
            </a:extLst>
          </p:cNvPr>
          <p:cNvSpPr>
            <a:spLocks noGrp="1"/>
          </p:cNvSpPr>
          <p:nvPr>
            <p:ph type="body" sz="quarter" idx="19"/>
          </p:nvPr>
        </p:nvSpPr>
        <p:spPr>
          <a:xfrm>
            <a:off x="12801600" y="5486400"/>
            <a:ext cx="10972800" cy="1828800"/>
          </a:xfrm>
          <a:solidFill>
            <a:srgbClr val="C8102E"/>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5" name="Text Placeholder 34">
            <a:extLst>
              <a:ext uri="{FF2B5EF4-FFF2-40B4-BE49-F238E27FC236}">
                <a16:creationId xmlns:a16="http://schemas.microsoft.com/office/drawing/2014/main" id="{6197EA4A-7B87-D00F-07E1-1D22E98B4F5D}"/>
              </a:ext>
            </a:extLst>
          </p:cNvPr>
          <p:cNvSpPr>
            <a:spLocks noGrp="1"/>
          </p:cNvSpPr>
          <p:nvPr>
            <p:ph type="body" sz="quarter" idx="18"/>
          </p:nvPr>
        </p:nvSpPr>
        <p:spPr>
          <a:xfrm>
            <a:off x="914400" y="5486400"/>
            <a:ext cx="10972800" cy="1828800"/>
          </a:xfrm>
          <a:solidFill>
            <a:srgbClr val="C8102E"/>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10" name="Text Placeholder 9">
            <a:extLst>
              <a:ext uri="{FF2B5EF4-FFF2-40B4-BE49-F238E27FC236}">
                <a16:creationId xmlns:a16="http://schemas.microsoft.com/office/drawing/2014/main" id="{27804880-C918-AD60-D5A9-D01E99713C15}"/>
              </a:ext>
            </a:extLst>
          </p:cNvPr>
          <p:cNvSpPr>
            <a:spLocks noGrp="1"/>
          </p:cNvSpPr>
          <p:nvPr>
            <p:ph type="body" sz="quarter" idx="10" hasCustomPrompt="1"/>
          </p:nvPr>
        </p:nvSpPr>
        <p:spPr>
          <a:xfrm>
            <a:off x="5486400" y="3337970"/>
            <a:ext cx="29718000" cy="914400"/>
          </a:xfrm>
        </p:spPr>
        <p:txBody>
          <a:bodyPr>
            <a:noAutofit/>
          </a:bodyPr>
          <a:lstStyle>
            <a:lvl1pPr marL="0" indent="0">
              <a:lnSpc>
                <a:spcPct val="100000"/>
              </a:lnSpc>
              <a:buNone/>
              <a:defRPr sz="5500" b="0" i="0">
                <a:solidFill>
                  <a:schemeClr val="tx1"/>
                </a:solidFill>
                <a:latin typeface="Arial Nova Cond" panose="020B0506020202020204" pitchFamily="34" charset="0"/>
              </a:defRPr>
            </a:lvl1pPr>
          </a:lstStyle>
          <a:p>
            <a:pPr lvl="0"/>
            <a:r>
              <a:rPr lang="en-US"/>
              <a:t>Your Name Here, Department; Mentor Name, Department; Other Contributors</a:t>
            </a:r>
          </a:p>
        </p:txBody>
      </p:sp>
      <p:sp>
        <p:nvSpPr>
          <p:cNvPr id="6" name="Title 5">
            <a:extLst>
              <a:ext uri="{FF2B5EF4-FFF2-40B4-BE49-F238E27FC236}">
                <a16:creationId xmlns:a16="http://schemas.microsoft.com/office/drawing/2014/main" id="{25171E06-7B92-1FDF-EF04-D81E7F2525E0}"/>
              </a:ext>
            </a:extLst>
          </p:cNvPr>
          <p:cNvSpPr>
            <a:spLocks noGrp="1"/>
          </p:cNvSpPr>
          <p:nvPr>
            <p:ph type="title" hasCustomPrompt="1"/>
          </p:nvPr>
        </p:nvSpPr>
        <p:spPr>
          <a:xfrm>
            <a:off x="5486400" y="320450"/>
            <a:ext cx="29718000" cy="3017520"/>
          </a:xfrm>
        </p:spPr>
        <p:txBody>
          <a:bodyPr anchor="t">
            <a:normAutofit/>
          </a:bodyPr>
          <a:lstStyle>
            <a:lvl1pPr>
              <a:lnSpc>
                <a:spcPct val="100000"/>
              </a:lnSpc>
              <a:defRPr sz="9600" b="0" i="0">
                <a:solidFill>
                  <a:schemeClr val="tx1"/>
                </a:solidFill>
                <a:latin typeface="Arial Nova Cond" panose="020B0506020202020204" pitchFamily="34" charset="0"/>
              </a:defRPr>
            </a:lvl1pPr>
          </a:lstStyle>
          <a:p>
            <a:r>
              <a:rPr lang="en-US"/>
              <a:t>Poster Title Goes Here</a:t>
            </a:r>
            <a:br>
              <a:rPr lang="en-US"/>
            </a:br>
            <a:r>
              <a:rPr lang="en-US"/>
              <a:t>Adjust Font Size As Needed</a:t>
            </a:r>
          </a:p>
        </p:txBody>
      </p:sp>
      <p:sp>
        <p:nvSpPr>
          <p:cNvPr id="40" name="Text Placeholder 34">
            <a:extLst>
              <a:ext uri="{FF2B5EF4-FFF2-40B4-BE49-F238E27FC236}">
                <a16:creationId xmlns:a16="http://schemas.microsoft.com/office/drawing/2014/main" id="{168FC78A-B2B4-4AF1-63BB-20788CA570DD}"/>
              </a:ext>
            </a:extLst>
          </p:cNvPr>
          <p:cNvSpPr>
            <a:spLocks noGrp="1"/>
          </p:cNvSpPr>
          <p:nvPr>
            <p:ph type="body" sz="quarter" idx="23"/>
          </p:nvPr>
        </p:nvSpPr>
        <p:spPr>
          <a:xfrm>
            <a:off x="24686514" y="25831800"/>
            <a:ext cx="10972800" cy="1828800"/>
          </a:xfrm>
          <a:solidFill>
            <a:srgbClr val="C8102E"/>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 name="Text Placeholder 25">
            <a:extLst>
              <a:ext uri="{FF2B5EF4-FFF2-40B4-BE49-F238E27FC236}">
                <a16:creationId xmlns:a16="http://schemas.microsoft.com/office/drawing/2014/main" id="{5B81605C-EBA9-D004-625C-F6D1A17292B6}"/>
              </a:ext>
            </a:extLst>
          </p:cNvPr>
          <p:cNvSpPr>
            <a:spLocks noGrp="1"/>
          </p:cNvSpPr>
          <p:nvPr>
            <p:ph type="body" sz="quarter" idx="12" hasCustomPrompt="1"/>
          </p:nvPr>
        </p:nvSpPr>
        <p:spPr>
          <a:xfrm>
            <a:off x="914400" y="17830727"/>
            <a:ext cx="10972800" cy="14168814"/>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39863" indent="-4365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Methods/Approach/Theory: Describe the approach or method you used to acquire your data or findings. How did you do what you did? Explain the advantages and limitations of the approach you used. Why was this method chosen over others? </a:t>
            </a:r>
            <a:r>
              <a:rPr lang="en-US" b="1"/>
              <a:t>Make sure to add a section title above!</a:t>
            </a:r>
            <a:endParaRPr lang="en-US"/>
          </a:p>
        </p:txBody>
      </p:sp>
      <p:sp>
        <p:nvSpPr>
          <p:cNvPr id="4" name="Text Placeholder 25">
            <a:extLst>
              <a:ext uri="{FF2B5EF4-FFF2-40B4-BE49-F238E27FC236}">
                <a16:creationId xmlns:a16="http://schemas.microsoft.com/office/drawing/2014/main" id="{01D53315-1E35-5E8A-DB38-133369BE99C1}"/>
              </a:ext>
            </a:extLst>
          </p:cNvPr>
          <p:cNvSpPr>
            <a:spLocks noGrp="1"/>
          </p:cNvSpPr>
          <p:nvPr>
            <p:ph type="body" sz="quarter" idx="17" hasCustomPrompt="1"/>
          </p:nvPr>
        </p:nvSpPr>
        <p:spPr>
          <a:xfrm>
            <a:off x="24686514" y="28118872"/>
            <a:ext cx="10972800" cy="3886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Acknowledgments: This is a space to give recognition to mentors, peers, or others who helped you along the way. Additionally, you should also identify sources of funding such as SURF, Mellon, </a:t>
            </a:r>
            <a:r>
              <a:rPr lang="en-US" err="1"/>
              <a:t>Pharis</a:t>
            </a:r>
            <a:r>
              <a:rPr lang="en-US"/>
              <a:t> Fellows, REUs, or other grant entities that supported your or your faculty mentor. </a:t>
            </a:r>
            <a:r>
              <a:rPr lang="en-US" b="1"/>
              <a:t>Make sure to add a section title above!</a:t>
            </a:r>
            <a:endParaRPr lang="en-US"/>
          </a:p>
        </p:txBody>
      </p:sp>
      <p:sp>
        <p:nvSpPr>
          <p:cNvPr id="5" name="Text Placeholder 25">
            <a:extLst>
              <a:ext uri="{FF2B5EF4-FFF2-40B4-BE49-F238E27FC236}">
                <a16:creationId xmlns:a16="http://schemas.microsoft.com/office/drawing/2014/main" id="{4642C517-1FE0-079E-1006-7E2A7704C256}"/>
              </a:ext>
            </a:extLst>
          </p:cNvPr>
          <p:cNvSpPr>
            <a:spLocks noGrp="1"/>
          </p:cNvSpPr>
          <p:nvPr>
            <p:ph type="body" sz="quarter" idx="16" hasCustomPrompt="1"/>
          </p:nvPr>
        </p:nvSpPr>
        <p:spPr>
          <a:xfrm>
            <a:off x="24686514" y="20345400"/>
            <a:ext cx="10972800" cy="4800600"/>
          </a:xfrm>
        </p:spPr>
        <p:txBody>
          <a:bodyPr>
            <a:normAutofit/>
          </a:bodyPr>
          <a:lstStyle>
            <a:lvl1pPr marL="0" indent="0">
              <a:buNone/>
              <a:defRPr sz="3200" b="0" i="0">
                <a:latin typeface="Arial Nova Cond" panose="020B0506020202020204" pitchFamily="34" charset="0"/>
              </a:defRPr>
            </a:lvl1pPr>
            <a:lvl2pPr marL="928688" indent="-474663">
              <a:tabLst/>
              <a:defRPr sz="3200" b="0" i="1">
                <a:latin typeface="Arial Nova Cond" panose="020B0506020202020204" pitchFamily="34" charset="0"/>
              </a:defRPr>
            </a:lvl2pPr>
            <a:lvl3pPr marL="1497013" indent="-474663">
              <a:tabLst/>
              <a:defRPr sz="3200" b="0" i="1">
                <a:latin typeface="Arial Nova Cond" panose="020B0506020202020204" pitchFamily="34" charset="0"/>
              </a:defRPr>
            </a:lvl3pPr>
            <a:lvl4pPr marL="2065338" indent="-455613">
              <a:tabLst/>
              <a:defRPr sz="3200" b="0" i="1">
                <a:latin typeface="Arial Nova Cond" panose="020B0506020202020204" pitchFamily="34" charset="0"/>
              </a:defRPr>
            </a:lvl4pPr>
            <a:lvl5pPr marL="2633663" indent="-473075">
              <a:tabLst/>
              <a:defRPr sz="3200" b="0" i="1">
                <a:latin typeface="Arial Nova Cond" panose="020B0506020202020204" pitchFamily="34" charset="0"/>
              </a:defRPr>
            </a:lvl5pPr>
          </a:lstStyle>
          <a:p>
            <a:pPr lvl="0"/>
            <a:r>
              <a:rPr lang="en-US" i="0"/>
              <a:t>References: If you reference any ideas, theories, etc. from other authors, make sure to appropriately cite them. References should be in a slightly smaller font than the rest of your text. </a:t>
            </a:r>
            <a:r>
              <a:rPr lang="en-US" b="1" i="0"/>
              <a:t>Make sure to add a section title above!</a:t>
            </a:r>
            <a:endParaRPr lang="en-US"/>
          </a:p>
        </p:txBody>
      </p:sp>
      <p:sp>
        <p:nvSpPr>
          <p:cNvPr id="7" name="Text Placeholder 25">
            <a:extLst>
              <a:ext uri="{FF2B5EF4-FFF2-40B4-BE49-F238E27FC236}">
                <a16:creationId xmlns:a16="http://schemas.microsoft.com/office/drawing/2014/main" id="{5B8BB5AA-CEAB-7B1A-3F8F-C1D89C68CEB5}"/>
              </a:ext>
            </a:extLst>
          </p:cNvPr>
          <p:cNvSpPr>
            <a:spLocks noGrp="1"/>
          </p:cNvSpPr>
          <p:nvPr>
            <p:ph type="body" sz="quarter" idx="15" hasCustomPrompt="1"/>
          </p:nvPr>
        </p:nvSpPr>
        <p:spPr>
          <a:xfrm>
            <a:off x="24688800" y="7772400"/>
            <a:ext cx="10972800" cy="9601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08188" indent="-434975">
              <a:tabLst/>
              <a:defRPr sz="4000" b="0" i="0">
                <a:latin typeface="Arial Nova Cond" panose="020B0506020202020204" pitchFamily="34" charset="0"/>
              </a:defRPr>
            </a:lvl4pPr>
            <a:lvl5pPr marL="2690813" indent="-473075">
              <a:tabLst/>
              <a:defRPr sz="4000" b="0" i="0">
                <a:latin typeface="Arial Nova Cond" panose="020B0506020202020204" pitchFamily="34" charset="0"/>
              </a:defRPr>
            </a:lvl5pPr>
          </a:lstStyle>
          <a:p>
            <a:pPr lvl="0"/>
            <a:r>
              <a:rPr lang="en-US"/>
              <a:t>Conclusion: Restate the problem you addressed in your background section. Summarize the key findings from your results. What is the significance of your results/findings? What are the next steps for this research topic for you or for others? </a:t>
            </a:r>
            <a:r>
              <a:rPr lang="en-US" b="1"/>
              <a:t>Make sure to add a section title above!</a:t>
            </a:r>
            <a:endParaRPr lang="en-US"/>
          </a:p>
        </p:txBody>
      </p:sp>
      <p:sp>
        <p:nvSpPr>
          <p:cNvPr id="8" name="Content Placeholder 28">
            <a:extLst>
              <a:ext uri="{FF2B5EF4-FFF2-40B4-BE49-F238E27FC236}">
                <a16:creationId xmlns:a16="http://schemas.microsoft.com/office/drawing/2014/main" id="{B2268CC5-8613-8D04-A1F2-0931C2045A06}"/>
              </a:ext>
            </a:extLst>
          </p:cNvPr>
          <p:cNvSpPr>
            <a:spLocks noGrp="1"/>
          </p:cNvSpPr>
          <p:nvPr>
            <p:ph sz="quarter" idx="13" hasCustomPrompt="1"/>
          </p:nvPr>
        </p:nvSpPr>
        <p:spPr>
          <a:xfrm>
            <a:off x="12801600" y="20346472"/>
            <a:ext cx="10972800" cy="11658600"/>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97013" indent="-45561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Graphs, tables, or images can be a great way to add visually appealing components to your poster, but make sure they are labeled and easy to read. </a:t>
            </a:r>
            <a:r>
              <a:rPr lang="en-US" b="1"/>
              <a:t>Only use images that are high-resolution.</a:t>
            </a:r>
            <a:r>
              <a:rPr lang="en-US"/>
              <a:t> Images that are too pixelated will appear blurry when printed.</a:t>
            </a:r>
          </a:p>
        </p:txBody>
      </p:sp>
      <p:sp>
        <p:nvSpPr>
          <p:cNvPr id="9" name="Content Placeholder 28">
            <a:extLst>
              <a:ext uri="{FF2B5EF4-FFF2-40B4-BE49-F238E27FC236}">
                <a16:creationId xmlns:a16="http://schemas.microsoft.com/office/drawing/2014/main" id="{B07376BD-0933-C504-C1F2-D0054E6855DE}"/>
              </a:ext>
            </a:extLst>
          </p:cNvPr>
          <p:cNvSpPr>
            <a:spLocks noGrp="1"/>
          </p:cNvSpPr>
          <p:nvPr>
            <p:ph sz="quarter" idx="14" hasCustomPrompt="1"/>
          </p:nvPr>
        </p:nvSpPr>
        <p:spPr>
          <a:xfrm>
            <a:off x="12801600" y="7773472"/>
            <a:ext cx="10972800" cy="12115800"/>
          </a:xfrm>
        </p:spPr>
        <p:txBody>
          <a:bodyPr>
            <a:normAutofit/>
          </a:bodyPr>
          <a:lstStyle>
            <a:lvl1pPr marL="0" indent="0">
              <a:buNone/>
              <a:defRPr sz="4000" b="0" i="0">
                <a:latin typeface="Arial Nova Cond" panose="020B0506020202020204" pitchFamily="34" charset="0"/>
              </a:defRPr>
            </a:lvl1pPr>
            <a:lvl2pPr marL="984250" indent="-492125">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Data Results and Analysis: This should be your most in-depth section. Highlight the key data, findings, or themes that led to your conclusion. </a:t>
            </a:r>
            <a:r>
              <a:rPr lang="en-US" b="1"/>
              <a:t>Make sure to add a section title above!</a:t>
            </a:r>
            <a:endParaRPr lang="en-US"/>
          </a:p>
        </p:txBody>
      </p:sp>
      <p:sp>
        <p:nvSpPr>
          <p:cNvPr id="11" name="Text Placeholder 25">
            <a:extLst>
              <a:ext uri="{FF2B5EF4-FFF2-40B4-BE49-F238E27FC236}">
                <a16:creationId xmlns:a16="http://schemas.microsoft.com/office/drawing/2014/main" id="{0504BF1A-5E40-9C2C-A171-EBD3BB465F12}"/>
              </a:ext>
            </a:extLst>
          </p:cNvPr>
          <p:cNvSpPr>
            <a:spLocks noGrp="1"/>
          </p:cNvSpPr>
          <p:nvPr>
            <p:ph type="body" sz="quarter" idx="11" hasCustomPrompt="1"/>
          </p:nvPr>
        </p:nvSpPr>
        <p:spPr>
          <a:xfrm>
            <a:off x="914400" y="7772400"/>
            <a:ext cx="10972800" cy="7086600"/>
          </a:xfrm>
        </p:spPr>
        <p:txBody>
          <a:bodyPr>
            <a:normAutofit/>
          </a:bodyPr>
          <a:lstStyle>
            <a:lvl1pPr marL="0" indent="0">
              <a:buNone/>
              <a:defRPr sz="4000" b="0" i="0">
                <a:latin typeface="Arial Nova Cond" panose="020B0506020202020204" pitchFamily="34" charset="0"/>
              </a:defRPr>
            </a:lvl1pPr>
            <a:lvl2pPr marL="927100" indent="-457200">
              <a:tabLst/>
              <a:defRPr sz="4000" b="0" i="0">
                <a:latin typeface="Arial Nova Cond" panose="020B0506020202020204" pitchFamily="34" charset="0"/>
              </a:defRPr>
            </a:lvl2pPr>
            <a:lvl3pPr marL="1497013" indent="-469900">
              <a:tabLst/>
              <a:defRPr sz="4000" b="0" i="0">
                <a:latin typeface="Arial Nova Cond" panose="020B0506020202020204" pitchFamily="34" charset="0"/>
              </a:defRPr>
            </a:lvl3pPr>
            <a:lvl4pPr marL="2068513" indent="-457200">
              <a:tabLst/>
              <a:defRPr sz="4000" b="0" i="0">
                <a:latin typeface="Arial Nova Cond" panose="020B0506020202020204" pitchFamily="34" charset="0"/>
              </a:defRPr>
            </a:lvl4pPr>
            <a:lvl5pPr marL="2581275" indent="-427038">
              <a:tabLst/>
              <a:defRPr sz="4000" b="0" i="0">
                <a:latin typeface="Arial Nova Cond" panose="020B0506020202020204" pitchFamily="34" charset="0"/>
              </a:defRPr>
            </a:lvl5pPr>
          </a:lstStyle>
          <a:p>
            <a:pPr lvl="0"/>
            <a:r>
              <a:rPr lang="en-US"/>
              <a:t>Introduction: This section should include the background information on your topic. Introduce your audience to the issue or goal your research addresses and why it is important/relevant to your field. Discuss the previous work that has already been done in this area. Define key terms for your audience. </a:t>
            </a:r>
            <a:r>
              <a:rPr lang="en-US" b="1"/>
              <a:t>Make sure to add a section title above!</a:t>
            </a:r>
            <a:endParaRPr lang="en-US"/>
          </a:p>
        </p:txBody>
      </p:sp>
    </p:spTree>
    <p:extLst>
      <p:ext uri="{BB962C8B-B14F-4D97-AF65-F5344CB8AC3E}">
        <p14:creationId xmlns:p14="http://schemas.microsoft.com/office/powerpoint/2010/main" val="3461886931"/>
      </p:ext>
    </p:extLst>
  </p:cSld>
  <p:clrMapOvr>
    <a:masterClrMapping/>
  </p:clrMapOvr>
  <p:extLst>
    <p:ext uri="{DCECCB84-F9BA-43D5-87BE-67443E8EF086}">
      <p15:sldGuideLst xmlns:p15="http://schemas.microsoft.com/office/powerpoint/2012/main">
        <p15:guide id="1" orient="horz" pos="4896">
          <p15:clr>
            <a:srgbClr val="FBAE40"/>
          </p15:clr>
        </p15:guide>
        <p15:guide id="2" pos="3456">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White Template Poster 2">
    <p:spTree>
      <p:nvGrpSpPr>
        <p:cNvPr id="1" name=""/>
        <p:cNvGrpSpPr/>
        <p:nvPr/>
      </p:nvGrpSpPr>
      <p:grpSpPr>
        <a:xfrm>
          <a:off x="0" y="0"/>
          <a:ext cx="0" cy="0"/>
          <a:chOff x="0" y="0"/>
          <a:chExt cx="0" cy="0"/>
        </a:xfrm>
      </p:grpSpPr>
      <p:pic>
        <p:nvPicPr>
          <p:cNvPr id="6" name="Picture 5" descr="A white background with black and white clouds&#10;&#10;Description automatically generated">
            <a:extLst>
              <a:ext uri="{FF2B5EF4-FFF2-40B4-BE49-F238E27FC236}">
                <a16:creationId xmlns:a16="http://schemas.microsoft.com/office/drawing/2014/main" id="{5C4AE0F6-2676-C6BD-2A39-53FD6E7B54C7}"/>
              </a:ext>
            </a:extLst>
          </p:cNvPr>
          <p:cNvPicPr>
            <a:picLocks noChangeAspect="1"/>
          </p:cNvPicPr>
          <p:nvPr userDrawn="1"/>
        </p:nvPicPr>
        <p:blipFill>
          <a:blip r:embed="rId2"/>
          <a:stretch>
            <a:fillRect/>
          </a:stretch>
        </p:blipFill>
        <p:spPr>
          <a:xfrm>
            <a:off x="0" y="0"/>
            <a:ext cx="36576000" cy="4572000"/>
          </a:xfrm>
          <a:prstGeom prst="rect">
            <a:avLst/>
          </a:prstGeom>
        </p:spPr>
      </p:pic>
      <p:sp>
        <p:nvSpPr>
          <p:cNvPr id="39" name="Text Placeholder 34">
            <a:extLst>
              <a:ext uri="{FF2B5EF4-FFF2-40B4-BE49-F238E27FC236}">
                <a16:creationId xmlns:a16="http://schemas.microsoft.com/office/drawing/2014/main" id="{80759B05-CC2A-64BB-F41A-2C7BA4077234}"/>
              </a:ext>
            </a:extLst>
          </p:cNvPr>
          <p:cNvSpPr>
            <a:spLocks noGrp="1"/>
          </p:cNvSpPr>
          <p:nvPr>
            <p:ph type="body" sz="quarter" idx="22"/>
          </p:nvPr>
        </p:nvSpPr>
        <p:spPr>
          <a:xfrm>
            <a:off x="24686514" y="18060472"/>
            <a:ext cx="10972800" cy="1828800"/>
          </a:xfrm>
          <a:solidFill>
            <a:srgbClr val="C8102E"/>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8" name="Text Placeholder 34">
            <a:extLst>
              <a:ext uri="{FF2B5EF4-FFF2-40B4-BE49-F238E27FC236}">
                <a16:creationId xmlns:a16="http://schemas.microsoft.com/office/drawing/2014/main" id="{34A50BB6-C388-248A-D452-19DF2B04D370}"/>
              </a:ext>
            </a:extLst>
          </p:cNvPr>
          <p:cNvSpPr>
            <a:spLocks noGrp="1"/>
          </p:cNvSpPr>
          <p:nvPr>
            <p:ph type="body" sz="quarter" idx="21"/>
          </p:nvPr>
        </p:nvSpPr>
        <p:spPr>
          <a:xfrm>
            <a:off x="914400" y="15548487"/>
            <a:ext cx="10972800" cy="1828800"/>
          </a:xfrm>
          <a:solidFill>
            <a:srgbClr val="C8102E"/>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7" name="Text Placeholder 34">
            <a:extLst>
              <a:ext uri="{FF2B5EF4-FFF2-40B4-BE49-F238E27FC236}">
                <a16:creationId xmlns:a16="http://schemas.microsoft.com/office/drawing/2014/main" id="{A84384B7-196F-014A-C966-FE0B4FD08BE4}"/>
              </a:ext>
            </a:extLst>
          </p:cNvPr>
          <p:cNvSpPr>
            <a:spLocks noGrp="1"/>
          </p:cNvSpPr>
          <p:nvPr>
            <p:ph type="body" sz="quarter" idx="20"/>
          </p:nvPr>
        </p:nvSpPr>
        <p:spPr>
          <a:xfrm>
            <a:off x="24688800" y="5486400"/>
            <a:ext cx="10972800" cy="1828800"/>
          </a:xfrm>
          <a:solidFill>
            <a:srgbClr val="C8102E"/>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6" name="Text Placeholder 34">
            <a:extLst>
              <a:ext uri="{FF2B5EF4-FFF2-40B4-BE49-F238E27FC236}">
                <a16:creationId xmlns:a16="http://schemas.microsoft.com/office/drawing/2014/main" id="{003134DC-F613-7A96-869F-33CF1B15CEE8}"/>
              </a:ext>
            </a:extLst>
          </p:cNvPr>
          <p:cNvSpPr>
            <a:spLocks noGrp="1"/>
          </p:cNvSpPr>
          <p:nvPr>
            <p:ph type="body" sz="quarter" idx="19"/>
          </p:nvPr>
        </p:nvSpPr>
        <p:spPr>
          <a:xfrm>
            <a:off x="12801600" y="5486400"/>
            <a:ext cx="10972800" cy="1828800"/>
          </a:xfrm>
          <a:solidFill>
            <a:srgbClr val="C8102E"/>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35" name="Text Placeholder 34">
            <a:extLst>
              <a:ext uri="{FF2B5EF4-FFF2-40B4-BE49-F238E27FC236}">
                <a16:creationId xmlns:a16="http://schemas.microsoft.com/office/drawing/2014/main" id="{6197EA4A-7B87-D00F-07E1-1D22E98B4F5D}"/>
              </a:ext>
            </a:extLst>
          </p:cNvPr>
          <p:cNvSpPr>
            <a:spLocks noGrp="1"/>
          </p:cNvSpPr>
          <p:nvPr>
            <p:ph type="body" sz="quarter" idx="18"/>
          </p:nvPr>
        </p:nvSpPr>
        <p:spPr>
          <a:xfrm>
            <a:off x="914400" y="5486400"/>
            <a:ext cx="10972800" cy="1828800"/>
          </a:xfrm>
          <a:solidFill>
            <a:srgbClr val="C8102E"/>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40" name="Text Placeholder 34">
            <a:extLst>
              <a:ext uri="{FF2B5EF4-FFF2-40B4-BE49-F238E27FC236}">
                <a16:creationId xmlns:a16="http://schemas.microsoft.com/office/drawing/2014/main" id="{168FC78A-B2B4-4AF1-63BB-20788CA570DD}"/>
              </a:ext>
            </a:extLst>
          </p:cNvPr>
          <p:cNvSpPr>
            <a:spLocks noGrp="1"/>
          </p:cNvSpPr>
          <p:nvPr>
            <p:ph type="body" sz="quarter" idx="23"/>
          </p:nvPr>
        </p:nvSpPr>
        <p:spPr>
          <a:xfrm>
            <a:off x="24686514" y="25831800"/>
            <a:ext cx="10972800" cy="1828800"/>
          </a:xfrm>
          <a:solidFill>
            <a:srgbClr val="C8102E"/>
          </a:solidFill>
        </p:spPr>
        <p:txBody>
          <a:bodyPr anchor="ctr">
            <a:noAutofit/>
          </a:bodyPr>
          <a:lstStyle>
            <a:lvl1pPr marL="0" indent="0" algn="ctr">
              <a:buNone/>
              <a:defRPr sz="8200" b="0" i="0">
                <a:solidFill>
                  <a:schemeClr val="bg1"/>
                </a:solidFill>
                <a:latin typeface="Arial Nova Cond" panose="020B0506020202020204" pitchFamily="34" charset="0"/>
              </a:defRPr>
            </a:lvl1pPr>
            <a:lvl2pPr>
              <a:defRPr sz="8200" b="0" i="0">
                <a:solidFill>
                  <a:schemeClr val="bg1"/>
                </a:solidFill>
                <a:latin typeface="Arial Nova Cond" panose="020B0506020202020204" pitchFamily="34" charset="0"/>
              </a:defRPr>
            </a:lvl2pPr>
            <a:lvl3pPr>
              <a:defRPr sz="8200" b="0" i="0">
                <a:solidFill>
                  <a:schemeClr val="bg1"/>
                </a:solidFill>
                <a:latin typeface="Arial Nova Cond" panose="020B0506020202020204" pitchFamily="34" charset="0"/>
              </a:defRPr>
            </a:lvl3pPr>
            <a:lvl4pPr>
              <a:defRPr sz="8200" b="0" i="0">
                <a:solidFill>
                  <a:schemeClr val="bg1"/>
                </a:solidFill>
                <a:latin typeface="Arial Nova Cond" panose="020B0506020202020204" pitchFamily="34" charset="0"/>
              </a:defRPr>
            </a:lvl4pPr>
            <a:lvl5pPr>
              <a:defRPr sz="8200" b="0" i="0">
                <a:solidFill>
                  <a:schemeClr val="bg1"/>
                </a:solidFill>
                <a:latin typeface="Arial Nova Cond" panose="020B0506020202020204" pitchFamily="34" charset="0"/>
              </a:defRPr>
            </a:lvl5pPr>
          </a:lstStyle>
          <a:p>
            <a:pPr lvl="0"/>
            <a:endParaRPr lang="en-US"/>
          </a:p>
        </p:txBody>
      </p:sp>
      <p:sp>
        <p:nvSpPr>
          <p:cNvPr id="2" name="Text Placeholder 9">
            <a:extLst>
              <a:ext uri="{FF2B5EF4-FFF2-40B4-BE49-F238E27FC236}">
                <a16:creationId xmlns:a16="http://schemas.microsoft.com/office/drawing/2014/main" id="{E3427366-F528-F1E0-E914-E18126140D0F}"/>
              </a:ext>
            </a:extLst>
          </p:cNvPr>
          <p:cNvSpPr>
            <a:spLocks noGrp="1"/>
          </p:cNvSpPr>
          <p:nvPr>
            <p:ph type="body" sz="quarter" idx="10" hasCustomPrompt="1"/>
          </p:nvPr>
        </p:nvSpPr>
        <p:spPr>
          <a:xfrm>
            <a:off x="1371600" y="3334528"/>
            <a:ext cx="28346400" cy="914400"/>
          </a:xfrm>
        </p:spPr>
        <p:txBody>
          <a:bodyPr>
            <a:noAutofit/>
          </a:bodyPr>
          <a:lstStyle>
            <a:lvl1pPr marL="0" indent="0">
              <a:lnSpc>
                <a:spcPct val="100000"/>
              </a:lnSpc>
              <a:buNone/>
              <a:defRPr sz="5500" b="0" i="0">
                <a:solidFill>
                  <a:schemeClr val="tx1"/>
                </a:solidFill>
                <a:latin typeface="Arial Nova Cond" panose="020B0506020202020204" pitchFamily="34" charset="0"/>
              </a:defRPr>
            </a:lvl1pPr>
          </a:lstStyle>
          <a:p>
            <a:pPr lvl="0"/>
            <a:r>
              <a:rPr lang="en-US"/>
              <a:t>Your Name Here, Department; Mentor Name, Department; Other Contributors</a:t>
            </a:r>
          </a:p>
        </p:txBody>
      </p:sp>
      <p:sp>
        <p:nvSpPr>
          <p:cNvPr id="3" name="Title 5">
            <a:extLst>
              <a:ext uri="{FF2B5EF4-FFF2-40B4-BE49-F238E27FC236}">
                <a16:creationId xmlns:a16="http://schemas.microsoft.com/office/drawing/2014/main" id="{217F2D2E-5D55-BE13-9BE6-39A680420511}"/>
              </a:ext>
            </a:extLst>
          </p:cNvPr>
          <p:cNvSpPr>
            <a:spLocks noGrp="1"/>
          </p:cNvSpPr>
          <p:nvPr>
            <p:ph type="title" hasCustomPrompt="1"/>
          </p:nvPr>
        </p:nvSpPr>
        <p:spPr>
          <a:xfrm>
            <a:off x="1371600" y="317008"/>
            <a:ext cx="28346400" cy="3017520"/>
          </a:xfrm>
        </p:spPr>
        <p:txBody>
          <a:bodyPr anchor="t">
            <a:normAutofit/>
          </a:bodyPr>
          <a:lstStyle>
            <a:lvl1pPr>
              <a:lnSpc>
                <a:spcPct val="100000"/>
              </a:lnSpc>
              <a:defRPr sz="9600" b="0" i="0">
                <a:solidFill>
                  <a:schemeClr val="tx1"/>
                </a:solidFill>
                <a:latin typeface="Arial Nova Cond" panose="020B0506020202020204" pitchFamily="34" charset="0"/>
              </a:defRPr>
            </a:lvl1pPr>
          </a:lstStyle>
          <a:p>
            <a:r>
              <a:rPr lang="en-US"/>
              <a:t>Poster Title Goes Here</a:t>
            </a:r>
            <a:br>
              <a:rPr lang="en-US"/>
            </a:br>
            <a:r>
              <a:rPr lang="en-US"/>
              <a:t>Adjust Font Size As Needed</a:t>
            </a:r>
          </a:p>
        </p:txBody>
      </p:sp>
      <p:sp>
        <p:nvSpPr>
          <p:cNvPr id="4" name="Text Placeholder 25">
            <a:extLst>
              <a:ext uri="{FF2B5EF4-FFF2-40B4-BE49-F238E27FC236}">
                <a16:creationId xmlns:a16="http://schemas.microsoft.com/office/drawing/2014/main" id="{C3B34F10-5CB6-B8B3-11EB-38F4123C8980}"/>
              </a:ext>
            </a:extLst>
          </p:cNvPr>
          <p:cNvSpPr>
            <a:spLocks noGrp="1"/>
          </p:cNvSpPr>
          <p:nvPr>
            <p:ph type="body" sz="quarter" idx="12" hasCustomPrompt="1"/>
          </p:nvPr>
        </p:nvSpPr>
        <p:spPr>
          <a:xfrm>
            <a:off x="914400" y="17830727"/>
            <a:ext cx="10972800" cy="14168814"/>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39863" indent="-4365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Methods/Approach/Theory: Describe the approach or method you used to acquire your data or findings. How did you do what you did? Explain the advantages and limitations of the approach you used. Why was this method chosen over others? </a:t>
            </a:r>
            <a:r>
              <a:rPr lang="en-US" b="1"/>
              <a:t>Make sure to add a section title above!</a:t>
            </a:r>
            <a:endParaRPr lang="en-US"/>
          </a:p>
        </p:txBody>
      </p:sp>
      <p:sp>
        <p:nvSpPr>
          <p:cNvPr id="5" name="Text Placeholder 25">
            <a:extLst>
              <a:ext uri="{FF2B5EF4-FFF2-40B4-BE49-F238E27FC236}">
                <a16:creationId xmlns:a16="http://schemas.microsoft.com/office/drawing/2014/main" id="{6F6F8793-4F7B-FB70-0282-2B9919999B09}"/>
              </a:ext>
            </a:extLst>
          </p:cNvPr>
          <p:cNvSpPr>
            <a:spLocks noGrp="1"/>
          </p:cNvSpPr>
          <p:nvPr>
            <p:ph type="body" sz="quarter" idx="17" hasCustomPrompt="1"/>
          </p:nvPr>
        </p:nvSpPr>
        <p:spPr>
          <a:xfrm>
            <a:off x="24686514" y="28118872"/>
            <a:ext cx="10972800" cy="3886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Acknowledgments: This is a space to give recognition to mentors, peers, or others who helped you along the way. Additionally, you should also identify sources of funding such as SURF, Mellon, </a:t>
            </a:r>
            <a:r>
              <a:rPr lang="en-US" err="1"/>
              <a:t>Pharis</a:t>
            </a:r>
            <a:r>
              <a:rPr lang="en-US"/>
              <a:t> Fellows, REUs, or other grant entities that supported your or your faculty mentor. </a:t>
            </a:r>
            <a:r>
              <a:rPr lang="en-US" b="1"/>
              <a:t>Make sure to add a section title above!</a:t>
            </a:r>
            <a:endParaRPr lang="en-US"/>
          </a:p>
        </p:txBody>
      </p:sp>
      <p:sp>
        <p:nvSpPr>
          <p:cNvPr id="7" name="Text Placeholder 25">
            <a:extLst>
              <a:ext uri="{FF2B5EF4-FFF2-40B4-BE49-F238E27FC236}">
                <a16:creationId xmlns:a16="http://schemas.microsoft.com/office/drawing/2014/main" id="{13314DD5-5921-BCE9-8EC1-5EE8F49C3FF5}"/>
              </a:ext>
            </a:extLst>
          </p:cNvPr>
          <p:cNvSpPr>
            <a:spLocks noGrp="1"/>
          </p:cNvSpPr>
          <p:nvPr>
            <p:ph type="body" sz="quarter" idx="16" hasCustomPrompt="1"/>
          </p:nvPr>
        </p:nvSpPr>
        <p:spPr>
          <a:xfrm>
            <a:off x="24686514" y="20345400"/>
            <a:ext cx="10972800" cy="4800600"/>
          </a:xfrm>
        </p:spPr>
        <p:txBody>
          <a:bodyPr>
            <a:normAutofit/>
          </a:bodyPr>
          <a:lstStyle>
            <a:lvl1pPr marL="0" indent="0">
              <a:buNone/>
              <a:defRPr sz="3200" b="0" i="0">
                <a:latin typeface="Arial Nova Cond" panose="020B0506020202020204" pitchFamily="34" charset="0"/>
              </a:defRPr>
            </a:lvl1pPr>
            <a:lvl2pPr marL="928688" indent="-474663">
              <a:tabLst/>
              <a:defRPr sz="3200" b="0" i="1">
                <a:latin typeface="Arial Nova Cond" panose="020B0506020202020204" pitchFamily="34" charset="0"/>
              </a:defRPr>
            </a:lvl2pPr>
            <a:lvl3pPr marL="1497013" indent="-474663">
              <a:tabLst/>
              <a:defRPr sz="3200" b="0" i="1">
                <a:latin typeface="Arial Nova Cond" panose="020B0506020202020204" pitchFamily="34" charset="0"/>
              </a:defRPr>
            </a:lvl3pPr>
            <a:lvl4pPr marL="2065338" indent="-455613">
              <a:tabLst/>
              <a:defRPr sz="3200" b="0" i="1">
                <a:latin typeface="Arial Nova Cond" panose="020B0506020202020204" pitchFamily="34" charset="0"/>
              </a:defRPr>
            </a:lvl4pPr>
            <a:lvl5pPr marL="2633663" indent="-473075">
              <a:tabLst/>
              <a:defRPr sz="3200" b="0" i="1">
                <a:latin typeface="Arial Nova Cond" panose="020B0506020202020204" pitchFamily="34" charset="0"/>
              </a:defRPr>
            </a:lvl5pPr>
          </a:lstStyle>
          <a:p>
            <a:pPr lvl="0"/>
            <a:r>
              <a:rPr lang="en-US" i="0"/>
              <a:t>References: If you reference any ideas, theories, etc. from other authors, make sure to appropriately cite them. References should be in a slightly smaller font than the rest of your text. </a:t>
            </a:r>
            <a:r>
              <a:rPr lang="en-US" b="1" i="0"/>
              <a:t>Make sure to add a section title above!</a:t>
            </a:r>
            <a:endParaRPr lang="en-US"/>
          </a:p>
        </p:txBody>
      </p:sp>
      <p:sp>
        <p:nvSpPr>
          <p:cNvPr id="8" name="Text Placeholder 25">
            <a:extLst>
              <a:ext uri="{FF2B5EF4-FFF2-40B4-BE49-F238E27FC236}">
                <a16:creationId xmlns:a16="http://schemas.microsoft.com/office/drawing/2014/main" id="{85FA9FC6-F750-FB7C-91C0-359BD022B640}"/>
              </a:ext>
            </a:extLst>
          </p:cNvPr>
          <p:cNvSpPr>
            <a:spLocks noGrp="1"/>
          </p:cNvSpPr>
          <p:nvPr>
            <p:ph type="body" sz="quarter" idx="15" hasCustomPrompt="1"/>
          </p:nvPr>
        </p:nvSpPr>
        <p:spPr>
          <a:xfrm>
            <a:off x="24688800" y="7772400"/>
            <a:ext cx="10972800" cy="9601200"/>
          </a:xfrm>
        </p:spPr>
        <p:txBody>
          <a:bodyPr>
            <a:normAutofit/>
          </a:bodyPr>
          <a:lstStyle>
            <a:lvl1pPr marL="0" indent="0">
              <a:buNone/>
              <a:defRPr sz="4000" b="0" i="0">
                <a:latin typeface="Arial Nova Cond" panose="020B0506020202020204" pitchFamily="34" charset="0"/>
              </a:defRPr>
            </a:lvl1pPr>
            <a:lvl2pPr marL="928688" indent="-474663">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08188" indent="-434975">
              <a:tabLst/>
              <a:defRPr sz="4000" b="0" i="0">
                <a:latin typeface="Arial Nova Cond" panose="020B0506020202020204" pitchFamily="34" charset="0"/>
              </a:defRPr>
            </a:lvl4pPr>
            <a:lvl5pPr marL="2690813" indent="-473075">
              <a:tabLst/>
              <a:defRPr sz="4000" b="0" i="0">
                <a:latin typeface="Arial Nova Cond" panose="020B0506020202020204" pitchFamily="34" charset="0"/>
              </a:defRPr>
            </a:lvl5pPr>
          </a:lstStyle>
          <a:p>
            <a:pPr lvl="0"/>
            <a:r>
              <a:rPr lang="en-US"/>
              <a:t>Conclusion: Restate the problem you addressed in your background section. Summarize the key findings from your results. What is the significance of your results/findings? What are the next steps for this research topic for you or for others? </a:t>
            </a:r>
            <a:r>
              <a:rPr lang="en-US" b="1"/>
              <a:t>Make sure to add a section title above!</a:t>
            </a:r>
            <a:endParaRPr lang="en-US"/>
          </a:p>
        </p:txBody>
      </p:sp>
      <p:sp>
        <p:nvSpPr>
          <p:cNvPr id="9" name="Content Placeholder 28">
            <a:extLst>
              <a:ext uri="{FF2B5EF4-FFF2-40B4-BE49-F238E27FC236}">
                <a16:creationId xmlns:a16="http://schemas.microsoft.com/office/drawing/2014/main" id="{29D484EB-5B4B-CA97-E904-E076F0622BD9}"/>
              </a:ext>
            </a:extLst>
          </p:cNvPr>
          <p:cNvSpPr>
            <a:spLocks noGrp="1"/>
          </p:cNvSpPr>
          <p:nvPr>
            <p:ph sz="quarter" idx="13" hasCustomPrompt="1"/>
          </p:nvPr>
        </p:nvSpPr>
        <p:spPr>
          <a:xfrm>
            <a:off x="12801600" y="20346472"/>
            <a:ext cx="10972800" cy="11658600"/>
          </a:xfrm>
        </p:spPr>
        <p:txBody>
          <a:bodyPr>
            <a:normAutofit/>
          </a:bodyPr>
          <a:lstStyle>
            <a:lvl1pPr marL="0" indent="0">
              <a:buNone/>
              <a:defRPr sz="4000" b="0" i="0">
                <a:latin typeface="Arial Nova Cond" panose="020B0506020202020204" pitchFamily="34" charset="0"/>
              </a:defRPr>
            </a:lvl1pPr>
            <a:lvl2pPr marL="928688" indent="-455613">
              <a:tabLst/>
              <a:defRPr sz="4000" b="0" i="0">
                <a:latin typeface="Arial Nova Cond" panose="020B0506020202020204" pitchFamily="34" charset="0"/>
              </a:defRPr>
            </a:lvl2pPr>
            <a:lvl3pPr marL="1497013" indent="-455613">
              <a:tabLst/>
              <a:defRPr sz="4000" b="0" i="0">
                <a:latin typeface="Arial Nova Cond" panose="020B0506020202020204" pitchFamily="34" charset="0"/>
              </a:defRPr>
            </a:lvl3pPr>
            <a:lvl4pPr marL="2065338" indent="-436563">
              <a:tabLst/>
              <a:defRPr sz="4000" b="0" i="0">
                <a:latin typeface="Arial Nova Cond" panose="020B0506020202020204" pitchFamily="34" charset="0"/>
              </a:defRPr>
            </a:lvl4pPr>
            <a:lvl5pPr marL="2633663" indent="-473075">
              <a:tabLst/>
              <a:defRPr sz="4000" b="0" i="0">
                <a:latin typeface="Arial Nova Cond" panose="020B0506020202020204" pitchFamily="34" charset="0"/>
              </a:defRPr>
            </a:lvl5pPr>
          </a:lstStyle>
          <a:p>
            <a:pPr lvl="0"/>
            <a:r>
              <a:rPr lang="en-US"/>
              <a:t>Graphs, tables, or images can be a great way to add visually appealing components to your poster, but make sure they are labeled and easy to read. </a:t>
            </a:r>
            <a:r>
              <a:rPr lang="en-US" b="1"/>
              <a:t>Only use images that are high-resolution.</a:t>
            </a:r>
            <a:r>
              <a:rPr lang="en-US"/>
              <a:t> Images that are too pixelated will appear blurry when printed.</a:t>
            </a:r>
          </a:p>
        </p:txBody>
      </p:sp>
      <p:sp>
        <p:nvSpPr>
          <p:cNvPr id="10" name="Content Placeholder 28">
            <a:extLst>
              <a:ext uri="{FF2B5EF4-FFF2-40B4-BE49-F238E27FC236}">
                <a16:creationId xmlns:a16="http://schemas.microsoft.com/office/drawing/2014/main" id="{65BD443D-74D8-76D3-5F8A-CCAA9EA1DA5F}"/>
              </a:ext>
            </a:extLst>
          </p:cNvPr>
          <p:cNvSpPr>
            <a:spLocks noGrp="1"/>
          </p:cNvSpPr>
          <p:nvPr>
            <p:ph sz="quarter" idx="14" hasCustomPrompt="1"/>
          </p:nvPr>
        </p:nvSpPr>
        <p:spPr>
          <a:xfrm>
            <a:off x="12801600" y="7773472"/>
            <a:ext cx="10972800" cy="12115800"/>
          </a:xfrm>
        </p:spPr>
        <p:txBody>
          <a:bodyPr>
            <a:normAutofit/>
          </a:bodyPr>
          <a:lstStyle>
            <a:lvl1pPr marL="0" indent="0">
              <a:buNone/>
              <a:defRPr sz="4000" b="0" i="0">
                <a:latin typeface="Arial Nova Cond" panose="020B0506020202020204" pitchFamily="34" charset="0"/>
              </a:defRPr>
            </a:lvl1pPr>
            <a:lvl2pPr marL="984250" indent="-492125">
              <a:tabLst/>
              <a:defRPr sz="4000" b="0" i="0">
                <a:latin typeface="Arial Nova Cond" panose="020B0506020202020204" pitchFamily="34" charset="0"/>
              </a:defRPr>
            </a:lvl2pPr>
            <a:lvl3pPr marL="1497013" indent="-474663">
              <a:tabLst/>
              <a:defRPr sz="4000" b="0" i="0">
                <a:latin typeface="Arial Nova Cond" panose="020B0506020202020204" pitchFamily="34" charset="0"/>
              </a:defRPr>
            </a:lvl3pPr>
            <a:lvl4pPr marL="2065338" indent="-455613">
              <a:tabLst/>
              <a:defRPr sz="4000" b="0" i="0">
                <a:latin typeface="Arial Nova Cond" panose="020B0506020202020204" pitchFamily="34" charset="0"/>
              </a:defRPr>
            </a:lvl4pPr>
            <a:lvl5pPr marL="2633663" indent="-454025">
              <a:tabLst/>
              <a:defRPr sz="4000" b="0" i="0">
                <a:latin typeface="Arial Nova Cond" panose="020B0506020202020204" pitchFamily="34" charset="0"/>
              </a:defRPr>
            </a:lvl5pPr>
          </a:lstStyle>
          <a:p>
            <a:pPr lvl="0"/>
            <a:r>
              <a:rPr lang="en-US"/>
              <a:t>Data Results and Analysis: This should be your most in-depth section. Highlight the key data, findings, or themes that led to your conclusion. </a:t>
            </a:r>
            <a:r>
              <a:rPr lang="en-US" b="1"/>
              <a:t>Make sure to add a section title above!</a:t>
            </a:r>
            <a:endParaRPr lang="en-US"/>
          </a:p>
        </p:txBody>
      </p:sp>
      <p:sp>
        <p:nvSpPr>
          <p:cNvPr id="11" name="Text Placeholder 25">
            <a:extLst>
              <a:ext uri="{FF2B5EF4-FFF2-40B4-BE49-F238E27FC236}">
                <a16:creationId xmlns:a16="http://schemas.microsoft.com/office/drawing/2014/main" id="{57E13699-8A6A-2784-CF6A-453ABF66774F}"/>
              </a:ext>
            </a:extLst>
          </p:cNvPr>
          <p:cNvSpPr>
            <a:spLocks noGrp="1"/>
          </p:cNvSpPr>
          <p:nvPr>
            <p:ph type="body" sz="quarter" idx="11" hasCustomPrompt="1"/>
          </p:nvPr>
        </p:nvSpPr>
        <p:spPr>
          <a:xfrm>
            <a:off x="914400" y="7772400"/>
            <a:ext cx="10972800" cy="7086600"/>
          </a:xfrm>
        </p:spPr>
        <p:txBody>
          <a:bodyPr>
            <a:normAutofit/>
          </a:bodyPr>
          <a:lstStyle>
            <a:lvl1pPr marL="0" indent="0">
              <a:buNone/>
              <a:defRPr sz="4000" b="0" i="0">
                <a:latin typeface="Arial Nova Cond" panose="020B0506020202020204" pitchFamily="34" charset="0"/>
              </a:defRPr>
            </a:lvl1pPr>
            <a:lvl2pPr marL="927100" indent="-457200">
              <a:tabLst/>
              <a:defRPr sz="4000" b="0" i="0">
                <a:latin typeface="Arial Nova Cond" panose="020B0506020202020204" pitchFamily="34" charset="0"/>
              </a:defRPr>
            </a:lvl2pPr>
            <a:lvl3pPr marL="1497013" indent="-469900">
              <a:tabLst/>
              <a:defRPr sz="4000" b="0" i="0">
                <a:latin typeface="Arial Nova Cond" panose="020B0506020202020204" pitchFamily="34" charset="0"/>
              </a:defRPr>
            </a:lvl3pPr>
            <a:lvl4pPr marL="2068513" indent="-457200">
              <a:tabLst/>
              <a:defRPr sz="4000" b="0" i="0">
                <a:latin typeface="Arial Nova Cond" panose="020B0506020202020204" pitchFamily="34" charset="0"/>
              </a:defRPr>
            </a:lvl4pPr>
            <a:lvl5pPr marL="2581275" indent="-427038">
              <a:tabLst/>
              <a:defRPr sz="4000" b="0" i="0">
                <a:latin typeface="Arial Nova Cond" panose="020B0506020202020204" pitchFamily="34" charset="0"/>
              </a:defRPr>
            </a:lvl5pPr>
          </a:lstStyle>
          <a:p>
            <a:pPr lvl="0"/>
            <a:r>
              <a:rPr lang="en-US"/>
              <a:t>Introduction: This section should include the background information on your topic. Introduce your audience to the issue or goal your research addresses and why it is important/relevant to your field. Discuss the previous work that has already been done in this area. Define key terms for your audience. </a:t>
            </a:r>
            <a:r>
              <a:rPr lang="en-US" b="1"/>
              <a:t>Make sure to add a section title above!</a:t>
            </a:r>
            <a:endParaRPr lang="en-US"/>
          </a:p>
        </p:txBody>
      </p:sp>
    </p:spTree>
    <p:extLst>
      <p:ext uri="{BB962C8B-B14F-4D97-AF65-F5344CB8AC3E}">
        <p14:creationId xmlns:p14="http://schemas.microsoft.com/office/powerpoint/2010/main" val="2731804208"/>
      </p:ext>
    </p:extLst>
  </p:cSld>
  <p:clrMapOvr>
    <a:masterClrMapping/>
  </p:clrMapOvr>
  <p:extLst>
    <p:ext uri="{DCECCB84-F9BA-43D5-87BE-67443E8EF086}">
      <p15:sldGuideLst xmlns:p15="http://schemas.microsoft.com/office/powerpoint/2012/main">
        <p15:guide id="1" orient="horz" pos="4896">
          <p15:clr>
            <a:srgbClr val="FBAE40"/>
          </p15:clr>
        </p15:guide>
        <p15:guide id="2" pos="3456">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ow to Use">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0DACE9-9EF3-595B-F27F-DC6FDDEE4D06}"/>
              </a:ext>
            </a:extLst>
          </p:cNvPr>
          <p:cNvSpPr txBox="1"/>
          <p:nvPr userDrawn="1"/>
        </p:nvSpPr>
        <p:spPr>
          <a:xfrm>
            <a:off x="1828800" y="6302899"/>
            <a:ext cx="32918400" cy="10895290"/>
          </a:xfrm>
          <a:prstGeom prst="rect">
            <a:avLst/>
          </a:prstGeom>
          <a:noFill/>
        </p:spPr>
        <p:txBody>
          <a:bodyPr wrap="square" rtlCol="0">
            <a:spAutoFit/>
          </a:bodyPr>
          <a:lstStyle/>
          <a:p>
            <a:r>
              <a:rPr lang="en-US" sz="7800" b="1" i="0">
                <a:latin typeface="Arial Nova Cond" panose="020B0506020202020204" pitchFamily="34" charset="0"/>
              </a:rPr>
              <a:t>Directions</a:t>
            </a:r>
          </a:p>
          <a:p>
            <a:pPr marL="1371600" indent="-1371600">
              <a:buFont typeface="+mj-lt"/>
              <a:buAutoNum type="arabicPeriod"/>
            </a:pPr>
            <a:r>
              <a:rPr lang="en-US" sz="7800" b="0" i="0">
                <a:latin typeface="Arial Nova Cond" panose="020B0506020202020204" pitchFamily="34" charset="0"/>
              </a:rPr>
              <a:t>Pick a poster layout. You can do this by either adding a new slide (Home tab &gt; Slides &gt; New Slide) or changing the layout of an existing slide (Home tab &gt; Slides &gt; Layout). You can choose a blank poster or a pre-made template.</a:t>
            </a:r>
          </a:p>
          <a:p>
            <a:pPr marL="1371600" indent="-1371600">
              <a:buFont typeface="+mj-lt"/>
              <a:buAutoNum type="arabicPeriod"/>
            </a:pPr>
            <a:r>
              <a:rPr lang="en-US" sz="7800" b="0" i="0">
                <a:latin typeface="Arial Nova Cond" panose="020B0506020202020204" pitchFamily="34" charset="0"/>
              </a:rPr>
              <a:t>Add content to your poster. This should include an introduction, your research methods/theory, data/analysis, results, references, and any acknowledgments. You should also add visual elements (e.g. graphs, photos, illustrations, etc.).</a:t>
            </a:r>
          </a:p>
          <a:p>
            <a:pPr marL="1371600" indent="-1371600">
              <a:buFont typeface="+mj-lt"/>
              <a:buAutoNum type="arabicPeriod"/>
            </a:pPr>
            <a:r>
              <a:rPr lang="en-US" sz="7800" b="0" i="0">
                <a:latin typeface="Arial Nova Cond" panose="020B0506020202020204" pitchFamily="34" charset="0"/>
              </a:rPr>
              <a:t>Once you have completed your poster, delete any extra slides (including this one) so that your poster is the only slide remaining. Save as a .pdf file.</a:t>
            </a:r>
          </a:p>
        </p:txBody>
      </p:sp>
      <p:sp>
        <p:nvSpPr>
          <p:cNvPr id="4" name="TextBox 3">
            <a:extLst>
              <a:ext uri="{FF2B5EF4-FFF2-40B4-BE49-F238E27FC236}">
                <a16:creationId xmlns:a16="http://schemas.microsoft.com/office/drawing/2014/main" id="{540DAC9E-B4B9-62E8-826B-79045A176875}"/>
              </a:ext>
            </a:extLst>
          </p:cNvPr>
          <p:cNvSpPr txBox="1"/>
          <p:nvPr userDrawn="1"/>
        </p:nvSpPr>
        <p:spPr>
          <a:xfrm>
            <a:off x="1828800" y="18582048"/>
            <a:ext cx="32918400" cy="9694962"/>
          </a:xfrm>
          <a:prstGeom prst="rect">
            <a:avLst/>
          </a:prstGeom>
          <a:noFill/>
        </p:spPr>
        <p:txBody>
          <a:bodyPr wrap="square" rtlCol="0">
            <a:spAutoFit/>
          </a:bodyPr>
          <a:lstStyle/>
          <a:p>
            <a:pPr marL="0" marR="0" lvl="0" indent="0" algn="l" defTabSz="3335731" rtl="0" eaLnBrk="1" fontAlgn="auto" latinLnBrk="0" hangingPunct="1">
              <a:lnSpc>
                <a:spcPct val="100000"/>
              </a:lnSpc>
              <a:spcBef>
                <a:spcPts val="0"/>
              </a:spcBef>
              <a:spcAft>
                <a:spcPts val="0"/>
              </a:spcAft>
              <a:buClrTx/>
              <a:buSzTx/>
              <a:buFontTx/>
              <a:buNone/>
              <a:tabLst/>
              <a:defRPr/>
            </a:pPr>
            <a:r>
              <a:rPr lang="en-US" sz="7800" b="1" i="0">
                <a:latin typeface="Arial Nova Cond" panose="020B0506020202020204" pitchFamily="34" charset="0"/>
              </a:rPr>
              <a:t>Important Notes!</a:t>
            </a:r>
          </a:p>
          <a:p>
            <a:pPr marL="571500" marR="0" lvl="0" indent="-571500" algn="l" defTabSz="3335731"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800" b="0" i="0">
                <a:latin typeface="Arial Nova Cond" panose="020B0506020202020204" pitchFamily="34" charset="0"/>
              </a:rPr>
              <a:t>Do not cover up the UH logo or change the top banner of the poster layout. The only things you should add to the banner are your poster title, your name, your mentor’s name and their department, and any other contributors.</a:t>
            </a:r>
          </a:p>
          <a:p>
            <a:pPr marL="571500" marR="0" lvl="0" indent="-571500" algn="l" defTabSz="3335731"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800" b="0" i="0">
                <a:latin typeface="Arial Nova Cond" panose="020B0506020202020204" pitchFamily="34" charset="0"/>
              </a:rPr>
              <a:t>Do not change the size or orientation of slides in this file.</a:t>
            </a:r>
          </a:p>
          <a:p>
            <a:pPr marL="571500" marR="0" lvl="0" indent="-571500" algn="l" defTabSz="3335731"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800" b="0" i="0">
                <a:latin typeface="Arial Nova Cond" panose="020B0506020202020204" pitchFamily="34" charset="0"/>
              </a:rPr>
              <a:t>Visual elements you add to your poster should be of high resolution. Your poster’s final printed size will be 40” wide x 36” tall, so make sure any photos/graphs/etc. you add will maintain their quality when sized up. </a:t>
            </a:r>
          </a:p>
        </p:txBody>
      </p:sp>
      <p:sp>
        <p:nvSpPr>
          <p:cNvPr id="5" name="TextBox 4">
            <a:extLst>
              <a:ext uri="{FF2B5EF4-FFF2-40B4-BE49-F238E27FC236}">
                <a16:creationId xmlns:a16="http://schemas.microsoft.com/office/drawing/2014/main" id="{59A320D1-B70A-B94D-CA7A-CEB372AE063E}"/>
              </a:ext>
            </a:extLst>
          </p:cNvPr>
          <p:cNvSpPr txBox="1"/>
          <p:nvPr userDrawn="1"/>
        </p:nvSpPr>
        <p:spPr>
          <a:xfrm>
            <a:off x="1828800" y="1287277"/>
            <a:ext cx="32918400" cy="3631763"/>
          </a:xfrm>
          <a:prstGeom prst="rect">
            <a:avLst/>
          </a:prstGeom>
          <a:noFill/>
        </p:spPr>
        <p:txBody>
          <a:bodyPr wrap="square" rtlCol="0">
            <a:spAutoFit/>
          </a:bodyPr>
          <a:lstStyle/>
          <a:p>
            <a:pPr algn="ctr"/>
            <a:r>
              <a:rPr lang="en-US" sz="11500" b="1" i="0">
                <a:latin typeface="Arial Nova Cond" panose="020B0506020202020204" pitchFamily="34" charset="0"/>
              </a:rPr>
              <a:t>How to Use this Template to Make Your Poster for Undergraduate Research Day at UH</a:t>
            </a:r>
            <a:endParaRPr lang="en-US" sz="11500" b="0" i="0">
              <a:latin typeface="Arial Nova Cond" panose="020B0506020202020204" pitchFamily="34" charset="0"/>
            </a:endParaRPr>
          </a:p>
        </p:txBody>
      </p:sp>
      <p:pic>
        <p:nvPicPr>
          <p:cNvPr id="7" name="Picture 6" descr="A black background with grey text&#10;&#10;Description automatically generated">
            <a:extLst>
              <a:ext uri="{FF2B5EF4-FFF2-40B4-BE49-F238E27FC236}">
                <a16:creationId xmlns:a16="http://schemas.microsoft.com/office/drawing/2014/main" id="{14FBBC3B-5C79-97DB-16D8-92D131C66A40}"/>
              </a:ext>
            </a:extLst>
          </p:cNvPr>
          <p:cNvPicPr>
            <a:picLocks noChangeAspect="1"/>
          </p:cNvPicPr>
          <p:nvPr userDrawn="1"/>
        </p:nvPicPr>
        <p:blipFill>
          <a:blip r:embed="rId2"/>
          <a:stretch>
            <a:fillRect/>
          </a:stretch>
        </p:blipFill>
        <p:spPr>
          <a:xfrm>
            <a:off x="27226260" y="29799099"/>
            <a:ext cx="7520940" cy="1832024"/>
          </a:xfrm>
          <a:prstGeom prst="rect">
            <a:avLst/>
          </a:prstGeom>
        </p:spPr>
      </p:pic>
    </p:spTree>
    <p:extLst>
      <p:ext uri="{BB962C8B-B14F-4D97-AF65-F5344CB8AC3E}">
        <p14:creationId xmlns:p14="http://schemas.microsoft.com/office/powerpoint/2010/main" val="235147559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F2C0F01-3BDC-C491-EE66-135337CB7AD9}"/>
              </a:ext>
            </a:extLst>
          </p:cNvPr>
          <p:cNvSpPr>
            <a:spLocks noGrp="1"/>
          </p:cNvSpPr>
          <p:nvPr>
            <p:ph type="dt" sz="half" idx="10"/>
          </p:nvPr>
        </p:nvSpPr>
        <p:spPr/>
        <p:txBody>
          <a:bodyPr/>
          <a:lstStyle/>
          <a:p>
            <a:fld id="{4B892872-8902-EB46-B962-9D801E5737EE}" type="datetimeFigureOut">
              <a:rPr lang="en-US" smtClean="0"/>
              <a:t>10/22/2025</a:t>
            </a:fld>
            <a:endParaRPr lang="en-US"/>
          </a:p>
        </p:txBody>
      </p:sp>
      <p:sp>
        <p:nvSpPr>
          <p:cNvPr id="4" name="Footer Placeholder 3">
            <a:extLst>
              <a:ext uri="{FF2B5EF4-FFF2-40B4-BE49-F238E27FC236}">
                <a16:creationId xmlns:a16="http://schemas.microsoft.com/office/drawing/2014/main" id="{ECEAB669-7559-5C6B-AA36-869DC31865C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35A2795-D45A-9E49-F0B3-64655D327D27}"/>
              </a:ext>
            </a:extLst>
          </p:cNvPr>
          <p:cNvSpPr>
            <a:spLocks noGrp="1"/>
          </p:cNvSpPr>
          <p:nvPr>
            <p:ph type="sldNum" sz="quarter" idx="12"/>
          </p:nvPr>
        </p:nvSpPr>
        <p:spPr/>
        <p:txBody>
          <a:bodyPr/>
          <a:lstStyle/>
          <a:p>
            <a:fld id="{824CE940-E502-0D4E-9E7F-93B1604BD65A}" type="slidenum">
              <a:rPr lang="en-US" smtClean="0"/>
              <a:t>‹#›</a:t>
            </a:fld>
            <a:endParaRPr lang="en-US"/>
          </a:p>
        </p:txBody>
      </p:sp>
      <p:pic>
        <p:nvPicPr>
          <p:cNvPr id="7" name="Picture 6" descr="A screenshot of a computer&#10;&#10;AI-generated content may be incorrect.">
            <a:extLst>
              <a:ext uri="{FF2B5EF4-FFF2-40B4-BE49-F238E27FC236}">
                <a16:creationId xmlns:a16="http://schemas.microsoft.com/office/drawing/2014/main" id="{B710E961-1805-2DA3-89E4-C69391527E63}"/>
              </a:ext>
            </a:extLst>
          </p:cNvPr>
          <p:cNvPicPr>
            <a:picLocks noChangeAspect="1"/>
          </p:cNvPicPr>
          <p:nvPr userDrawn="1"/>
        </p:nvPicPr>
        <p:blipFill>
          <a:blip r:embed="rId2"/>
          <a:stretch>
            <a:fillRect/>
          </a:stretch>
        </p:blipFill>
        <p:spPr>
          <a:xfrm>
            <a:off x="14125299" y="6603999"/>
            <a:ext cx="20669801" cy="21010887"/>
          </a:xfrm>
          <a:prstGeom prst="rect">
            <a:avLst/>
          </a:prstGeom>
        </p:spPr>
      </p:pic>
      <p:sp>
        <p:nvSpPr>
          <p:cNvPr id="8" name="TextBox 7">
            <a:extLst>
              <a:ext uri="{FF2B5EF4-FFF2-40B4-BE49-F238E27FC236}">
                <a16:creationId xmlns:a16="http://schemas.microsoft.com/office/drawing/2014/main" id="{156C270E-30A8-B89B-CE39-EAD27BD877CB}"/>
              </a:ext>
            </a:extLst>
          </p:cNvPr>
          <p:cNvSpPr txBox="1"/>
          <p:nvPr userDrawn="1"/>
        </p:nvSpPr>
        <p:spPr>
          <a:xfrm>
            <a:off x="2514600" y="7874001"/>
            <a:ext cx="10642600" cy="16019770"/>
          </a:xfrm>
          <a:prstGeom prst="rect">
            <a:avLst/>
          </a:prstGeom>
          <a:noFill/>
        </p:spPr>
        <p:txBody>
          <a:bodyPr wrap="square" rtlCol="0">
            <a:spAutoFit/>
          </a:bodyPr>
          <a:lstStyle/>
          <a:p>
            <a:r>
              <a:rPr lang="en-US" sz="11500"/>
              <a:t>The templates are available as slide layouts.</a:t>
            </a:r>
          </a:p>
          <a:p>
            <a:endParaRPr lang="en-US" sz="11500"/>
          </a:p>
          <a:p>
            <a:r>
              <a:rPr lang="en-US" sz="11500"/>
              <a:t>Add a new slide and select the layout for the template you want to use.</a:t>
            </a:r>
          </a:p>
        </p:txBody>
      </p:sp>
      <p:sp>
        <p:nvSpPr>
          <p:cNvPr id="10" name="TextBox 9">
            <a:extLst>
              <a:ext uri="{FF2B5EF4-FFF2-40B4-BE49-F238E27FC236}">
                <a16:creationId xmlns:a16="http://schemas.microsoft.com/office/drawing/2014/main" id="{B4318E89-8267-94B7-CC43-FC061F45360E}"/>
              </a:ext>
            </a:extLst>
          </p:cNvPr>
          <p:cNvSpPr txBox="1"/>
          <p:nvPr userDrawn="1"/>
        </p:nvSpPr>
        <p:spPr>
          <a:xfrm>
            <a:off x="2514600" y="2001489"/>
            <a:ext cx="29672675" cy="3154710"/>
          </a:xfrm>
          <a:prstGeom prst="rect">
            <a:avLst/>
          </a:prstGeom>
          <a:noFill/>
        </p:spPr>
        <p:txBody>
          <a:bodyPr wrap="none" rtlCol="0">
            <a:spAutoFit/>
          </a:bodyPr>
          <a:lstStyle/>
          <a:p>
            <a:r>
              <a:rPr lang="en-US" sz="19900" b="1"/>
              <a:t>But where is the template?!</a:t>
            </a:r>
          </a:p>
        </p:txBody>
      </p:sp>
    </p:spTree>
    <p:extLst>
      <p:ext uri="{BB962C8B-B14F-4D97-AF65-F5344CB8AC3E}">
        <p14:creationId xmlns:p14="http://schemas.microsoft.com/office/powerpoint/2010/main" val="23662606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58D3043-E31D-EE27-2BE9-515803FB0EB4}"/>
              </a:ext>
            </a:extLst>
          </p:cNvPr>
          <p:cNvSpPr>
            <a:spLocks noGrp="1"/>
          </p:cNvSpPr>
          <p:nvPr>
            <p:ph type="dt" sz="half" idx="10"/>
          </p:nvPr>
        </p:nvSpPr>
        <p:spPr/>
        <p:txBody>
          <a:bodyPr/>
          <a:lstStyle/>
          <a:p>
            <a:fld id="{4B892872-8902-EB46-B962-9D801E5737EE}" type="datetimeFigureOut">
              <a:rPr lang="en-US" smtClean="0"/>
              <a:t>10/22/2025</a:t>
            </a:fld>
            <a:endParaRPr lang="en-US"/>
          </a:p>
        </p:txBody>
      </p:sp>
      <p:sp>
        <p:nvSpPr>
          <p:cNvPr id="4" name="Footer Placeholder 3">
            <a:extLst>
              <a:ext uri="{FF2B5EF4-FFF2-40B4-BE49-F238E27FC236}">
                <a16:creationId xmlns:a16="http://schemas.microsoft.com/office/drawing/2014/main" id="{279793F3-457E-8225-D0BD-BDB1159F460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98A463-248B-55C6-3F2A-4F20C302AF06}"/>
              </a:ext>
            </a:extLst>
          </p:cNvPr>
          <p:cNvSpPr>
            <a:spLocks noGrp="1"/>
          </p:cNvSpPr>
          <p:nvPr>
            <p:ph type="sldNum" sz="quarter" idx="12"/>
          </p:nvPr>
        </p:nvSpPr>
        <p:spPr/>
        <p:txBody>
          <a:bodyPr/>
          <a:lstStyle/>
          <a:p>
            <a:fld id="{824CE940-E502-0D4E-9E7F-93B1604BD65A}" type="slidenum">
              <a:rPr lang="en-US" smtClean="0"/>
              <a:t>‹#›</a:t>
            </a:fld>
            <a:endParaRPr lang="en-US"/>
          </a:p>
        </p:txBody>
      </p:sp>
      <p:sp>
        <p:nvSpPr>
          <p:cNvPr id="6" name="TextBox 5">
            <a:extLst>
              <a:ext uri="{FF2B5EF4-FFF2-40B4-BE49-F238E27FC236}">
                <a16:creationId xmlns:a16="http://schemas.microsoft.com/office/drawing/2014/main" id="{B1CC721B-9B69-C783-FD3F-776B942EF97F}"/>
              </a:ext>
            </a:extLst>
          </p:cNvPr>
          <p:cNvSpPr txBox="1"/>
          <p:nvPr userDrawn="1"/>
        </p:nvSpPr>
        <p:spPr>
          <a:xfrm>
            <a:off x="3638550" y="6852049"/>
            <a:ext cx="27857450" cy="5401479"/>
          </a:xfrm>
          <a:prstGeom prst="rect">
            <a:avLst/>
          </a:prstGeom>
          <a:noFill/>
        </p:spPr>
        <p:txBody>
          <a:bodyPr wrap="square" rtlCol="0">
            <a:spAutoFit/>
          </a:bodyPr>
          <a:lstStyle/>
          <a:p>
            <a:r>
              <a:rPr lang="en-US" sz="11500"/>
              <a:t>To save, go to File -&gt; Export…</a:t>
            </a:r>
          </a:p>
          <a:p>
            <a:r>
              <a:rPr lang="en-US" sz="11500"/>
              <a:t>When the save box opens, make sure the file format is PDF</a:t>
            </a:r>
          </a:p>
        </p:txBody>
      </p:sp>
      <p:pic>
        <p:nvPicPr>
          <p:cNvPr id="8" name="Picture 7" descr="A screenshot of a computer&#10;&#10;AI-generated content may be incorrect.">
            <a:extLst>
              <a:ext uri="{FF2B5EF4-FFF2-40B4-BE49-F238E27FC236}">
                <a16:creationId xmlns:a16="http://schemas.microsoft.com/office/drawing/2014/main" id="{7F531695-7B9B-931C-C583-C0C7A4E10F00}"/>
              </a:ext>
            </a:extLst>
          </p:cNvPr>
          <p:cNvPicPr>
            <a:picLocks noChangeAspect="1"/>
          </p:cNvPicPr>
          <p:nvPr userDrawn="1"/>
        </p:nvPicPr>
        <p:blipFill>
          <a:blip r:embed="rId2"/>
          <a:stretch>
            <a:fillRect/>
          </a:stretch>
        </p:blipFill>
        <p:spPr>
          <a:xfrm>
            <a:off x="15604358" y="13787814"/>
            <a:ext cx="18457042" cy="15201891"/>
          </a:xfrm>
          <a:prstGeom prst="rect">
            <a:avLst/>
          </a:prstGeom>
        </p:spPr>
      </p:pic>
      <p:sp>
        <p:nvSpPr>
          <p:cNvPr id="10" name="Oval 9">
            <a:extLst>
              <a:ext uri="{FF2B5EF4-FFF2-40B4-BE49-F238E27FC236}">
                <a16:creationId xmlns:a16="http://schemas.microsoft.com/office/drawing/2014/main" id="{7F6017FB-54E2-8B05-2058-6BDBBB1D3E11}"/>
              </a:ext>
            </a:extLst>
          </p:cNvPr>
          <p:cNvSpPr/>
          <p:nvPr userDrawn="1"/>
        </p:nvSpPr>
        <p:spPr>
          <a:xfrm>
            <a:off x="15604358" y="23238313"/>
            <a:ext cx="9467850" cy="1676400"/>
          </a:xfrm>
          <a:prstGeom prst="ellipse">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screenshot of a phone&#10;&#10;AI-generated content may be incorrect.">
            <a:extLst>
              <a:ext uri="{FF2B5EF4-FFF2-40B4-BE49-F238E27FC236}">
                <a16:creationId xmlns:a16="http://schemas.microsoft.com/office/drawing/2014/main" id="{15E7CE0A-05A1-1633-4F05-E2BAB0C10482}"/>
              </a:ext>
            </a:extLst>
          </p:cNvPr>
          <p:cNvPicPr>
            <a:picLocks noChangeAspect="1"/>
          </p:cNvPicPr>
          <p:nvPr userDrawn="1"/>
        </p:nvPicPr>
        <p:blipFill>
          <a:blip r:embed="rId3"/>
          <a:stretch>
            <a:fillRect/>
          </a:stretch>
        </p:blipFill>
        <p:spPr>
          <a:xfrm>
            <a:off x="3020463" y="13787814"/>
            <a:ext cx="11153649" cy="13694986"/>
          </a:xfrm>
          <a:prstGeom prst="rect">
            <a:avLst/>
          </a:prstGeom>
        </p:spPr>
      </p:pic>
      <p:sp>
        <p:nvSpPr>
          <p:cNvPr id="13" name="TextBox 12">
            <a:extLst>
              <a:ext uri="{FF2B5EF4-FFF2-40B4-BE49-F238E27FC236}">
                <a16:creationId xmlns:a16="http://schemas.microsoft.com/office/drawing/2014/main" id="{8A6F063D-B6B9-5B99-53EC-568998113DE0}"/>
              </a:ext>
            </a:extLst>
          </p:cNvPr>
          <p:cNvSpPr txBox="1"/>
          <p:nvPr userDrawn="1"/>
        </p:nvSpPr>
        <p:spPr>
          <a:xfrm>
            <a:off x="3020464" y="2664844"/>
            <a:ext cx="25925623" cy="3154710"/>
          </a:xfrm>
          <a:prstGeom prst="rect">
            <a:avLst/>
          </a:prstGeom>
          <a:noFill/>
        </p:spPr>
        <p:txBody>
          <a:bodyPr wrap="none" rtlCol="0">
            <a:spAutoFit/>
          </a:bodyPr>
          <a:lstStyle/>
          <a:p>
            <a:r>
              <a:rPr lang="en-US" sz="19900" b="1"/>
              <a:t>READ BEFORE YOU SAVE</a:t>
            </a:r>
          </a:p>
        </p:txBody>
      </p:sp>
    </p:spTree>
    <p:extLst>
      <p:ext uri="{BB962C8B-B14F-4D97-AF65-F5344CB8AC3E}">
        <p14:creationId xmlns:p14="http://schemas.microsoft.com/office/powerpoint/2010/main" val="360838531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5" Type="http://schemas.openxmlformats.org/officeDocument/2006/relationships/theme" Target="../theme/theme3.xml"/><Relationship Id="rId4" Type="http://schemas.openxmlformats.org/officeDocument/2006/relationships/slideLayout" Target="../slideLayouts/slideLayout12.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5" Type="http://schemas.openxmlformats.org/officeDocument/2006/relationships/theme" Target="../theme/theme4.xml"/><Relationship Id="rId4" Type="http://schemas.openxmlformats.org/officeDocument/2006/relationships/slideLayout" Target="../slideLayouts/slideLayout16.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5" Type="http://schemas.openxmlformats.org/officeDocument/2006/relationships/theme" Target="../theme/theme5.xml"/><Relationship Id="rId4" Type="http://schemas.openxmlformats.org/officeDocument/2006/relationships/slideLayout" Target="../slideLayouts/slideLayout20.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5" Type="http://schemas.openxmlformats.org/officeDocument/2006/relationships/theme" Target="../theme/theme6.xml"/><Relationship Id="rId4" Type="http://schemas.openxmlformats.org/officeDocument/2006/relationships/slideLayout" Target="../slideLayouts/slideLayout24.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slideLayout" Target="../slideLayouts/slideLayout26.xml"/><Relationship Id="rId1" Type="http://schemas.openxmlformats.org/officeDocument/2006/relationships/slideLayout" Target="../slideLayouts/slideLayout25.xml"/><Relationship Id="rId5" Type="http://schemas.openxmlformats.org/officeDocument/2006/relationships/theme" Target="../theme/theme7.xml"/><Relationship Id="rId4" Type="http://schemas.openxmlformats.org/officeDocument/2006/relationships/slideLayout" Target="../slideLayouts/slideLayout28.xml"/></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slideLayout" Target="../slideLayouts/slideLayout30.xml"/><Relationship Id="rId1" Type="http://schemas.openxmlformats.org/officeDocument/2006/relationships/slideLayout" Target="../slideLayouts/slideLayout29.xml"/><Relationship Id="rId5" Type="http://schemas.openxmlformats.org/officeDocument/2006/relationships/theme" Target="../theme/theme8.xml"/><Relationship Id="rId4" Type="http://schemas.openxmlformats.org/officeDocument/2006/relationships/slideLayout" Target="../slideLayouts/slideLayout32.xml"/></Relationships>
</file>

<file path=ppt/slideMasters/_rels/slideMaster9.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slideLayout" Target="../slideLayouts/slideLayout34.xml"/><Relationship Id="rId1" Type="http://schemas.openxmlformats.org/officeDocument/2006/relationships/slideLayout" Target="../slideLayouts/slideLayout33.xml"/><Relationship Id="rId5" Type="http://schemas.openxmlformats.org/officeDocument/2006/relationships/theme" Target="../theme/theme9.xml"/><Relationship Id="rId4" Type="http://schemas.openxmlformats.org/officeDocument/2006/relationships/slideLayout" Target="../slideLayouts/slideLayout36.xml"/></Relationships>
</file>

<file path=ppt/slideMasters/_rels/slideMaster10.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slideLayout" Target="../slideLayouts/slideLayout38.xml"/><Relationship Id="rId1" Type="http://schemas.openxmlformats.org/officeDocument/2006/relationships/slideLayout" Target="../slideLayouts/slideLayout37.xml"/><Relationship Id="rId4" Type="http://schemas.openxmlformats.org/officeDocument/2006/relationships/theme" Target="../theme/theme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1752607"/>
            <a:ext cx="31546800" cy="6362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514600" y="8763000"/>
            <a:ext cx="31546800" cy="2088642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514600" y="30510487"/>
            <a:ext cx="8229600" cy="1752600"/>
          </a:xfrm>
          <a:prstGeom prst="rect">
            <a:avLst/>
          </a:prstGeom>
        </p:spPr>
        <p:txBody>
          <a:bodyPr vert="horz" lIns="91440" tIns="45720" rIns="91440" bIns="45720" rtlCol="0" anchor="ctr"/>
          <a:lstStyle>
            <a:lvl1pPr algn="l">
              <a:defRPr sz="4800">
                <a:solidFill>
                  <a:schemeClr val="tx1">
                    <a:tint val="75000"/>
                  </a:schemeClr>
                </a:solidFill>
              </a:defRPr>
            </a:lvl1pPr>
          </a:lstStyle>
          <a:p>
            <a:fld id="{4B892872-8902-EB46-B962-9D801E5737EE}" type="datetimeFigureOut">
              <a:rPr lang="en-US" smtClean="0"/>
              <a:t>10/22/2025</a:t>
            </a:fld>
            <a:endParaRPr lang="en-US"/>
          </a:p>
        </p:txBody>
      </p:sp>
      <p:sp>
        <p:nvSpPr>
          <p:cNvPr id="5" name="Footer Placeholder 4"/>
          <p:cNvSpPr>
            <a:spLocks noGrp="1"/>
          </p:cNvSpPr>
          <p:nvPr>
            <p:ph type="ftr" sz="quarter" idx="3"/>
          </p:nvPr>
        </p:nvSpPr>
        <p:spPr>
          <a:xfrm>
            <a:off x="12115800" y="30510487"/>
            <a:ext cx="12344400" cy="1752600"/>
          </a:xfrm>
          <a:prstGeom prst="rect">
            <a:avLst/>
          </a:prstGeom>
        </p:spPr>
        <p:txBody>
          <a:bodyPr vert="horz" lIns="91440" tIns="45720" rIns="91440" bIns="45720" rtlCol="0" anchor="ctr"/>
          <a:lstStyle>
            <a:lvl1pPr algn="ctr">
              <a:defRPr sz="4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5831800" y="30510487"/>
            <a:ext cx="8229600" cy="1752600"/>
          </a:xfrm>
          <a:prstGeom prst="rect">
            <a:avLst/>
          </a:prstGeom>
        </p:spPr>
        <p:txBody>
          <a:bodyPr vert="horz" lIns="91440" tIns="45720" rIns="91440" bIns="45720" rtlCol="0" anchor="ctr"/>
          <a:lstStyle>
            <a:lvl1pPr algn="r">
              <a:defRPr sz="4800">
                <a:solidFill>
                  <a:schemeClr val="tx1">
                    <a:tint val="75000"/>
                  </a:schemeClr>
                </a:solidFill>
              </a:defRPr>
            </a:lvl1pPr>
          </a:lstStyle>
          <a:p>
            <a:fld id="{824CE940-E502-0D4E-9E7F-93B1604BD65A}" type="slidenum">
              <a:rPr lang="en-US" smtClean="0"/>
              <a:t>‹#›</a:t>
            </a:fld>
            <a:endParaRPr lang="en-US"/>
          </a:p>
        </p:txBody>
      </p:sp>
    </p:spTree>
    <p:extLst>
      <p:ext uri="{BB962C8B-B14F-4D97-AF65-F5344CB8AC3E}">
        <p14:creationId xmlns:p14="http://schemas.microsoft.com/office/powerpoint/2010/main" val="55770346"/>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Lst>
  <p:txStyles>
    <p:titleStyle>
      <a:lvl1pPr algn="l" defTabSz="3657600" rtl="0" eaLnBrk="1" latinLnBrk="0" hangingPunct="1">
        <a:lnSpc>
          <a:spcPct val="90000"/>
        </a:lnSpc>
        <a:spcBef>
          <a:spcPct val="0"/>
        </a:spcBef>
        <a:buNone/>
        <a:defRPr sz="9600" b="0" i="0" kern="1200">
          <a:solidFill>
            <a:schemeClr val="tx1"/>
          </a:solidFill>
          <a:latin typeface="Arial Nova Cond" panose="020B0506020202020204" pitchFamily="34" charset="0"/>
          <a:ea typeface="+mj-ea"/>
          <a:cs typeface="+mj-cs"/>
        </a:defRPr>
      </a:lvl1pPr>
    </p:titleStyle>
    <p:bodyStyle>
      <a:lvl1pPr marL="914400" indent="-914400" algn="l" defTabSz="3657600" rtl="0" eaLnBrk="1" latinLnBrk="0" hangingPunct="1">
        <a:lnSpc>
          <a:spcPct val="90000"/>
        </a:lnSpc>
        <a:spcBef>
          <a:spcPts val="4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1pPr>
      <a:lvl2pPr marL="27432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2pPr>
      <a:lvl3pPr marL="45720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3pPr>
      <a:lvl4pPr marL="64008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4pPr>
      <a:lvl5pPr marL="82296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5pPr>
      <a:lvl6pPr marL="100584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6pPr>
      <a:lvl7pPr marL="118872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7pPr>
      <a:lvl8pPr marL="137160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8pPr>
      <a:lvl9pPr marL="15544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9pPr>
    </p:bodyStyle>
    <p:otherStyle>
      <a:defPPr>
        <a:defRPr lang="en-US"/>
      </a:defPPr>
      <a:lvl1pPr marL="0" algn="l" defTabSz="3657600" rtl="0" eaLnBrk="1" latinLnBrk="0" hangingPunct="1">
        <a:defRPr sz="7200" kern="1200">
          <a:solidFill>
            <a:schemeClr val="tx1"/>
          </a:solidFill>
          <a:latin typeface="+mn-lt"/>
          <a:ea typeface="+mn-ea"/>
          <a:cs typeface="+mn-cs"/>
        </a:defRPr>
      </a:lvl1pPr>
      <a:lvl2pPr marL="1828800" algn="l" defTabSz="3657600" rtl="0" eaLnBrk="1" latinLnBrk="0" hangingPunct="1">
        <a:defRPr sz="7200" kern="1200">
          <a:solidFill>
            <a:schemeClr val="tx1"/>
          </a:solidFill>
          <a:latin typeface="+mn-lt"/>
          <a:ea typeface="+mn-ea"/>
          <a:cs typeface="+mn-cs"/>
        </a:defRPr>
      </a:lvl2pPr>
      <a:lvl3pPr marL="3657600" algn="l" defTabSz="3657600" rtl="0" eaLnBrk="1" latinLnBrk="0" hangingPunct="1">
        <a:defRPr sz="7200" kern="1200">
          <a:solidFill>
            <a:schemeClr val="tx1"/>
          </a:solidFill>
          <a:latin typeface="+mn-lt"/>
          <a:ea typeface="+mn-ea"/>
          <a:cs typeface="+mn-cs"/>
        </a:defRPr>
      </a:lvl3pPr>
      <a:lvl4pPr marL="5486400" algn="l" defTabSz="3657600" rtl="0" eaLnBrk="1" latinLnBrk="0" hangingPunct="1">
        <a:defRPr sz="7200" kern="1200">
          <a:solidFill>
            <a:schemeClr val="tx1"/>
          </a:solidFill>
          <a:latin typeface="+mn-lt"/>
          <a:ea typeface="+mn-ea"/>
          <a:cs typeface="+mn-cs"/>
        </a:defRPr>
      </a:lvl4pPr>
      <a:lvl5pPr marL="7315200" algn="l" defTabSz="3657600" rtl="0" eaLnBrk="1" latinLnBrk="0" hangingPunct="1">
        <a:defRPr sz="7200" kern="1200">
          <a:solidFill>
            <a:schemeClr val="tx1"/>
          </a:solidFill>
          <a:latin typeface="+mn-lt"/>
          <a:ea typeface="+mn-ea"/>
          <a:cs typeface="+mn-cs"/>
        </a:defRPr>
      </a:lvl5pPr>
      <a:lvl6pPr marL="9144000" algn="l" defTabSz="3657600" rtl="0" eaLnBrk="1" latinLnBrk="0" hangingPunct="1">
        <a:defRPr sz="7200" kern="1200">
          <a:solidFill>
            <a:schemeClr val="tx1"/>
          </a:solidFill>
          <a:latin typeface="+mn-lt"/>
          <a:ea typeface="+mn-ea"/>
          <a:cs typeface="+mn-cs"/>
        </a:defRPr>
      </a:lvl6pPr>
      <a:lvl7pPr marL="10972800" algn="l" defTabSz="3657600" rtl="0" eaLnBrk="1" latinLnBrk="0" hangingPunct="1">
        <a:defRPr sz="7200" kern="1200">
          <a:solidFill>
            <a:schemeClr val="tx1"/>
          </a:solidFill>
          <a:latin typeface="+mn-lt"/>
          <a:ea typeface="+mn-ea"/>
          <a:cs typeface="+mn-cs"/>
        </a:defRPr>
      </a:lvl7pPr>
      <a:lvl8pPr marL="12801600" algn="l" defTabSz="3657600" rtl="0" eaLnBrk="1" latinLnBrk="0" hangingPunct="1">
        <a:defRPr sz="7200" kern="1200">
          <a:solidFill>
            <a:schemeClr val="tx1"/>
          </a:solidFill>
          <a:latin typeface="+mn-lt"/>
          <a:ea typeface="+mn-ea"/>
          <a:cs typeface="+mn-cs"/>
        </a:defRPr>
      </a:lvl8pPr>
      <a:lvl9pPr marL="14630400" algn="l" defTabSz="3657600" rtl="0" eaLnBrk="1" latinLnBrk="0" hangingPunct="1">
        <a:defRPr sz="72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368" userDrawn="1">
          <p15:clr>
            <a:srgbClr val="F26B43"/>
          </p15:clr>
        </p15:guide>
        <p15:guide id="2" pos="115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1752607"/>
            <a:ext cx="31546800" cy="6362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514600" y="8763000"/>
            <a:ext cx="31546800" cy="2088642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514600" y="30510487"/>
            <a:ext cx="8229600" cy="1752600"/>
          </a:xfrm>
          <a:prstGeom prst="rect">
            <a:avLst/>
          </a:prstGeom>
        </p:spPr>
        <p:txBody>
          <a:bodyPr vert="horz" lIns="91440" tIns="45720" rIns="91440" bIns="45720" rtlCol="0" anchor="ctr"/>
          <a:lstStyle>
            <a:lvl1pPr algn="l">
              <a:defRPr sz="4800">
                <a:solidFill>
                  <a:schemeClr val="tx1">
                    <a:tint val="75000"/>
                  </a:schemeClr>
                </a:solidFill>
              </a:defRPr>
            </a:lvl1pPr>
          </a:lstStyle>
          <a:p>
            <a:fld id="{4B892872-8902-EB46-B962-9D801E5737EE}" type="datetimeFigureOut">
              <a:rPr lang="en-US" smtClean="0"/>
              <a:t>10/22/2025</a:t>
            </a:fld>
            <a:endParaRPr lang="en-US"/>
          </a:p>
        </p:txBody>
      </p:sp>
      <p:sp>
        <p:nvSpPr>
          <p:cNvPr id="5" name="Footer Placeholder 4"/>
          <p:cNvSpPr>
            <a:spLocks noGrp="1"/>
          </p:cNvSpPr>
          <p:nvPr>
            <p:ph type="ftr" sz="quarter" idx="3"/>
          </p:nvPr>
        </p:nvSpPr>
        <p:spPr>
          <a:xfrm>
            <a:off x="12115800" y="30510487"/>
            <a:ext cx="12344400" cy="1752600"/>
          </a:xfrm>
          <a:prstGeom prst="rect">
            <a:avLst/>
          </a:prstGeom>
        </p:spPr>
        <p:txBody>
          <a:bodyPr vert="horz" lIns="91440" tIns="45720" rIns="91440" bIns="45720" rtlCol="0" anchor="ctr"/>
          <a:lstStyle>
            <a:lvl1pPr algn="ctr">
              <a:defRPr sz="4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5831800" y="30510487"/>
            <a:ext cx="8229600" cy="1752600"/>
          </a:xfrm>
          <a:prstGeom prst="rect">
            <a:avLst/>
          </a:prstGeom>
        </p:spPr>
        <p:txBody>
          <a:bodyPr vert="horz" lIns="91440" tIns="45720" rIns="91440" bIns="45720" rtlCol="0" anchor="ctr"/>
          <a:lstStyle>
            <a:lvl1pPr algn="r">
              <a:defRPr sz="4800">
                <a:solidFill>
                  <a:schemeClr val="tx1">
                    <a:tint val="75000"/>
                  </a:schemeClr>
                </a:solidFill>
              </a:defRPr>
            </a:lvl1pPr>
          </a:lstStyle>
          <a:p>
            <a:fld id="{824CE940-E502-0D4E-9E7F-93B1604BD65A}" type="slidenum">
              <a:rPr lang="en-US" smtClean="0"/>
              <a:t>‹#›</a:t>
            </a:fld>
            <a:endParaRPr lang="en-US"/>
          </a:p>
        </p:txBody>
      </p:sp>
    </p:spTree>
    <p:extLst>
      <p:ext uri="{BB962C8B-B14F-4D97-AF65-F5344CB8AC3E}">
        <p14:creationId xmlns:p14="http://schemas.microsoft.com/office/powerpoint/2010/main" val="2776926359"/>
      </p:ext>
    </p:extLst>
  </p:cSld>
  <p:clrMap bg1="lt1" tx1="dk1" bg2="lt2" tx2="dk2" accent1="accent1" accent2="accent2" accent3="accent3" accent4="accent4" accent5="accent5" accent6="accent6" hlink="hlink" folHlink="folHlink"/>
  <p:sldLayoutIdLst>
    <p:sldLayoutId id="2147483874" r:id="rId1"/>
    <p:sldLayoutId id="2147483875" r:id="rId2"/>
    <p:sldLayoutId id="2147483876" r:id="rId3"/>
    <p:sldLayoutId id="2147483877" r:id="rId4"/>
  </p:sldLayoutIdLst>
  <p:txStyles>
    <p:titleStyle>
      <a:lvl1pPr algn="l" defTabSz="3657600" rtl="0" eaLnBrk="1" latinLnBrk="0" hangingPunct="1">
        <a:lnSpc>
          <a:spcPct val="90000"/>
        </a:lnSpc>
        <a:spcBef>
          <a:spcPct val="0"/>
        </a:spcBef>
        <a:buNone/>
        <a:defRPr sz="9600" b="0" i="0" kern="1200">
          <a:solidFill>
            <a:schemeClr val="tx1"/>
          </a:solidFill>
          <a:latin typeface="Arial Nova Cond" panose="020B0506020202020204" pitchFamily="34" charset="0"/>
          <a:ea typeface="+mj-ea"/>
          <a:cs typeface="+mj-cs"/>
        </a:defRPr>
      </a:lvl1pPr>
    </p:titleStyle>
    <p:bodyStyle>
      <a:lvl1pPr marL="914400" indent="-914400" algn="l" defTabSz="3657600" rtl="0" eaLnBrk="1" latinLnBrk="0" hangingPunct="1">
        <a:lnSpc>
          <a:spcPct val="90000"/>
        </a:lnSpc>
        <a:spcBef>
          <a:spcPts val="4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1pPr>
      <a:lvl2pPr marL="27432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2pPr>
      <a:lvl3pPr marL="45720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3pPr>
      <a:lvl4pPr marL="64008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4pPr>
      <a:lvl5pPr marL="82296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5pPr>
      <a:lvl6pPr marL="100584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6pPr>
      <a:lvl7pPr marL="118872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7pPr>
      <a:lvl8pPr marL="137160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8pPr>
      <a:lvl9pPr marL="15544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9pPr>
    </p:bodyStyle>
    <p:otherStyle>
      <a:defPPr>
        <a:defRPr lang="en-US"/>
      </a:defPPr>
      <a:lvl1pPr marL="0" algn="l" defTabSz="3657600" rtl="0" eaLnBrk="1" latinLnBrk="0" hangingPunct="1">
        <a:defRPr sz="7200" kern="1200">
          <a:solidFill>
            <a:schemeClr val="tx1"/>
          </a:solidFill>
          <a:latin typeface="+mn-lt"/>
          <a:ea typeface="+mn-ea"/>
          <a:cs typeface="+mn-cs"/>
        </a:defRPr>
      </a:lvl1pPr>
      <a:lvl2pPr marL="1828800" algn="l" defTabSz="3657600" rtl="0" eaLnBrk="1" latinLnBrk="0" hangingPunct="1">
        <a:defRPr sz="7200" kern="1200">
          <a:solidFill>
            <a:schemeClr val="tx1"/>
          </a:solidFill>
          <a:latin typeface="+mn-lt"/>
          <a:ea typeface="+mn-ea"/>
          <a:cs typeface="+mn-cs"/>
        </a:defRPr>
      </a:lvl2pPr>
      <a:lvl3pPr marL="3657600" algn="l" defTabSz="3657600" rtl="0" eaLnBrk="1" latinLnBrk="0" hangingPunct="1">
        <a:defRPr sz="7200" kern="1200">
          <a:solidFill>
            <a:schemeClr val="tx1"/>
          </a:solidFill>
          <a:latin typeface="+mn-lt"/>
          <a:ea typeface="+mn-ea"/>
          <a:cs typeface="+mn-cs"/>
        </a:defRPr>
      </a:lvl3pPr>
      <a:lvl4pPr marL="5486400" algn="l" defTabSz="3657600" rtl="0" eaLnBrk="1" latinLnBrk="0" hangingPunct="1">
        <a:defRPr sz="7200" kern="1200">
          <a:solidFill>
            <a:schemeClr val="tx1"/>
          </a:solidFill>
          <a:latin typeface="+mn-lt"/>
          <a:ea typeface="+mn-ea"/>
          <a:cs typeface="+mn-cs"/>
        </a:defRPr>
      </a:lvl4pPr>
      <a:lvl5pPr marL="7315200" algn="l" defTabSz="3657600" rtl="0" eaLnBrk="1" latinLnBrk="0" hangingPunct="1">
        <a:defRPr sz="7200" kern="1200">
          <a:solidFill>
            <a:schemeClr val="tx1"/>
          </a:solidFill>
          <a:latin typeface="+mn-lt"/>
          <a:ea typeface="+mn-ea"/>
          <a:cs typeface="+mn-cs"/>
        </a:defRPr>
      </a:lvl5pPr>
      <a:lvl6pPr marL="9144000" algn="l" defTabSz="3657600" rtl="0" eaLnBrk="1" latinLnBrk="0" hangingPunct="1">
        <a:defRPr sz="7200" kern="1200">
          <a:solidFill>
            <a:schemeClr val="tx1"/>
          </a:solidFill>
          <a:latin typeface="+mn-lt"/>
          <a:ea typeface="+mn-ea"/>
          <a:cs typeface="+mn-cs"/>
        </a:defRPr>
      </a:lvl6pPr>
      <a:lvl7pPr marL="10972800" algn="l" defTabSz="3657600" rtl="0" eaLnBrk="1" latinLnBrk="0" hangingPunct="1">
        <a:defRPr sz="7200" kern="1200">
          <a:solidFill>
            <a:schemeClr val="tx1"/>
          </a:solidFill>
          <a:latin typeface="+mn-lt"/>
          <a:ea typeface="+mn-ea"/>
          <a:cs typeface="+mn-cs"/>
        </a:defRPr>
      </a:lvl7pPr>
      <a:lvl8pPr marL="12801600" algn="l" defTabSz="3657600" rtl="0" eaLnBrk="1" latinLnBrk="0" hangingPunct="1">
        <a:defRPr sz="7200" kern="1200">
          <a:solidFill>
            <a:schemeClr val="tx1"/>
          </a:solidFill>
          <a:latin typeface="+mn-lt"/>
          <a:ea typeface="+mn-ea"/>
          <a:cs typeface="+mn-cs"/>
        </a:defRPr>
      </a:lvl8pPr>
      <a:lvl9pPr marL="14630400" algn="l" defTabSz="3657600" rtl="0" eaLnBrk="1" latinLnBrk="0" hangingPunct="1">
        <a:defRPr sz="72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1752607"/>
            <a:ext cx="31546800" cy="6362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514600" y="8763000"/>
            <a:ext cx="31546800" cy="2088642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514600" y="30510487"/>
            <a:ext cx="8229600" cy="1752600"/>
          </a:xfrm>
          <a:prstGeom prst="rect">
            <a:avLst/>
          </a:prstGeom>
        </p:spPr>
        <p:txBody>
          <a:bodyPr vert="horz" lIns="91440" tIns="45720" rIns="91440" bIns="45720" rtlCol="0" anchor="ctr"/>
          <a:lstStyle>
            <a:lvl1pPr algn="l">
              <a:defRPr sz="4800">
                <a:solidFill>
                  <a:schemeClr val="tx1">
                    <a:tint val="75000"/>
                  </a:schemeClr>
                </a:solidFill>
              </a:defRPr>
            </a:lvl1pPr>
          </a:lstStyle>
          <a:p>
            <a:fld id="{4B892872-8902-EB46-B962-9D801E5737EE}" type="datetimeFigureOut">
              <a:rPr lang="en-US" smtClean="0"/>
              <a:t>10/22/2025</a:t>
            </a:fld>
            <a:endParaRPr lang="en-US"/>
          </a:p>
        </p:txBody>
      </p:sp>
      <p:sp>
        <p:nvSpPr>
          <p:cNvPr id="5" name="Footer Placeholder 4"/>
          <p:cNvSpPr>
            <a:spLocks noGrp="1"/>
          </p:cNvSpPr>
          <p:nvPr>
            <p:ph type="ftr" sz="quarter" idx="3"/>
          </p:nvPr>
        </p:nvSpPr>
        <p:spPr>
          <a:xfrm>
            <a:off x="12115800" y="30510487"/>
            <a:ext cx="12344400" cy="1752600"/>
          </a:xfrm>
          <a:prstGeom prst="rect">
            <a:avLst/>
          </a:prstGeom>
        </p:spPr>
        <p:txBody>
          <a:bodyPr vert="horz" lIns="91440" tIns="45720" rIns="91440" bIns="45720" rtlCol="0" anchor="ctr"/>
          <a:lstStyle>
            <a:lvl1pPr algn="ctr">
              <a:defRPr sz="4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5831800" y="30510487"/>
            <a:ext cx="8229600" cy="1752600"/>
          </a:xfrm>
          <a:prstGeom prst="rect">
            <a:avLst/>
          </a:prstGeom>
        </p:spPr>
        <p:txBody>
          <a:bodyPr vert="horz" lIns="91440" tIns="45720" rIns="91440" bIns="45720" rtlCol="0" anchor="ctr"/>
          <a:lstStyle>
            <a:lvl1pPr algn="r">
              <a:defRPr sz="4800">
                <a:solidFill>
                  <a:schemeClr val="tx1">
                    <a:tint val="75000"/>
                  </a:schemeClr>
                </a:solidFill>
              </a:defRPr>
            </a:lvl1pPr>
          </a:lstStyle>
          <a:p>
            <a:fld id="{824CE940-E502-0D4E-9E7F-93B1604BD65A}" type="slidenum">
              <a:rPr lang="en-US" smtClean="0"/>
              <a:t>‹#›</a:t>
            </a:fld>
            <a:endParaRPr lang="en-US"/>
          </a:p>
        </p:txBody>
      </p:sp>
    </p:spTree>
    <p:extLst>
      <p:ext uri="{BB962C8B-B14F-4D97-AF65-F5344CB8AC3E}">
        <p14:creationId xmlns:p14="http://schemas.microsoft.com/office/powerpoint/2010/main" val="4257074804"/>
      </p:ext>
    </p:extLst>
  </p:cSld>
  <p:clrMap bg1="lt1" tx1="dk1" bg2="lt2" tx2="dk2" accent1="accent1" accent2="accent2" accent3="accent3" accent4="accent4" accent5="accent5" accent6="accent6" hlink="hlink" folHlink="folHlink"/>
  <p:sldLayoutIdLst>
    <p:sldLayoutId id="2147483789" r:id="rId1"/>
    <p:sldLayoutId id="2147483790" r:id="rId2"/>
    <p:sldLayoutId id="2147483791" r:id="rId3"/>
    <p:sldLayoutId id="2147483792" r:id="rId4"/>
  </p:sldLayoutIdLst>
  <p:txStyles>
    <p:titleStyle>
      <a:lvl1pPr algn="l" defTabSz="3657600" rtl="0" eaLnBrk="1" latinLnBrk="0" hangingPunct="1">
        <a:lnSpc>
          <a:spcPct val="90000"/>
        </a:lnSpc>
        <a:spcBef>
          <a:spcPct val="0"/>
        </a:spcBef>
        <a:buNone/>
        <a:defRPr sz="9600" b="0" i="0" kern="1200">
          <a:solidFill>
            <a:schemeClr val="tx1"/>
          </a:solidFill>
          <a:latin typeface="Arial Nova Cond" panose="020B0506020202020204" pitchFamily="34" charset="0"/>
          <a:ea typeface="+mj-ea"/>
          <a:cs typeface="+mj-cs"/>
        </a:defRPr>
      </a:lvl1pPr>
    </p:titleStyle>
    <p:bodyStyle>
      <a:lvl1pPr marL="914400" indent="-914400" algn="l" defTabSz="3657600" rtl="0" eaLnBrk="1" latinLnBrk="0" hangingPunct="1">
        <a:lnSpc>
          <a:spcPct val="90000"/>
        </a:lnSpc>
        <a:spcBef>
          <a:spcPts val="4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1pPr>
      <a:lvl2pPr marL="27432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2pPr>
      <a:lvl3pPr marL="45720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3pPr>
      <a:lvl4pPr marL="64008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4pPr>
      <a:lvl5pPr marL="82296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5pPr>
      <a:lvl6pPr marL="100584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6pPr>
      <a:lvl7pPr marL="118872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7pPr>
      <a:lvl8pPr marL="137160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8pPr>
      <a:lvl9pPr marL="15544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9pPr>
    </p:bodyStyle>
    <p:otherStyle>
      <a:defPPr>
        <a:defRPr lang="en-US"/>
      </a:defPPr>
      <a:lvl1pPr marL="0" algn="l" defTabSz="3657600" rtl="0" eaLnBrk="1" latinLnBrk="0" hangingPunct="1">
        <a:defRPr sz="7200" kern="1200">
          <a:solidFill>
            <a:schemeClr val="tx1"/>
          </a:solidFill>
          <a:latin typeface="+mn-lt"/>
          <a:ea typeface="+mn-ea"/>
          <a:cs typeface="+mn-cs"/>
        </a:defRPr>
      </a:lvl1pPr>
      <a:lvl2pPr marL="1828800" algn="l" defTabSz="3657600" rtl="0" eaLnBrk="1" latinLnBrk="0" hangingPunct="1">
        <a:defRPr sz="7200" kern="1200">
          <a:solidFill>
            <a:schemeClr val="tx1"/>
          </a:solidFill>
          <a:latin typeface="+mn-lt"/>
          <a:ea typeface="+mn-ea"/>
          <a:cs typeface="+mn-cs"/>
        </a:defRPr>
      </a:lvl2pPr>
      <a:lvl3pPr marL="3657600" algn="l" defTabSz="3657600" rtl="0" eaLnBrk="1" latinLnBrk="0" hangingPunct="1">
        <a:defRPr sz="7200" kern="1200">
          <a:solidFill>
            <a:schemeClr val="tx1"/>
          </a:solidFill>
          <a:latin typeface="+mn-lt"/>
          <a:ea typeface="+mn-ea"/>
          <a:cs typeface="+mn-cs"/>
        </a:defRPr>
      </a:lvl3pPr>
      <a:lvl4pPr marL="5486400" algn="l" defTabSz="3657600" rtl="0" eaLnBrk="1" latinLnBrk="0" hangingPunct="1">
        <a:defRPr sz="7200" kern="1200">
          <a:solidFill>
            <a:schemeClr val="tx1"/>
          </a:solidFill>
          <a:latin typeface="+mn-lt"/>
          <a:ea typeface="+mn-ea"/>
          <a:cs typeface="+mn-cs"/>
        </a:defRPr>
      </a:lvl4pPr>
      <a:lvl5pPr marL="7315200" algn="l" defTabSz="3657600" rtl="0" eaLnBrk="1" latinLnBrk="0" hangingPunct="1">
        <a:defRPr sz="7200" kern="1200">
          <a:solidFill>
            <a:schemeClr val="tx1"/>
          </a:solidFill>
          <a:latin typeface="+mn-lt"/>
          <a:ea typeface="+mn-ea"/>
          <a:cs typeface="+mn-cs"/>
        </a:defRPr>
      </a:lvl5pPr>
      <a:lvl6pPr marL="9144000" algn="l" defTabSz="3657600" rtl="0" eaLnBrk="1" latinLnBrk="0" hangingPunct="1">
        <a:defRPr sz="7200" kern="1200">
          <a:solidFill>
            <a:schemeClr val="tx1"/>
          </a:solidFill>
          <a:latin typeface="+mn-lt"/>
          <a:ea typeface="+mn-ea"/>
          <a:cs typeface="+mn-cs"/>
        </a:defRPr>
      </a:lvl6pPr>
      <a:lvl7pPr marL="10972800" algn="l" defTabSz="3657600" rtl="0" eaLnBrk="1" latinLnBrk="0" hangingPunct="1">
        <a:defRPr sz="7200" kern="1200">
          <a:solidFill>
            <a:schemeClr val="tx1"/>
          </a:solidFill>
          <a:latin typeface="+mn-lt"/>
          <a:ea typeface="+mn-ea"/>
          <a:cs typeface="+mn-cs"/>
        </a:defRPr>
      </a:lvl7pPr>
      <a:lvl8pPr marL="12801600" algn="l" defTabSz="3657600" rtl="0" eaLnBrk="1" latinLnBrk="0" hangingPunct="1">
        <a:defRPr sz="7200" kern="1200">
          <a:solidFill>
            <a:schemeClr val="tx1"/>
          </a:solidFill>
          <a:latin typeface="+mn-lt"/>
          <a:ea typeface="+mn-ea"/>
          <a:cs typeface="+mn-cs"/>
        </a:defRPr>
      </a:lvl8pPr>
      <a:lvl9pPr marL="14630400" algn="l" defTabSz="3657600" rtl="0" eaLnBrk="1" latinLnBrk="0" hangingPunct="1">
        <a:defRPr sz="72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1752607"/>
            <a:ext cx="31546800" cy="6362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514600" y="8763000"/>
            <a:ext cx="31546800" cy="2088642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514600" y="30510487"/>
            <a:ext cx="8229600" cy="1752600"/>
          </a:xfrm>
          <a:prstGeom prst="rect">
            <a:avLst/>
          </a:prstGeom>
        </p:spPr>
        <p:txBody>
          <a:bodyPr vert="horz" lIns="91440" tIns="45720" rIns="91440" bIns="45720" rtlCol="0" anchor="ctr"/>
          <a:lstStyle>
            <a:lvl1pPr algn="l">
              <a:defRPr sz="4800">
                <a:solidFill>
                  <a:schemeClr val="tx1">
                    <a:tint val="75000"/>
                  </a:schemeClr>
                </a:solidFill>
              </a:defRPr>
            </a:lvl1pPr>
          </a:lstStyle>
          <a:p>
            <a:fld id="{4B892872-8902-EB46-B962-9D801E5737EE}" type="datetimeFigureOut">
              <a:rPr lang="en-US" smtClean="0"/>
              <a:t>10/22/2025</a:t>
            </a:fld>
            <a:endParaRPr lang="en-US"/>
          </a:p>
        </p:txBody>
      </p:sp>
      <p:sp>
        <p:nvSpPr>
          <p:cNvPr id="5" name="Footer Placeholder 4"/>
          <p:cNvSpPr>
            <a:spLocks noGrp="1"/>
          </p:cNvSpPr>
          <p:nvPr>
            <p:ph type="ftr" sz="quarter" idx="3"/>
          </p:nvPr>
        </p:nvSpPr>
        <p:spPr>
          <a:xfrm>
            <a:off x="12115800" y="30510487"/>
            <a:ext cx="12344400" cy="1752600"/>
          </a:xfrm>
          <a:prstGeom prst="rect">
            <a:avLst/>
          </a:prstGeom>
        </p:spPr>
        <p:txBody>
          <a:bodyPr vert="horz" lIns="91440" tIns="45720" rIns="91440" bIns="45720" rtlCol="0" anchor="ctr"/>
          <a:lstStyle>
            <a:lvl1pPr algn="ctr">
              <a:defRPr sz="4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5831800" y="30510487"/>
            <a:ext cx="8229600" cy="1752600"/>
          </a:xfrm>
          <a:prstGeom prst="rect">
            <a:avLst/>
          </a:prstGeom>
        </p:spPr>
        <p:txBody>
          <a:bodyPr vert="horz" lIns="91440" tIns="45720" rIns="91440" bIns="45720" rtlCol="0" anchor="ctr"/>
          <a:lstStyle>
            <a:lvl1pPr algn="r">
              <a:defRPr sz="4800">
                <a:solidFill>
                  <a:schemeClr val="tx1">
                    <a:tint val="75000"/>
                  </a:schemeClr>
                </a:solidFill>
              </a:defRPr>
            </a:lvl1pPr>
          </a:lstStyle>
          <a:p>
            <a:fld id="{824CE940-E502-0D4E-9E7F-93B1604BD65A}" type="slidenum">
              <a:rPr lang="en-US" smtClean="0"/>
              <a:t>‹#›</a:t>
            </a:fld>
            <a:endParaRPr lang="en-US"/>
          </a:p>
        </p:txBody>
      </p:sp>
    </p:spTree>
    <p:extLst>
      <p:ext uri="{BB962C8B-B14F-4D97-AF65-F5344CB8AC3E}">
        <p14:creationId xmlns:p14="http://schemas.microsoft.com/office/powerpoint/2010/main" val="365852627"/>
      </p:ext>
    </p:extLst>
  </p:cSld>
  <p:clrMap bg1="lt1" tx1="dk1" bg2="lt2" tx2="dk2" accent1="accent1" accent2="accent2" accent3="accent3" accent4="accent4" accent5="accent5" accent6="accent6" hlink="hlink" folHlink="folHlink"/>
  <p:sldLayoutIdLst>
    <p:sldLayoutId id="2147483857" r:id="rId1"/>
    <p:sldLayoutId id="2147483858" r:id="rId2"/>
    <p:sldLayoutId id="2147483859" r:id="rId3"/>
    <p:sldLayoutId id="2147483860" r:id="rId4"/>
  </p:sldLayoutIdLst>
  <p:txStyles>
    <p:titleStyle>
      <a:lvl1pPr algn="l" defTabSz="3657600" rtl="0" eaLnBrk="1" latinLnBrk="0" hangingPunct="1">
        <a:lnSpc>
          <a:spcPct val="90000"/>
        </a:lnSpc>
        <a:spcBef>
          <a:spcPct val="0"/>
        </a:spcBef>
        <a:buNone/>
        <a:defRPr sz="9600" b="0" i="0" kern="1200">
          <a:solidFill>
            <a:schemeClr val="tx1"/>
          </a:solidFill>
          <a:latin typeface="Arial Nova Cond" panose="020B0506020202020204" pitchFamily="34" charset="0"/>
          <a:ea typeface="+mj-ea"/>
          <a:cs typeface="+mj-cs"/>
        </a:defRPr>
      </a:lvl1pPr>
    </p:titleStyle>
    <p:bodyStyle>
      <a:lvl1pPr marL="914400" indent="-914400" algn="l" defTabSz="3657600" rtl="0" eaLnBrk="1" latinLnBrk="0" hangingPunct="1">
        <a:lnSpc>
          <a:spcPct val="90000"/>
        </a:lnSpc>
        <a:spcBef>
          <a:spcPts val="4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1pPr>
      <a:lvl2pPr marL="27432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2pPr>
      <a:lvl3pPr marL="45720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3pPr>
      <a:lvl4pPr marL="64008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4pPr>
      <a:lvl5pPr marL="82296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5pPr>
      <a:lvl6pPr marL="100584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6pPr>
      <a:lvl7pPr marL="118872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7pPr>
      <a:lvl8pPr marL="137160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8pPr>
      <a:lvl9pPr marL="15544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9pPr>
    </p:bodyStyle>
    <p:otherStyle>
      <a:defPPr>
        <a:defRPr lang="en-US"/>
      </a:defPPr>
      <a:lvl1pPr marL="0" algn="l" defTabSz="3657600" rtl="0" eaLnBrk="1" latinLnBrk="0" hangingPunct="1">
        <a:defRPr sz="7200" kern="1200">
          <a:solidFill>
            <a:schemeClr val="tx1"/>
          </a:solidFill>
          <a:latin typeface="+mn-lt"/>
          <a:ea typeface="+mn-ea"/>
          <a:cs typeface="+mn-cs"/>
        </a:defRPr>
      </a:lvl1pPr>
      <a:lvl2pPr marL="1828800" algn="l" defTabSz="3657600" rtl="0" eaLnBrk="1" latinLnBrk="0" hangingPunct="1">
        <a:defRPr sz="7200" kern="1200">
          <a:solidFill>
            <a:schemeClr val="tx1"/>
          </a:solidFill>
          <a:latin typeface="+mn-lt"/>
          <a:ea typeface="+mn-ea"/>
          <a:cs typeface="+mn-cs"/>
        </a:defRPr>
      </a:lvl2pPr>
      <a:lvl3pPr marL="3657600" algn="l" defTabSz="3657600" rtl="0" eaLnBrk="1" latinLnBrk="0" hangingPunct="1">
        <a:defRPr sz="7200" kern="1200">
          <a:solidFill>
            <a:schemeClr val="tx1"/>
          </a:solidFill>
          <a:latin typeface="+mn-lt"/>
          <a:ea typeface="+mn-ea"/>
          <a:cs typeface="+mn-cs"/>
        </a:defRPr>
      </a:lvl3pPr>
      <a:lvl4pPr marL="5486400" algn="l" defTabSz="3657600" rtl="0" eaLnBrk="1" latinLnBrk="0" hangingPunct="1">
        <a:defRPr sz="7200" kern="1200">
          <a:solidFill>
            <a:schemeClr val="tx1"/>
          </a:solidFill>
          <a:latin typeface="+mn-lt"/>
          <a:ea typeface="+mn-ea"/>
          <a:cs typeface="+mn-cs"/>
        </a:defRPr>
      </a:lvl4pPr>
      <a:lvl5pPr marL="7315200" algn="l" defTabSz="3657600" rtl="0" eaLnBrk="1" latinLnBrk="0" hangingPunct="1">
        <a:defRPr sz="7200" kern="1200">
          <a:solidFill>
            <a:schemeClr val="tx1"/>
          </a:solidFill>
          <a:latin typeface="+mn-lt"/>
          <a:ea typeface="+mn-ea"/>
          <a:cs typeface="+mn-cs"/>
        </a:defRPr>
      </a:lvl5pPr>
      <a:lvl6pPr marL="9144000" algn="l" defTabSz="3657600" rtl="0" eaLnBrk="1" latinLnBrk="0" hangingPunct="1">
        <a:defRPr sz="7200" kern="1200">
          <a:solidFill>
            <a:schemeClr val="tx1"/>
          </a:solidFill>
          <a:latin typeface="+mn-lt"/>
          <a:ea typeface="+mn-ea"/>
          <a:cs typeface="+mn-cs"/>
        </a:defRPr>
      </a:lvl6pPr>
      <a:lvl7pPr marL="10972800" algn="l" defTabSz="3657600" rtl="0" eaLnBrk="1" latinLnBrk="0" hangingPunct="1">
        <a:defRPr sz="7200" kern="1200">
          <a:solidFill>
            <a:schemeClr val="tx1"/>
          </a:solidFill>
          <a:latin typeface="+mn-lt"/>
          <a:ea typeface="+mn-ea"/>
          <a:cs typeface="+mn-cs"/>
        </a:defRPr>
      </a:lvl7pPr>
      <a:lvl8pPr marL="12801600" algn="l" defTabSz="3657600" rtl="0" eaLnBrk="1" latinLnBrk="0" hangingPunct="1">
        <a:defRPr sz="7200" kern="1200">
          <a:solidFill>
            <a:schemeClr val="tx1"/>
          </a:solidFill>
          <a:latin typeface="+mn-lt"/>
          <a:ea typeface="+mn-ea"/>
          <a:cs typeface="+mn-cs"/>
        </a:defRPr>
      </a:lvl8pPr>
      <a:lvl9pPr marL="14630400" algn="l" defTabSz="3657600" rtl="0" eaLnBrk="1" latinLnBrk="0" hangingPunct="1">
        <a:defRPr sz="72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1752607"/>
            <a:ext cx="31546800" cy="6362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514600" y="8763000"/>
            <a:ext cx="31546800" cy="2088642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514600" y="30510487"/>
            <a:ext cx="8229600" cy="1752600"/>
          </a:xfrm>
          <a:prstGeom prst="rect">
            <a:avLst/>
          </a:prstGeom>
        </p:spPr>
        <p:txBody>
          <a:bodyPr vert="horz" lIns="91440" tIns="45720" rIns="91440" bIns="45720" rtlCol="0" anchor="ctr"/>
          <a:lstStyle>
            <a:lvl1pPr algn="l">
              <a:defRPr sz="4800">
                <a:solidFill>
                  <a:schemeClr val="tx1">
                    <a:tint val="75000"/>
                  </a:schemeClr>
                </a:solidFill>
              </a:defRPr>
            </a:lvl1pPr>
          </a:lstStyle>
          <a:p>
            <a:fld id="{4B892872-8902-EB46-B962-9D801E5737EE}" type="datetimeFigureOut">
              <a:rPr lang="en-US" smtClean="0"/>
              <a:t>10/22/2025</a:t>
            </a:fld>
            <a:endParaRPr lang="en-US"/>
          </a:p>
        </p:txBody>
      </p:sp>
      <p:sp>
        <p:nvSpPr>
          <p:cNvPr id="5" name="Footer Placeholder 4"/>
          <p:cNvSpPr>
            <a:spLocks noGrp="1"/>
          </p:cNvSpPr>
          <p:nvPr>
            <p:ph type="ftr" sz="quarter" idx="3"/>
          </p:nvPr>
        </p:nvSpPr>
        <p:spPr>
          <a:xfrm>
            <a:off x="12115800" y="30510487"/>
            <a:ext cx="12344400" cy="1752600"/>
          </a:xfrm>
          <a:prstGeom prst="rect">
            <a:avLst/>
          </a:prstGeom>
        </p:spPr>
        <p:txBody>
          <a:bodyPr vert="horz" lIns="91440" tIns="45720" rIns="91440" bIns="45720" rtlCol="0" anchor="ctr"/>
          <a:lstStyle>
            <a:lvl1pPr algn="ctr">
              <a:defRPr sz="4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5831800" y="30510487"/>
            <a:ext cx="8229600" cy="1752600"/>
          </a:xfrm>
          <a:prstGeom prst="rect">
            <a:avLst/>
          </a:prstGeom>
        </p:spPr>
        <p:txBody>
          <a:bodyPr vert="horz" lIns="91440" tIns="45720" rIns="91440" bIns="45720" rtlCol="0" anchor="ctr"/>
          <a:lstStyle>
            <a:lvl1pPr algn="r">
              <a:defRPr sz="4800">
                <a:solidFill>
                  <a:schemeClr val="tx1">
                    <a:tint val="75000"/>
                  </a:schemeClr>
                </a:solidFill>
              </a:defRPr>
            </a:lvl1pPr>
          </a:lstStyle>
          <a:p>
            <a:fld id="{824CE940-E502-0D4E-9E7F-93B1604BD65A}" type="slidenum">
              <a:rPr lang="en-US" smtClean="0"/>
              <a:t>‹#›</a:t>
            </a:fld>
            <a:endParaRPr lang="en-US"/>
          </a:p>
        </p:txBody>
      </p:sp>
    </p:spTree>
    <p:extLst>
      <p:ext uri="{BB962C8B-B14F-4D97-AF65-F5344CB8AC3E}">
        <p14:creationId xmlns:p14="http://schemas.microsoft.com/office/powerpoint/2010/main" val="2340906602"/>
      </p:ext>
    </p:extLst>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Lst>
  <p:txStyles>
    <p:titleStyle>
      <a:lvl1pPr algn="l" defTabSz="3657600" rtl="0" eaLnBrk="1" latinLnBrk="0" hangingPunct="1">
        <a:lnSpc>
          <a:spcPct val="90000"/>
        </a:lnSpc>
        <a:spcBef>
          <a:spcPct val="0"/>
        </a:spcBef>
        <a:buNone/>
        <a:defRPr sz="9600" b="0" i="0" kern="1200">
          <a:solidFill>
            <a:schemeClr val="tx1"/>
          </a:solidFill>
          <a:latin typeface="Arial Nova Cond" panose="020B0506020202020204" pitchFamily="34" charset="0"/>
          <a:ea typeface="+mj-ea"/>
          <a:cs typeface="+mj-cs"/>
        </a:defRPr>
      </a:lvl1pPr>
    </p:titleStyle>
    <p:bodyStyle>
      <a:lvl1pPr marL="914400" indent="-914400" algn="l" defTabSz="3657600" rtl="0" eaLnBrk="1" latinLnBrk="0" hangingPunct="1">
        <a:lnSpc>
          <a:spcPct val="90000"/>
        </a:lnSpc>
        <a:spcBef>
          <a:spcPts val="4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1pPr>
      <a:lvl2pPr marL="27432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2pPr>
      <a:lvl3pPr marL="45720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3pPr>
      <a:lvl4pPr marL="64008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4pPr>
      <a:lvl5pPr marL="82296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5pPr>
      <a:lvl6pPr marL="100584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6pPr>
      <a:lvl7pPr marL="118872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7pPr>
      <a:lvl8pPr marL="137160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8pPr>
      <a:lvl9pPr marL="15544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9pPr>
    </p:bodyStyle>
    <p:otherStyle>
      <a:defPPr>
        <a:defRPr lang="en-US"/>
      </a:defPPr>
      <a:lvl1pPr marL="0" algn="l" defTabSz="3657600" rtl="0" eaLnBrk="1" latinLnBrk="0" hangingPunct="1">
        <a:defRPr sz="7200" kern="1200">
          <a:solidFill>
            <a:schemeClr val="tx1"/>
          </a:solidFill>
          <a:latin typeface="+mn-lt"/>
          <a:ea typeface="+mn-ea"/>
          <a:cs typeface="+mn-cs"/>
        </a:defRPr>
      </a:lvl1pPr>
      <a:lvl2pPr marL="1828800" algn="l" defTabSz="3657600" rtl="0" eaLnBrk="1" latinLnBrk="0" hangingPunct="1">
        <a:defRPr sz="7200" kern="1200">
          <a:solidFill>
            <a:schemeClr val="tx1"/>
          </a:solidFill>
          <a:latin typeface="+mn-lt"/>
          <a:ea typeface="+mn-ea"/>
          <a:cs typeface="+mn-cs"/>
        </a:defRPr>
      </a:lvl2pPr>
      <a:lvl3pPr marL="3657600" algn="l" defTabSz="3657600" rtl="0" eaLnBrk="1" latinLnBrk="0" hangingPunct="1">
        <a:defRPr sz="7200" kern="1200">
          <a:solidFill>
            <a:schemeClr val="tx1"/>
          </a:solidFill>
          <a:latin typeface="+mn-lt"/>
          <a:ea typeface="+mn-ea"/>
          <a:cs typeface="+mn-cs"/>
        </a:defRPr>
      </a:lvl3pPr>
      <a:lvl4pPr marL="5486400" algn="l" defTabSz="3657600" rtl="0" eaLnBrk="1" latinLnBrk="0" hangingPunct="1">
        <a:defRPr sz="7200" kern="1200">
          <a:solidFill>
            <a:schemeClr val="tx1"/>
          </a:solidFill>
          <a:latin typeface="+mn-lt"/>
          <a:ea typeface="+mn-ea"/>
          <a:cs typeface="+mn-cs"/>
        </a:defRPr>
      </a:lvl4pPr>
      <a:lvl5pPr marL="7315200" algn="l" defTabSz="3657600" rtl="0" eaLnBrk="1" latinLnBrk="0" hangingPunct="1">
        <a:defRPr sz="7200" kern="1200">
          <a:solidFill>
            <a:schemeClr val="tx1"/>
          </a:solidFill>
          <a:latin typeface="+mn-lt"/>
          <a:ea typeface="+mn-ea"/>
          <a:cs typeface="+mn-cs"/>
        </a:defRPr>
      </a:lvl5pPr>
      <a:lvl6pPr marL="9144000" algn="l" defTabSz="3657600" rtl="0" eaLnBrk="1" latinLnBrk="0" hangingPunct="1">
        <a:defRPr sz="7200" kern="1200">
          <a:solidFill>
            <a:schemeClr val="tx1"/>
          </a:solidFill>
          <a:latin typeface="+mn-lt"/>
          <a:ea typeface="+mn-ea"/>
          <a:cs typeface="+mn-cs"/>
        </a:defRPr>
      </a:lvl6pPr>
      <a:lvl7pPr marL="10972800" algn="l" defTabSz="3657600" rtl="0" eaLnBrk="1" latinLnBrk="0" hangingPunct="1">
        <a:defRPr sz="7200" kern="1200">
          <a:solidFill>
            <a:schemeClr val="tx1"/>
          </a:solidFill>
          <a:latin typeface="+mn-lt"/>
          <a:ea typeface="+mn-ea"/>
          <a:cs typeface="+mn-cs"/>
        </a:defRPr>
      </a:lvl7pPr>
      <a:lvl8pPr marL="12801600" algn="l" defTabSz="3657600" rtl="0" eaLnBrk="1" latinLnBrk="0" hangingPunct="1">
        <a:defRPr sz="7200" kern="1200">
          <a:solidFill>
            <a:schemeClr val="tx1"/>
          </a:solidFill>
          <a:latin typeface="+mn-lt"/>
          <a:ea typeface="+mn-ea"/>
          <a:cs typeface="+mn-cs"/>
        </a:defRPr>
      </a:lvl8pPr>
      <a:lvl9pPr marL="14630400" algn="l" defTabSz="3657600" rtl="0" eaLnBrk="1" latinLnBrk="0" hangingPunct="1">
        <a:defRPr sz="72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1752607"/>
            <a:ext cx="31546800" cy="6362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514600" y="8763000"/>
            <a:ext cx="31546800" cy="2088642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514600" y="30510487"/>
            <a:ext cx="8229600" cy="1752600"/>
          </a:xfrm>
          <a:prstGeom prst="rect">
            <a:avLst/>
          </a:prstGeom>
        </p:spPr>
        <p:txBody>
          <a:bodyPr vert="horz" lIns="91440" tIns="45720" rIns="91440" bIns="45720" rtlCol="0" anchor="ctr"/>
          <a:lstStyle>
            <a:lvl1pPr algn="l">
              <a:defRPr sz="4800">
                <a:solidFill>
                  <a:schemeClr val="tx1">
                    <a:tint val="75000"/>
                  </a:schemeClr>
                </a:solidFill>
              </a:defRPr>
            </a:lvl1pPr>
          </a:lstStyle>
          <a:p>
            <a:fld id="{4B892872-8902-EB46-B962-9D801E5737EE}" type="datetimeFigureOut">
              <a:rPr lang="en-US" smtClean="0"/>
              <a:t>10/22/2025</a:t>
            </a:fld>
            <a:endParaRPr lang="en-US"/>
          </a:p>
        </p:txBody>
      </p:sp>
      <p:sp>
        <p:nvSpPr>
          <p:cNvPr id="5" name="Footer Placeholder 4"/>
          <p:cNvSpPr>
            <a:spLocks noGrp="1"/>
          </p:cNvSpPr>
          <p:nvPr>
            <p:ph type="ftr" sz="quarter" idx="3"/>
          </p:nvPr>
        </p:nvSpPr>
        <p:spPr>
          <a:xfrm>
            <a:off x="12115800" y="30510487"/>
            <a:ext cx="12344400" cy="1752600"/>
          </a:xfrm>
          <a:prstGeom prst="rect">
            <a:avLst/>
          </a:prstGeom>
        </p:spPr>
        <p:txBody>
          <a:bodyPr vert="horz" lIns="91440" tIns="45720" rIns="91440" bIns="45720" rtlCol="0" anchor="ctr"/>
          <a:lstStyle>
            <a:lvl1pPr algn="ctr">
              <a:defRPr sz="4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5831800" y="30510487"/>
            <a:ext cx="8229600" cy="1752600"/>
          </a:xfrm>
          <a:prstGeom prst="rect">
            <a:avLst/>
          </a:prstGeom>
        </p:spPr>
        <p:txBody>
          <a:bodyPr vert="horz" lIns="91440" tIns="45720" rIns="91440" bIns="45720" rtlCol="0" anchor="ctr"/>
          <a:lstStyle>
            <a:lvl1pPr algn="r">
              <a:defRPr sz="4800">
                <a:solidFill>
                  <a:schemeClr val="tx1">
                    <a:tint val="75000"/>
                  </a:schemeClr>
                </a:solidFill>
              </a:defRPr>
            </a:lvl1pPr>
          </a:lstStyle>
          <a:p>
            <a:fld id="{824CE940-E502-0D4E-9E7F-93B1604BD65A}" type="slidenum">
              <a:rPr lang="en-US" smtClean="0"/>
              <a:t>‹#›</a:t>
            </a:fld>
            <a:endParaRPr lang="en-US"/>
          </a:p>
        </p:txBody>
      </p:sp>
    </p:spTree>
    <p:extLst>
      <p:ext uri="{BB962C8B-B14F-4D97-AF65-F5344CB8AC3E}">
        <p14:creationId xmlns:p14="http://schemas.microsoft.com/office/powerpoint/2010/main" val="2880832448"/>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Lst>
  <p:txStyles>
    <p:titleStyle>
      <a:lvl1pPr algn="l" defTabSz="3657600" rtl="0" eaLnBrk="1" latinLnBrk="0" hangingPunct="1">
        <a:lnSpc>
          <a:spcPct val="90000"/>
        </a:lnSpc>
        <a:spcBef>
          <a:spcPct val="0"/>
        </a:spcBef>
        <a:buNone/>
        <a:defRPr sz="9600" b="0" i="0" kern="1200">
          <a:solidFill>
            <a:schemeClr val="tx1"/>
          </a:solidFill>
          <a:latin typeface="Arial Nova Cond" panose="020B0506020202020204" pitchFamily="34" charset="0"/>
          <a:ea typeface="+mj-ea"/>
          <a:cs typeface="+mj-cs"/>
        </a:defRPr>
      </a:lvl1pPr>
    </p:titleStyle>
    <p:bodyStyle>
      <a:lvl1pPr marL="914400" indent="-914400" algn="l" defTabSz="3657600" rtl="0" eaLnBrk="1" latinLnBrk="0" hangingPunct="1">
        <a:lnSpc>
          <a:spcPct val="90000"/>
        </a:lnSpc>
        <a:spcBef>
          <a:spcPts val="4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1pPr>
      <a:lvl2pPr marL="27432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2pPr>
      <a:lvl3pPr marL="45720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3pPr>
      <a:lvl4pPr marL="64008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4pPr>
      <a:lvl5pPr marL="82296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5pPr>
      <a:lvl6pPr marL="100584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6pPr>
      <a:lvl7pPr marL="118872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7pPr>
      <a:lvl8pPr marL="137160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8pPr>
      <a:lvl9pPr marL="15544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9pPr>
    </p:bodyStyle>
    <p:otherStyle>
      <a:defPPr>
        <a:defRPr lang="en-US"/>
      </a:defPPr>
      <a:lvl1pPr marL="0" algn="l" defTabSz="3657600" rtl="0" eaLnBrk="1" latinLnBrk="0" hangingPunct="1">
        <a:defRPr sz="7200" kern="1200">
          <a:solidFill>
            <a:schemeClr val="tx1"/>
          </a:solidFill>
          <a:latin typeface="+mn-lt"/>
          <a:ea typeface="+mn-ea"/>
          <a:cs typeface="+mn-cs"/>
        </a:defRPr>
      </a:lvl1pPr>
      <a:lvl2pPr marL="1828800" algn="l" defTabSz="3657600" rtl="0" eaLnBrk="1" latinLnBrk="0" hangingPunct="1">
        <a:defRPr sz="7200" kern="1200">
          <a:solidFill>
            <a:schemeClr val="tx1"/>
          </a:solidFill>
          <a:latin typeface="+mn-lt"/>
          <a:ea typeface="+mn-ea"/>
          <a:cs typeface="+mn-cs"/>
        </a:defRPr>
      </a:lvl2pPr>
      <a:lvl3pPr marL="3657600" algn="l" defTabSz="3657600" rtl="0" eaLnBrk="1" latinLnBrk="0" hangingPunct="1">
        <a:defRPr sz="7200" kern="1200">
          <a:solidFill>
            <a:schemeClr val="tx1"/>
          </a:solidFill>
          <a:latin typeface="+mn-lt"/>
          <a:ea typeface="+mn-ea"/>
          <a:cs typeface="+mn-cs"/>
        </a:defRPr>
      </a:lvl3pPr>
      <a:lvl4pPr marL="5486400" algn="l" defTabSz="3657600" rtl="0" eaLnBrk="1" latinLnBrk="0" hangingPunct="1">
        <a:defRPr sz="7200" kern="1200">
          <a:solidFill>
            <a:schemeClr val="tx1"/>
          </a:solidFill>
          <a:latin typeface="+mn-lt"/>
          <a:ea typeface="+mn-ea"/>
          <a:cs typeface="+mn-cs"/>
        </a:defRPr>
      </a:lvl4pPr>
      <a:lvl5pPr marL="7315200" algn="l" defTabSz="3657600" rtl="0" eaLnBrk="1" latinLnBrk="0" hangingPunct="1">
        <a:defRPr sz="7200" kern="1200">
          <a:solidFill>
            <a:schemeClr val="tx1"/>
          </a:solidFill>
          <a:latin typeface="+mn-lt"/>
          <a:ea typeface="+mn-ea"/>
          <a:cs typeface="+mn-cs"/>
        </a:defRPr>
      </a:lvl5pPr>
      <a:lvl6pPr marL="9144000" algn="l" defTabSz="3657600" rtl="0" eaLnBrk="1" latinLnBrk="0" hangingPunct="1">
        <a:defRPr sz="7200" kern="1200">
          <a:solidFill>
            <a:schemeClr val="tx1"/>
          </a:solidFill>
          <a:latin typeface="+mn-lt"/>
          <a:ea typeface="+mn-ea"/>
          <a:cs typeface="+mn-cs"/>
        </a:defRPr>
      </a:lvl6pPr>
      <a:lvl7pPr marL="10972800" algn="l" defTabSz="3657600" rtl="0" eaLnBrk="1" latinLnBrk="0" hangingPunct="1">
        <a:defRPr sz="7200" kern="1200">
          <a:solidFill>
            <a:schemeClr val="tx1"/>
          </a:solidFill>
          <a:latin typeface="+mn-lt"/>
          <a:ea typeface="+mn-ea"/>
          <a:cs typeface="+mn-cs"/>
        </a:defRPr>
      </a:lvl7pPr>
      <a:lvl8pPr marL="12801600" algn="l" defTabSz="3657600" rtl="0" eaLnBrk="1" latinLnBrk="0" hangingPunct="1">
        <a:defRPr sz="7200" kern="1200">
          <a:solidFill>
            <a:schemeClr val="tx1"/>
          </a:solidFill>
          <a:latin typeface="+mn-lt"/>
          <a:ea typeface="+mn-ea"/>
          <a:cs typeface="+mn-cs"/>
        </a:defRPr>
      </a:lvl8pPr>
      <a:lvl9pPr marL="14630400" algn="l" defTabSz="3657600" rtl="0" eaLnBrk="1" latinLnBrk="0" hangingPunct="1">
        <a:defRPr sz="72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1752607"/>
            <a:ext cx="31546800" cy="6362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514600" y="8763000"/>
            <a:ext cx="31546800" cy="2088642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514600" y="30510487"/>
            <a:ext cx="8229600" cy="1752600"/>
          </a:xfrm>
          <a:prstGeom prst="rect">
            <a:avLst/>
          </a:prstGeom>
        </p:spPr>
        <p:txBody>
          <a:bodyPr vert="horz" lIns="91440" tIns="45720" rIns="91440" bIns="45720" rtlCol="0" anchor="ctr"/>
          <a:lstStyle>
            <a:lvl1pPr algn="l">
              <a:defRPr sz="4800">
                <a:solidFill>
                  <a:schemeClr val="tx1">
                    <a:tint val="75000"/>
                  </a:schemeClr>
                </a:solidFill>
              </a:defRPr>
            </a:lvl1pPr>
          </a:lstStyle>
          <a:p>
            <a:fld id="{4B892872-8902-EB46-B962-9D801E5737EE}" type="datetimeFigureOut">
              <a:rPr lang="en-US" smtClean="0"/>
              <a:t>10/22/2025</a:t>
            </a:fld>
            <a:endParaRPr lang="en-US"/>
          </a:p>
        </p:txBody>
      </p:sp>
      <p:sp>
        <p:nvSpPr>
          <p:cNvPr id="5" name="Footer Placeholder 4"/>
          <p:cNvSpPr>
            <a:spLocks noGrp="1"/>
          </p:cNvSpPr>
          <p:nvPr>
            <p:ph type="ftr" sz="quarter" idx="3"/>
          </p:nvPr>
        </p:nvSpPr>
        <p:spPr>
          <a:xfrm>
            <a:off x="12115800" y="30510487"/>
            <a:ext cx="12344400" cy="1752600"/>
          </a:xfrm>
          <a:prstGeom prst="rect">
            <a:avLst/>
          </a:prstGeom>
        </p:spPr>
        <p:txBody>
          <a:bodyPr vert="horz" lIns="91440" tIns="45720" rIns="91440" bIns="45720" rtlCol="0" anchor="ctr"/>
          <a:lstStyle>
            <a:lvl1pPr algn="ctr">
              <a:defRPr sz="4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5831800" y="30510487"/>
            <a:ext cx="8229600" cy="1752600"/>
          </a:xfrm>
          <a:prstGeom prst="rect">
            <a:avLst/>
          </a:prstGeom>
        </p:spPr>
        <p:txBody>
          <a:bodyPr vert="horz" lIns="91440" tIns="45720" rIns="91440" bIns="45720" rtlCol="0" anchor="ctr"/>
          <a:lstStyle>
            <a:lvl1pPr algn="r">
              <a:defRPr sz="4800">
                <a:solidFill>
                  <a:schemeClr val="tx1">
                    <a:tint val="75000"/>
                  </a:schemeClr>
                </a:solidFill>
              </a:defRPr>
            </a:lvl1pPr>
          </a:lstStyle>
          <a:p>
            <a:fld id="{824CE940-E502-0D4E-9E7F-93B1604BD65A}" type="slidenum">
              <a:rPr lang="en-US" smtClean="0"/>
              <a:t>‹#›</a:t>
            </a:fld>
            <a:endParaRPr lang="en-US"/>
          </a:p>
        </p:txBody>
      </p:sp>
    </p:spTree>
    <p:extLst>
      <p:ext uri="{BB962C8B-B14F-4D97-AF65-F5344CB8AC3E}">
        <p14:creationId xmlns:p14="http://schemas.microsoft.com/office/powerpoint/2010/main" val="577826740"/>
      </p:ext>
    </p:extLst>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Lst>
  <p:txStyles>
    <p:titleStyle>
      <a:lvl1pPr algn="l" defTabSz="3657600" rtl="0" eaLnBrk="1" latinLnBrk="0" hangingPunct="1">
        <a:lnSpc>
          <a:spcPct val="90000"/>
        </a:lnSpc>
        <a:spcBef>
          <a:spcPct val="0"/>
        </a:spcBef>
        <a:buNone/>
        <a:defRPr sz="9600" b="0" i="0" kern="1200">
          <a:solidFill>
            <a:schemeClr val="tx1"/>
          </a:solidFill>
          <a:latin typeface="Arial Nova Cond" panose="020B0506020202020204" pitchFamily="34" charset="0"/>
          <a:ea typeface="+mj-ea"/>
          <a:cs typeface="+mj-cs"/>
        </a:defRPr>
      </a:lvl1pPr>
    </p:titleStyle>
    <p:bodyStyle>
      <a:lvl1pPr marL="914400" indent="-914400" algn="l" defTabSz="3657600" rtl="0" eaLnBrk="1" latinLnBrk="0" hangingPunct="1">
        <a:lnSpc>
          <a:spcPct val="90000"/>
        </a:lnSpc>
        <a:spcBef>
          <a:spcPts val="4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1pPr>
      <a:lvl2pPr marL="27432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2pPr>
      <a:lvl3pPr marL="45720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3pPr>
      <a:lvl4pPr marL="64008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4pPr>
      <a:lvl5pPr marL="82296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5pPr>
      <a:lvl6pPr marL="100584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6pPr>
      <a:lvl7pPr marL="118872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7pPr>
      <a:lvl8pPr marL="137160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8pPr>
      <a:lvl9pPr marL="15544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9pPr>
    </p:bodyStyle>
    <p:otherStyle>
      <a:defPPr>
        <a:defRPr lang="en-US"/>
      </a:defPPr>
      <a:lvl1pPr marL="0" algn="l" defTabSz="3657600" rtl="0" eaLnBrk="1" latinLnBrk="0" hangingPunct="1">
        <a:defRPr sz="7200" kern="1200">
          <a:solidFill>
            <a:schemeClr val="tx1"/>
          </a:solidFill>
          <a:latin typeface="+mn-lt"/>
          <a:ea typeface="+mn-ea"/>
          <a:cs typeface="+mn-cs"/>
        </a:defRPr>
      </a:lvl1pPr>
      <a:lvl2pPr marL="1828800" algn="l" defTabSz="3657600" rtl="0" eaLnBrk="1" latinLnBrk="0" hangingPunct="1">
        <a:defRPr sz="7200" kern="1200">
          <a:solidFill>
            <a:schemeClr val="tx1"/>
          </a:solidFill>
          <a:latin typeface="+mn-lt"/>
          <a:ea typeface="+mn-ea"/>
          <a:cs typeface="+mn-cs"/>
        </a:defRPr>
      </a:lvl2pPr>
      <a:lvl3pPr marL="3657600" algn="l" defTabSz="3657600" rtl="0" eaLnBrk="1" latinLnBrk="0" hangingPunct="1">
        <a:defRPr sz="7200" kern="1200">
          <a:solidFill>
            <a:schemeClr val="tx1"/>
          </a:solidFill>
          <a:latin typeface="+mn-lt"/>
          <a:ea typeface="+mn-ea"/>
          <a:cs typeface="+mn-cs"/>
        </a:defRPr>
      </a:lvl3pPr>
      <a:lvl4pPr marL="5486400" algn="l" defTabSz="3657600" rtl="0" eaLnBrk="1" latinLnBrk="0" hangingPunct="1">
        <a:defRPr sz="7200" kern="1200">
          <a:solidFill>
            <a:schemeClr val="tx1"/>
          </a:solidFill>
          <a:latin typeface="+mn-lt"/>
          <a:ea typeface="+mn-ea"/>
          <a:cs typeface="+mn-cs"/>
        </a:defRPr>
      </a:lvl4pPr>
      <a:lvl5pPr marL="7315200" algn="l" defTabSz="3657600" rtl="0" eaLnBrk="1" latinLnBrk="0" hangingPunct="1">
        <a:defRPr sz="7200" kern="1200">
          <a:solidFill>
            <a:schemeClr val="tx1"/>
          </a:solidFill>
          <a:latin typeface="+mn-lt"/>
          <a:ea typeface="+mn-ea"/>
          <a:cs typeface="+mn-cs"/>
        </a:defRPr>
      </a:lvl5pPr>
      <a:lvl6pPr marL="9144000" algn="l" defTabSz="3657600" rtl="0" eaLnBrk="1" latinLnBrk="0" hangingPunct="1">
        <a:defRPr sz="7200" kern="1200">
          <a:solidFill>
            <a:schemeClr val="tx1"/>
          </a:solidFill>
          <a:latin typeface="+mn-lt"/>
          <a:ea typeface="+mn-ea"/>
          <a:cs typeface="+mn-cs"/>
        </a:defRPr>
      </a:lvl6pPr>
      <a:lvl7pPr marL="10972800" algn="l" defTabSz="3657600" rtl="0" eaLnBrk="1" latinLnBrk="0" hangingPunct="1">
        <a:defRPr sz="7200" kern="1200">
          <a:solidFill>
            <a:schemeClr val="tx1"/>
          </a:solidFill>
          <a:latin typeface="+mn-lt"/>
          <a:ea typeface="+mn-ea"/>
          <a:cs typeface="+mn-cs"/>
        </a:defRPr>
      </a:lvl7pPr>
      <a:lvl8pPr marL="12801600" algn="l" defTabSz="3657600" rtl="0" eaLnBrk="1" latinLnBrk="0" hangingPunct="1">
        <a:defRPr sz="7200" kern="1200">
          <a:solidFill>
            <a:schemeClr val="tx1"/>
          </a:solidFill>
          <a:latin typeface="+mn-lt"/>
          <a:ea typeface="+mn-ea"/>
          <a:cs typeface="+mn-cs"/>
        </a:defRPr>
      </a:lvl8pPr>
      <a:lvl9pPr marL="14630400" algn="l" defTabSz="3657600" rtl="0" eaLnBrk="1" latinLnBrk="0" hangingPunct="1">
        <a:defRPr sz="72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1752607"/>
            <a:ext cx="31546800" cy="6362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514600" y="8763000"/>
            <a:ext cx="31546800" cy="2088642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514600" y="30510487"/>
            <a:ext cx="8229600" cy="1752600"/>
          </a:xfrm>
          <a:prstGeom prst="rect">
            <a:avLst/>
          </a:prstGeom>
        </p:spPr>
        <p:txBody>
          <a:bodyPr vert="horz" lIns="91440" tIns="45720" rIns="91440" bIns="45720" rtlCol="0" anchor="ctr"/>
          <a:lstStyle>
            <a:lvl1pPr algn="l">
              <a:defRPr sz="4800">
                <a:solidFill>
                  <a:schemeClr val="tx1">
                    <a:tint val="75000"/>
                  </a:schemeClr>
                </a:solidFill>
              </a:defRPr>
            </a:lvl1pPr>
          </a:lstStyle>
          <a:p>
            <a:fld id="{4B892872-8902-EB46-B962-9D801E5737EE}" type="datetimeFigureOut">
              <a:rPr lang="en-US" smtClean="0"/>
              <a:t>10/22/2025</a:t>
            </a:fld>
            <a:endParaRPr lang="en-US"/>
          </a:p>
        </p:txBody>
      </p:sp>
      <p:sp>
        <p:nvSpPr>
          <p:cNvPr id="5" name="Footer Placeholder 4"/>
          <p:cNvSpPr>
            <a:spLocks noGrp="1"/>
          </p:cNvSpPr>
          <p:nvPr>
            <p:ph type="ftr" sz="quarter" idx="3"/>
          </p:nvPr>
        </p:nvSpPr>
        <p:spPr>
          <a:xfrm>
            <a:off x="12115800" y="30510487"/>
            <a:ext cx="12344400" cy="1752600"/>
          </a:xfrm>
          <a:prstGeom prst="rect">
            <a:avLst/>
          </a:prstGeom>
        </p:spPr>
        <p:txBody>
          <a:bodyPr vert="horz" lIns="91440" tIns="45720" rIns="91440" bIns="45720" rtlCol="0" anchor="ctr"/>
          <a:lstStyle>
            <a:lvl1pPr algn="ctr">
              <a:defRPr sz="4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5831800" y="30510487"/>
            <a:ext cx="8229600" cy="1752600"/>
          </a:xfrm>
          <a:prstGeom prst="rect">
            <a:avLst/>
          </a:prstGeom>
        </p:spPr>
        <p:txBody>
          <a:bodyPr vert="horz" lIns="91440" tIns="45720" rIns="91440" bIns="45720" rtlCol="0" anchor="ctr"/>
          <a:lstStyle>
            <a:lvl1pPr algn="r">
              <a:defRPr sz="4800">
                <a:solidFill>
                  <a:schemeClr val="tx1">
                    <a:tint val="75000"/>
                  </a:schemeClr>
                </a:solidFill>
              </a:defRPr>
            </a:lvl1pPr>
          </a:lstStyle>
          <a:p>
            <a:fld id="{824CE940-E502-0D4E-9E7F-93B1604BD65A}" type="slidenum">
              <a:rPr lang="en-US" smtClean="0"/>
              <a:t>‹#›</a:t>
            </a:fld>
            <a:endParaRPr lang="en-US"/>
          </a:p>
        </p:txBody>
      </p:sp>
    </p:spTree>
    <p:extLst>
      <p:ext uri="{BB962C8B-B14F-4D97-AF65-F5344CB8AC3E}">
        <p14:creationId xmlns:p14="http://schemas.microsoft.com/office/powerpoint/2010/main" val="2348954776"/>
      </p:ext>
    </p:extLst>
  </p:cSld>
  <p:clrMap bg1="lt1" tx1="dk1" bg2="lt2" tx2="dk2" accent1="accent1" accent2="accent2" accent3="accent3" accent4="accent4" accent5="accent5" accent6="accent6" hlink="hlink" folHlink="folHlink"/>
  <p:sldLayoutIdLst>
    <p:sldLayoutId id="2147483661" r:id="rId1"/>
    <p:sldLayoutId id="2147483689" r:id="rId2"/>
    <p:sldLayoutId id="2147483662" r:id="rId3"/>
    <p:sldLayoutId id="2147483690" r:id="rId4"/>
  </p:sldLayoutIdLst>
  <p:txStyles>
    <p:titleStyle>
      <a:lvl1pPr algn="l" defTabSz="3657600" rtl="0" eaLnBrk="1" latinLnBrk="0" hangingPunct="1">
        <a:lnSpc>
          <a:spcPct val="90000"/>
        </a:lnSpc>
        <a:spcBef>
          <a:spcPct val="0"/>
        </a:spcBef>
        <a:buNone/>
        <a:defRPr sz="9600" b="0" i="0" kern="1200">
          <a:solidFill>
            <a:schemeClr val="tx1"/>
          </a:solidFill>
          <a:latin typeface="Arial Nova Cond" panose="020B0506020202020204" pitchFamily="34" charset="0"/>
          <a:ea typeface="+mj-ea"/>
          <a:cs typeface="+mj-cs"/>
        </a:defRPr>
      </a:lvl1pPr>
    </p:titleStyle>
    <p:bodyStyle>
      <a:lvl1pPr marL="914400" indent="-914400" algn="l" defTabSz="3657600" rtl="0" eaLnBrk="1" latinLnBrk="0" hangingPunct="1">
        <a:lnSpc>
          <a:spcPct val="90000"/>
        </a:lnSpc>
        <a:spcBef>
          <a:spcPts val="4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1pPr>
      <a:lvl2pPr marL="27432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2pPr>
      <a:lvl3pPr marL="45720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3pPr>
      <a:lvl4pPr marL="64008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4pPr>
      <a:lvl5pPr marL="82296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5pPr>
      <a:lvl6pPr marL="100584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6pPr>
      <a:lvl7pPr marL="118872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7pPr>
      <a:lvl8pPr marL="137160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8pPr>
      <a:lvl9pPr marL="15544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9pPr>
    </p:bodyStyle>
    <p:otherStyle>
      <a:defPPr>
        <a:defRPr lang="en-US"/>
      </a:defPPr>
      <a:lvl1pPr marL="0" algn="l" defTabSz="3657600" rtl="0" eaLnBrk="1" latinLnBrk="0" hangingPunct="1">
        <a:defRPr sz="7200" kern="1200">
          <a:solidFill>
            <a:schemeClr val="tx1"/>
          </a:solidFill>
          <a:latin typeface="+mn-lt"/>
          <a:ea typeface="+mn-ea"/>
          <a:cs typeface="+mn-cs"/>
        </a:defRPr>
      </a:lvl1pPr>
      <a:lvl2pPr marL="1828800" algn="l" defTabSz="3657600" rtl="0" eaLnBrk="1" latinLnBrk="0" hangingPunct="1">
        <a:defRPr sz="7200" kern="1200">
          <a:solidFill>
            <a:schemeClr val="tx1"/>
          </a:solidFill>
          <a:latin typeface="+mn-lt"/>
          <a:ea typeface="+mn-ea"/>
          <a:cs typeface="+mn-cs"/>
        </a:defRPr>
      </a:lvl2pPr>
      <a:lvl3pPr marL="3657600" algn="l" defTabSz="3657600" rtl="0" eaLnBrk="1" latinLnBrk="0" hangingPunct="1">
        <a:defRPr sz="7200" kern="1200">
          <a:solidFill>
            <a:schemeClr val="tx1"/>
          </a:solidFill>
          <a:latin typeface="+mn-lt"/>
          <a:ea typeface="+mn-ea"/>
          <a:cs typeface="+mn-cs"/>
        </a:defRPr>
      </a:lvl3pPr>
      <a:lvl4pPr marL="5486400" algn="l" defTabSz="3657600" rtl="0" eaLnBrk="1" latinLnBrk="0" hangingPunct="1">
        <a:defRPr sz="7200" kern="1200">
          <a:solidFill>
            <a:schemeClr val="tx1"/>
          </a:solidFill>
          <a:latin typeface="+mn-lt"/>
          <a:ea typeface="+mn-ea"/>
          <a:cs typeface="+mn-cs"/>
        </a:defRPr>
      </a:lvl4pPr>
      <a:lvl5pPr marL="7315200" algn="l" defTabSz="3657600" rtl="0" eaLnBrk="1" latinLnBrk="0" hangingPunct="1">
        <a:defRPr sz="7200" kern="1200">
          <a:solidFill>
            <a:schemeClr val="tx1"/>
          </a:solidFill>
          <a:latin typeface="+mn-lt"/>
          <a:ea typeface="+mn-ea"/>
          <a:cs typeface="+mn-cs"/>
        </a:defRPr>
      </a:lvl5pPr>
      <a:lvl6pPr marL="9144000" algn="l" defTabSz="3657600" rtl="0" eaLnBrk="1" latinLnBrk="0" hangingPunct="1">
        <a:defRPr sz="7200" kern="1200">
          <a:solidFill>
            <a:schemeClr val="tx1"/>
          </a:solidFill>
          <a:latin typeface="+mn-lt"/>
          <a:ea typeface="+mn-ea"/>
          <a:cs typeface="+mn-cs"/>
        </a:defRPr>
      </a:lvl6pPr>
      <a:lvl7pPr marL="10972800" algn="l" defTabSz="3657600" rtl="0" eaLnBrk="1" latinLnBrk="0" hangingPunct="1">
        <a:defRPr sz="7200" kern="1200">
          <a:solidFill>
            <a:schemeClr val="tx1"/>
          </a:solidFill>
          <a:latin typeface="+mn-lt"/>
          <a:ea typeface="+mn-ea"/>
          <a:cs typeface="+mn-cs"/>
        </a:defRPr>
      </a:lvl7pPr>
      <a:lvl8pPr marL="12801600" algn="l" defTabSz="3657600" rtl="0" eaLnBrk="1" latinLnBrk="0" hangingPunct="1">
        <a:defRPr sz="7200" kern="1200">
          <a:solidFill>
            <a:schemeClr val="tx1"/>
          </a:solidFill>
          <a:latin typeface="+mn-lt"/>
          <a:ea typeface="+mn-ea"/>
          <a:cs typeface="+mn-cs"/>
        </a:defRPr>
      </a:lvl8pPr>
      <a:lvl9pPr marL="14630400" algn="l" defTabSz="3657600" rtl="0" eaLnBrk="1" latinLnBrk="0" hangingPunct="1">
        <a:defRPr sz="72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1752607"/>
            <a:ext cx="31546800" cy="6362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514600" y="8763000"/>
            <a:ext cx="31546800" cy="2088642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514600" y="30510487"/>
            <a:ext cx="8229600" cy="1752600"/>
          </a:xfrm>
          <a:prstGeom prst="rect">
            <a:avLst/>
          </a:prstGeom>
        </p:spPr>
        <p:txBody>
          <a:bodyPr vert="horz" lIns="91440" tIns="45720" rIns="91440" bIns="45720" rtlCol="0" anchor="ctr"/>
          <a:lstStyle>
            <a:lvl1pPr algn="l">
              <a:defRPr sz="4800">
                <a:solidFill>
                  <a:schemeClr val="tx1">
                    <a:tint val="75000"/>
                  </a:schemeClr>
                </a:solidFill>
              </a:defRPr>
            </a:lvl1pPr>
          </a:lstStyle>
          <a:p>
            <a:fld id="{4B892872-8902-EB46-B962-9D801E5737EE}" type="datetimeFigureOut">
              <a:rPr lang="en-US" smtClean="0"/>
              <a:t>10/22/2025</a:t>
            </a:fld>
            <a:endParaRPr lang="en-US"/>
          </a:p>
        </p:txBody>
      </p:sp>
      <p:sp>
        <p:nvSpPr>
          <p:cNvPr id="5" name="Footer Placeholder 4"/>
          <p:cNvSpPr>
            <a:spLocks noGrp="1"/>
          </p:cNvSpPr>
          <p:nvPr>
            <p:ph type="ftr" sz="quarter" idx="3"/>
          </p:nvPr>
        </p:nvSpPr>
        <p:spPr>
          <a:xfrm>
            <a:off x="12115800" y="30510487"/>
            <a:ext cx="12344400" cy="1752600"/>
          </a:xfrm>
          <a:prstGeom prst="rect">
            <a:avLst/>
          </a:prstGeom>
        </p:spPr>
        <p:txBody>
          <a:bodyPr vert="horz" lIns="91440" tIns="45720" rIns="91440" bIns="45720" rtlCol="0" anchor="ctr"/>
          <a:lstStyle>
            <a:lvl1pPr algn="ctr">
              <a:defRPr sz="4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5831800" y="30510487"/>
            <a:ext cx="8229600" cy="1752600"/>
          </a:xfrm>
          <a:prstGeom prst="rect">
            <a:avLst/>
          </a:prstGeom>
        </p:spPr>
        <p:txBody>
          <a:bodyPr vert="horz" lIns="91440" tIns="45720" rIns="91440" bIns="45720" rtlCol="0" anchor="ctr"/>
          <a:lstStyle>
            <a:lvl1pPr algn="r">
              <a:defRPr sz="4800">
                <a:solidFill>
                  <a:schemeClr val="tx1">
                    <a:tint val="75000"/>
                  </a:schemeClr>
                </a:solidFill>
              </a:defRPr>
            </a:lvl1pPr>
          </a:lstStyle>
          <a:p>
            <a:fld id="{824CE940-E502-0D4E-9E7F-93B1604BD65A}" type="slidenum">
              <a:rPr lang="en-US" smtClean="0"/>
              <a:t>‹#›</a:t>
            </a:fld>
            <a:endParaRPr lang="en-US"/>
          </a:p>
        </p:txBody>
      </p:sp>
    </p:spTree>
    <p:extLst>
      <p:ext uri="{BB962C8B-B14F-4D97-AF65-F5344CB8AC3E}">
        <p14:creationId xmlns:p14="http://schemas.microsoft.com/office/powerpoint/2010/main" val="2493903975"/>
      </p:ext>
    </p:extLst>
  </p:cSld>
  <p:clrMap bg1="lt1" tx1="dk1" bg2="lt2" tx2="dk2" accent1="accent1" accent2="accent2" accent3="accent3" accent4="accent4" accent5="accent5" accent6="accent6" hlink="hlink" folHlink="folHlink"/>
  <p:sldLayoutIdLst>
    <p:sldLayoutId id="2147483833" r:id="rId1"/>
    <p:sldLayoutId id="2147483834" r:id="rId2"/>
    <p:sldLayoutId id="2147483835" r:id="rId3"/>
    <p:sldLayoutId id="2147483836" r:id="rId4"/>
  </p:sldLayoutIdLst>
  <p:txStyles>
    <p:titleStyle>
      <a:lvl1pPr algn="l" defTabSz="3657600" rtl="0" eaLnBrk="1" latinLnBrk="0" hangingPunct="1">
        <a:lnSpc>
          <a:spcPct val="90000"/>
        </a:lnSpc>
        <a:spcBef>
          <a:spcPct val="0"/>
        </a:spcBef>
        <a:buNone/>
        <a:defRPr sz="9600" b="0" i="0" kern="1200">
          <a:solidFill>
            <a:schemeClr val="tx1"/>
          </a:solidFill>
          <a:latin typeface="Arial Nova Cond" panose="020B0506020202020204" pitchFamily="34" charset="0"/>
          <a:ea typeface="+mj-ea"/>
          <a:cs typeface="+mj-cs"/>
        </a:defRPr>
      </a:lvl1pPr>
    </p:titleStyle>
    <p:bodyStyle>
      <a:lvl1pPr marL="914400" indent="-914400" algn="l" defTabSz="3657600" rtl="0" eaLnBrk="1" latinLnBrk="0" hangingPunct="1">
        <a:lnSpc>
          <a:spcPct val="90000"/>
        </a:lnSpc>
        <a:spcBef>
          <a:spcPts val="4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1pPr>
      <a:lvl2pPr marL="27432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2pPr>
      <a:lvl3pPr marL="45720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3pPr>
      <a:lvl4pPr marL="64008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4pPr>
      <a:lvl5pPr marL="82296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5pPr>
      <a:lvl6pPr marL="100584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6pPr>
      <a:lvl7pPr marL="118872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7pPr>
      <a:lvl8pPr marL="137160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8pPr>
      <a:lvl9pPr marL="15544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9pPr>
    </p:bodyStyle>
    <p:otherStyle>
      <a:defPPr>
        <a:defRPr lang="en-US"/>
      </a:defPPr>
      <a:lvl1pPr marL="0" algn="l" defTabSz="3657600" rtl="0" eaLnBrk="1" latinLnBrk="0" hangingPunct="1">
        <a:defRPr sz="7200" kern="1200">
          <a:solidFill>
            <a:schemeClr val="tx1"/>
          </a:solidFill>
          <a:latin typeface="+mn-lt"/>
          <a:ea typeface="+mn-ea"/>
          <a:cs typeface="+mn-cs"/>
        </a:defRPr>
      </a:lvl1pPr>
      <a:lvl2pPr marL="1828800" algn="l" defTabSz="3657600" rtl="0" eaLnBrk="1" latinLnBrk="0" hangingPunct="1">
        <a:defRPr sz="7200" kern="1200">
          <a:solidFill>
            <a:schemeClr val="tx1"/>
          </a:solidFill>
          <a:latin typeface="+mn-lt"/>
          <a:ea typeface="+mn-ea"/>
          <a:cs typeface="+mn-cs"/>
        </a:defRPr>
      </a:lvl2pPr>
      <a:lvl3pPr marL="3657600" algn="l" defTabSz="3657600" rtl="0" eaLnBrk="1" latinLnBrk="0" hangingPunct="1">
        <a:defRPr sz="7200" kern="1200">
          <a:solidFill>
            <a:schemeClr val="tx1"/>
          </a:solidFill>
          <a:latin typeface="+mn-lt"/>
          <a:ea typeface="+mn-ea"/>
          <a:cs typeface="+mn-cs"/>
        </a:defRPr>
      </a:lvl3pPr>
      <a:lvl4pPr marL="5486400" algn="l" defTabSz="3657600" rtl="0" eaLnBrk="1" latinLnBrk="0" hangingPunct="1">
        <a:defRPr sz="7200" kern="1200">
          <a:solidFill>
            <a:schemeClr val="tx1"/>
          </a:solidFill>
          <a:latin typeface="+mn-lt"/>
          <a:ea typeface="+mn-ea"/>
          <a:cs typeface="+mn-cs"/>
        </a:defRPr>
      </a:lvl4pPr>
      <a:lvl5pPr marL="7315200" algn="l" defTabSz="3657600" rtl="0" eaLnBrk="1" latinLnBrk="0" hangingPunct="1">
        <a:defRPr sz="7200" kern="1200">
          <a:solidFill>
            <a:schemeClr val="tx1"/>
          </a:solidFill>
          <a:latin typeface="+mn-lt"/>
          <a:ea typeface="+mn-ea"/>
          <a:cs typeface="+mn-cs"/>
        </a:defRPr>
      </a:lvl5pPr>
      <a:lvl6pPr marL="9144000" algn="l" defTabSz="3657600" rtl="0" eaLnBrk="1" latinLnBrk="0" hangingPunct="1">
        <a:defRPr sz="7200" kern="1200">
          <a:solidFill>
            <a:schemeClr val="tx1"/>
          </a:solidFill>
          <a:latin typeface="+mn-lt"/>
          <a:ea typeface="+mn-ea"/>
          <a:cs typeface="+mn-cs"/>
        </a:defRPr>
      </a:lvl6pPr>
      <a:lvl7pPr marL="10972800" algn="l" defTabSz="3657600" rtl="0" eaLnBrk="1" latinLnBrk="0" hangingPunct="1">
        <a:defRPr sz="7200" kern="1200">
          <a:solidFill>
            <a:schemeClr val="tx1"/>
          </a:solidFill>
          <a:latin typeface="+mn-lt"/>
          <a:ea typeface="+mn-ea"/>
          <a:cs typeface="+mn-cs"/>
        </a:defRPr>
      </a:lvl7pPr>
      <a:lvl8pPr marL="12801600" algn="l" defTabSz="3657600" rtl="0" eaLnBrk="1" latinLnBrk="0" hangingPunct="1">
        <a:defRPr sz="7200" kern="1200">
          <a:solidFill>
            <a:schemeClr val="tx1"/>
          </a:solidFill>
          <a:latin typeface="+mn-lt"/>
          <a:ea typeface="+mn-ea"/>
          <a:cs typeface="+mn-cs"/>
        </a:defRPr>
      </a:lvl8pPr>
      <a:lvl9pPr marL="14630400" algn="l" defTabSz="3657600" rtl="0" eaLnBrk="1" latinLnBrk="0" hangingPunct="1">
        <a:defRPr sz="72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1752607"/>
            <a:ext cx="31546800" cy="6362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514600" y="8763000"/>
            <a:ext cx="31546800" cy="2088642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514600" y="30510487"/>
            <a:ext cx="8229600" cy="1752600"/>
          </a:xfrm>
          <a:prstGeom prst="rect">
            <a:avLst/>
          </a:prstGeom>
        </p:spPr>
        <p:txBody>
          <a:bodyPr vert="horz" lIns="91440" tIns="45720" rIns="91440" bIns="45720" rtlCol="0" anchor="ctr"/>
          <a:lstStyle>
            <a:lvl1pPr algn="l">
              <a:defRPr sz="4800">
                <a:solidFill>
                  <a:schemeClr val="tx1">
                    <a:tint val="75000"/>
                  </a:schemeClr>
                </a:solidFill>
              </a:defRPr>
            </a:lvl1pPr>
          </a:lstStyle>
          <a:p>
            <a:fld id="{4B892872-8902-EB46-B962-9D801E5737EE}" type="datetimeFigureOut">
              <a:rPr lang="en-US" smtClean="0"/>
              <a:t>10/22/2025</a:t>
            </a:fld>
            <a:endParaRPr lang="en-US"/>
          </a:p>
        </p:txBody>
      </p:sp>
      <p:sp>
        <p:nvSpPr>
          <p:cNvPr id="5" name="Footer Placeholder 4"/>
          <p:cNvSpPr>
            <a:spLocks noGrp="1"/>
          </p:cNvSpPr>
          <p:nvPr>
            <p:ph type="ftr" sz="quarter" idx="3"/>
          </p:nvPr>
        </p:nvSpPr>
        <p:spPr>
          <a:xfrm>
            <a:off x="12115800" y="30510487"/>
            <a:ext cx="12344400" cy="1752600"/>
          </a:xfrm>
          <a:prstGeom prst="rect">
            <a:avLst/>
          </a:prstGeom>
        </p:spPr>
        <p:txBody>
          <a:bodyPr vert="horz" lIns="91440" tIns="45720" rIns="91440" bIns="45720" rtlCol="0" anchor="ctr"/>
          <a:lstStyle>
            <a:lvl1pPr algn="ctr">
              <a:defRPr sz="4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5831800" y="30510487"/>
            <a:ext cx="8229600" cy="1752600"/>
          </a:xfrm>
          <a:prstGeom prst="rect">
            <a:avLst/>
          </a:prstGeom>
        </p:spPr>
        <p:txBody>
          <a:bodyPr vert="horz" lIns="91440" tIns="45720" rIns="91440" bIns="45720" rtlCol="0" anchor="ctr"/>
          <a:lstStyle>
            <a:lvl1pPr algn="r">
              <a:defRPr sz="4800">
                <a:solidFill>
                  <a:schemeClr val="tx1">
                    <a:tint val="75000"/>
                  </a:schemeClr>
                </a:solidFill>
              </a:defRPr>
            </a:lvl1pPr>
          </a:lstStyle>
          <a:p>
            <a:fld id="{824CE940-E502-0D4E-9E7F-93B1604BD65A}" type="slidenum">
              <a:rPr lang="en-US" smtClean="0"/>
              <a:t>‹#›</a:t>
            </a:fld>
            <a:endParaRPr lang="en-US"/>
          </a:p>
        </p:txBody>
      </p:sp>
    </p:spTree>
    <p:extLst>
      <p:ext uri="{BB962C8B-B14F-4D97-AF65-F5344CB8AC3E}">
        <p14:creationId xmlns:p14="http://schemas.microsoft.com/office/powerpoint/2010/main" val="3238553780"/>
      </p:ext>
    </p:extLst>
  </p:cSld>
  <p:clrMap bg1="lt1" tx1="dk1" bg2="lt2" tx2="dk2" accent1="accent1" accent2="accent2" accent3="accent3" accent4="accent4" accent5="accent5" accent6="accent6" hlink="hlink" folHlink="folHlink"/>
  <p:sldLayoutIdLst>
    <p:sldLayoutId id="2147483879" r:id="rId1"/>
    <p:sldLayoutId id="2147483880" r:id="rId2"/>
    <p:sldLayoutId id="2147483881" r:id="rId3"/>
  </p:sldLayoutIdLst>
  <p:txStyles>
    <p:titleStyle>
      <a:lvl1pPr algn="l" defTabSz="3657600" rtl="0" eaLnBrk="1" latinLnBrk="0" hangingPunct="1">
        <a:lnSpc>
          <a:spcPct val="90000"/>
        </a:lnSpc>
        <a:spcBef>
          <a:spcPct val="0"/>
        </a:spcBef>
        <a:buNone/>
        <a:defRPr sz="9600" b="0" i="0" kern="1200">
          <a:solidFill>
            <a:schemeClr val="tx1"/>
          </a:solidFill>
          <a:latin typeface="Arial Nova Cond" panose="020B0506020202020204" pitchFamily="34" charset="0"/>
          <a:ea typeface="+mj-ea"/>
          <a:cs typeface="+mj-cs"/>
        </a:defRPr>
      </a:lvl1pPr>
    </p:titleStyle>
    <p:bodyStyle>
      <a:lvl1pPr marL="914400" indent="-914400" algn="l" defTabSz="3657600" rtl="0" eaLnBrk="1" latinLnBrk="0" hangingPunct="1">
        <a:lnSpc>
          <a:spcPct val="90000"/>
        </a:lnSpc>
        <a:spcBef>
          <a:spcPts val="4000"/>
        </a:spcBef>
        <a:buFont typeface="+mj-lt"/>
        <a:buAutoNum type="arabicPeriod"/>
        <a:defRPr sz="4000" b="0" i="0" kern="1200">
          <a:solidFill>
            <a:schemeClr val="tx1"/>
          </a:solidFill>
          <a:latin typeface="Arial Nova Cond" panose="020B0506020202020204" pitchFamily="34" charset="0"/>
          <a:ea typeface="+mn-ea"/>
          <a:cs typeface="+mn-cs"/>
        </a:defRPr>
      </a:lvl1pPr>
      <a:lvl2pPr marL="27432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2pPr>
      <a:lvl3pPr marL="45720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3pPr>
      <a:lvl4pPr marL="64008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4pPr>
      <a:lvl5pPr marL="8229600" indent="-914400" algn="l" defTabSz="3657600" rtl="0" eaLnBrk="1" latinLnBrk="0" hangingPunct="1">
        <a:lnSpc>
          <a:spcPct val="90000"/>
        </a:lnSpc>
        <a:spcBef>
          <a:spcPts val="2000"/>
        </a:spcBef>
        <a:buFont typeface="Arial" panose="020B0604020202020204" pitchFamily="34" charset="0"/>
        <a:buChar char="•"/>
        <a:defRPr sz="4000" b="0" i="0" kern="1200">
          <a:solidFill>
            <a:schemeClr val="tx1"/>
          </a:solidFill>
          <a:latin typeface="Arial Nova Cond" panose="020B0506020202020204" pitchFamily="34" charset="0"/>
          <a:ea typeface="+mn-ea"/>
          <a:cs typeface="+mn-cs"/>
        </a:defRPr>
      </a:lvl5pPr>
      <a:lvl6pPr marL="100584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6pPr>
      <a:lvl7pPr marL="118872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7pPr>
      <a:lvl8pPr marL="137160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8pPr>
      <a:lvl9pPr marL="15544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9pPr>
    </p:bodyStyle>
    <p:otherStyle>
      <a:defPPr>
        <a:defRPr lang="en-US"/>
      </a:defPPr>
      <a:lvl1pPr marL="0" algn="l" defTabSz="3657600" rtl="0" eaLnBrk="1" latinLnBrk="0" hangingPunct="1">
        <a:defRPr sz="7200" kern="1200">
          <a:solidFill>
            <a:schemeClr val="tx1"/>
          </a:solidFill>
          <a:latin typeface="+mn-lt"/>
          <a:ea typeface="+mn-ea"/>
          <a:cs typeface="+mn-cs"/>
        </a:defRPr>
      </a:lvl1pPr>
      <a:lvl2pPr marL="1828800" algn="l" defTabSz="3657600" rtl="0" eaLnBrk="1" latinLnBrk="0" hangingPunct="1">
        <a:defRPr sz="7200" kern="1200">
          <a:solidFill>
            <a:schemeClr val="tx1"/>
          </a:solidFill>
          <a:latin typeface="+mn-lt"/>
          <a:ea typeface="+mn-ea"/>
          <a:cs typeface="+mn-cs"/>
        </a:defRPr>
      </a:lvl2pPr>
      <a:lvl3pPr marL="3657600" algn="l" defTabSz="3657600" rtl="0" eaLnBrk="1" latinLnBrk="0" hangingPunct="1">
        <a:defRPr sz="7200" kern="1200">
          <a:solidFill>
            <a:schemeClr val="tx1"/>
          </a:solidFill>
          <a:latin typeface="+mn-lt"/>
          <a:ea typeface="+mn-ea"/>
          <a:cs typeface="+mn-cs"/>
        </a:defRPr>
      </a:lvl3pPr>
      <a:lvl4pPr marL="5486400" algn="l" defTabSz="3657600" rtl="0" eaLnBrk="1" latinLnBrk="0" hangingPunct="1">
        <a:defRPr sz="7200" kern="1200">
          <a:solidFill>
            <a:schemeClr val="tx1"/>
          </a:solidFill>
          <a:latin typeface="+mn-lt"/>
          <a:ea typeface="+mn-ea"/>
          <a:cs typeface="+mn-cs"/>
        </a:defRPr>
      </a:lvl4pPr>
      <a:lvl5pPr marL="7315200" algn="l" defTabSz="3657600" rtl="0" eaLnBrk="1" latinLnBrk="0" hangingPunct="1">
        <a:defRPr sz="7200" kern="1200">
          <a:solidFill>
            <a:schemeClr val="tx1"/>
          </a:solidFill>
          <a:latin typeface="+mn-lt"/>
          <a:ea typeface="+mn-ea"/>
          <a:cs typeface="+mn-cs"/>
        </a:defRPr>
      </a:lvl5pPr>
      <a:lvl6pPr marL="9144000" algn="l" defTabSz="3657600" rtl="0" eaLnBrk="1" latinLnBrk="0" hangingPunct="1">
        <a:defRPr sz="7200" kern="1200">
          <a:solidFill>
            <a:schemeClr val="tx1"/>
          </a:solidFill>
          <a:latin typeface="+mn-lt"/>
          <a:ea typeface="+mn-ea"/>
          <a:cs typeface="+mn-cs"/>
        </a:defRPr>
      </a:lvl6pPr>
      <a:lvl7pPr marL="10972800" algn="l" defTabSz="3657600" rtl="0" eaLnBrk="1" latinLnBrk="0" hangingPunct="1">
        <a:defRPr sz="7200" kern="1200">
          <a:solidFill>
            <a:schemeClr val="tx1"/>
          </a:solidFill>
          <a:latin typeface="+mn-lt"/>
          <a:ea typeface="+mn-ea"/>
          <a:cs typeface="+mn-cs"/>
        </a:defRPr>
      </a:lvl7pPr>
      <a:lvl8pPr marL="12801600" algn="l" defTabSz="3657600" rtl="0" eaLnBrk="1" latinLnBrk="0" hangingPunct="1">
        <a:defRPr sz="7200" kern="1200">
          <a:solidFill>
            <a:schemeClr val="tx1"/>
          </a:solidFill>
          <a:latin typeface="+mn-lt"/>
          <a:ea typeface="+mn-ea"/>
          <a:cs typeface="+mn-cs"/>
        </a:defRPr>
      </a:lvl8pPr>
      <a:lvl9pPr marL="14630400" algn="l" defTabSz="3657600" rtl="0" eaLnBrk="1" latinLnBrk="0" hangingPunct="1">
        <a:defRPr sz="7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9.jpg"/><Relationship Id="rId13" Type="http://schemas.openxmlformats.org/officeDocument/2006/relationships/image" Target="../media/image34.jpg"/><Relationship Id="rId18" Type="http://schemas.openxmlformats.org/officeDocument/2006/relationships/image" Target="../media/image39.jpg"/><Relationship Id="rId3" Type="http://schemas.openxmlformats.org/officeDocument/2006/relationships/image" Target="../media/image24.png"/><Relationship Id="rId7" Type="http://schemas.openxmlformats.org/officeDocument/2006/relationships/image" Target="../media/image28.jpg"/><Relationship Id="rId12" Type="http://schemas.openxmlformats.org/officeDocument/2006/relationships/image" Target="../media/image33.jpg"/><Relationship Id="rId17" Type="http://schemas.openxmlformats.org/officeDocument/2006/relationships/image" Target="../media/image38.jpg"/><Relationship Id="rId2" Type="http://schemas.openxmlformats.org/officeDocument/2006/relationships/image" Target="../media/image23.png"/><Relationship Id="rId16" Type="http://schemas.openxmlformats.org/officeDocument/2006/relationships/image" Target="../media/image37.jpg"/><Relationship Id="rId20" Type="http://schemas.openxmlformats.org/officeDocument/2006/relationships/image" Target="../media/image41.png"/><Relationship Id="rId1" Type="http://schemas.openxmlformats.org/officeDocument/2006/relationships/slideLayout" Target="../slideLayouts/slideLayout3.xml"/><Relationship Id="rId6" Type="http://schemas.openxmlformats.org/officeDocument/2006/relationships/image" Target="../media/image27.jpg"/><Relationship Id="rId11" Type="http://schemas.openxmlformats.org/officeDocument/2006/relationships/image" Target="../media/image32.jpg"/><Relationship Id="rId5" Type="http://schemas.openxmlformats.org/officeDocument/2006/relationships/image" Target="../media/image26.png"/><Relationship Id="rId15" Type="http://schemas.openxmlformats.org/officeDocument/2006/relationships/image" Target="../media/image36.jpg"/><Relationship Id="rId10" Type="http://schemas.openxmlformats.org/officeDocument/2006/relationships/image" Target="../media/image31.jpg"/><Relationship Id="rId19" Type="http://schemas.openxmlformats.org/officeDocument/2006/relationships/image" Target="../media/image40.jpg"/><Relationship Id="rId4" Type="http://schemas.openxmlformats.org/officeDocument/2006/relationships/image" Target="../media/image25.png"/><Relationship Id="rId9" Type="http://schemas.openxmlformats.org/officeDocument/2006/relationships/image" Target="../media/image30.jpg"/><Relationship Id="rId14" Type="http://schemas.openxmlformats.org/officeDocument/2006/relationships/image" Target="../media/image35.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5A8B2E06-DB0A-2020-E15C-B7CBE8E706DB}"/>
              </a:ext>
            </a:extLst>
          </p:cNvPr>
          <p:cNvSpPr>
            <a:spLocks noGrp="1"/>
          </p:cNvSpPr>
          <p:nvPr>
            <p:ph type="body" sz="quarter" idx="10"/>
          </p:nvPr>
        </p:nvSpPr>
        <p:spPr>
          <a:xfrm>
            <a:off x="4191000" y="2057400"/>
            <a:ext cx="31013400" cy="1828800"/>
          </a:xfrm>
        </p:spPr>
        <p:txBody>
          <a:bodyPr/>
          <a:lstStyle/>
          <a:p>
            <a:pPr algn="ctr">
              <a:spcBef>
                <a:spcPts val="2400"/>
              </a:spcBef>
            </a:pPr>
            <a:r>
              <a:rPr lang="en-US" sz="4000" dirty="0"/>
              <a:t>Anton </a:t>
            </a:r>
            <a:r>
              <a:rPr lang="en-US" sz="4000" dirty="0" err="1"/>
              <a:t>Erofeev</a:t>
            </a:r>
            <a:r>
              <a:rPr lang="en-US" sz="4000" dirty="0"/>
              <a:t>, Josh Reed Lewis, Israel Trejo</a:t>
            </a:r>
            <a:endParaRPr lang="ru-RU" sz="4000" dirty="0"/>
          </a:p>
          <a:p>
            <a:pPr algn="ctr">
              <a:spcBef>
                <a:spcPts val="2400"/>
              </a:spcBef>
            </a:pPr>
            <a:r>
              <a:rPr lang="en-US" sz="4000" dirty="0"/>
              <a:t>University of Houston, Team number G-00103 </a:t>
            </a:r>
          </a:p>
        </p:txBody>
      </p:sp>
      <p:sp>
        <p:nvSpPr>
          <p:cNvPr id="13" name="Title 12">
            <a:extLst>
              <a:ext uri="{FF2B5EF4-FFF2-40B4-BE49-F238E27FC236}">
                <a16:creationId xmlns:a16="http://schemas.microsoft.com/office/drawing/2014/main" id="{F408B83D-65F3-D19A-D655-E0E68A874803}"/>
              </a:ext>
            </a:extLst>
          </p:cNvPr>
          <p:cNvSpPr>
            <a:spLocks noGrp="1"/>
          </p:cNvSpPr>
          <p:nvPr>
            <p:ph type="title"/>
          </p:nvPr>
        </p:nvSpPr>
        <p:spPr>
          <a:xfrm>
            <a:off x="5130800" y="229672"/>
            <a:ext cx="31369000" cy="1735626"/>
          </a:xfrm>
        </p:spPr>
        <p:txBody>
          <a:bodyPr>
            <a:normAutofit/>
          </a:bodyPr>
          <a:lstStyle/>
          <a:p>
            <a:pPr algn="ctr"/>
            <a:r>
              <a:rPr lang="en-US" sz="8000" dirty="0"/>
              <a:t>Using Echo-State Networks to Reproduce Rare Events in Chaotic Systems </a:t>
            </a:r>
          </a:p>
        </p:txBody>
      </p:sp>
      <p:sp>
        <p:nvSpPr>
          <p:cNvPr id="17" name="TextBox 16">
            <a:extLst>
              <a:ext uri="{FF2B5EF4-FFF2-40B4-BE49-F238E27FC236}">
                <a16:creationId xmlns:a16="http://schemas.microsoft.com/office/drawing/2014/main" id="{CC53204E-1667-FB63-9C18-F201D740EEE0}"/>
              </a:ext>
            </a:extLst>
          </p:cNvPr>
          <p:cNvSpPr txBox="1"/>
          <p:nvPr/>
        </p:nvSpPr>
        <p:spPr>
          <a:xfrm>
            <a:off x="177799" y="4749800"/>
            <a:ext cx="7098491" cy="1015663"/>
          </a:xfrm>
          <a:prstGeom prst="rect">
            <a:avLst/>
          </a:prstGeom>
          <a:solidFill>
            <a:srgbClr val="C8102E"/>
          </a:solidFill>
        </p:spPr>
        <p:txBody>
          <a:bodyPr wrap="square" rtlCol="0">
            <a:spAutoFit/>
          </a:bodyPr>
          <a:lstStyle/>
          <a:p>
            <a:pPr algn="ctr"/>
            <a:r>
              <a:rPr lang="en-US" sz="6000" dirty="0">
                <a:solidFill>
                  <a:schemeClr val="bg1"/>
                </a:solidFill>
              </a:rPr>
              <a:t>Abstract</a:t>
            </a:r>
          </a:p>
        </p:txBody>
      </p:sp>
      <p:sp>
        <p:nvSpPr>
          <p:cNvPr id="18" name="TextBox 17">
            <a:extLst>
              <a:ext uri="{FF2B5EF4-FFF2-40B4-BE49-F238E27FC236}">
                <a16:creationId xmlns:a16="http://schemas.microsoft.com/office/drawing/2014/main" id="{A496E7D3-6FDD-CEC1-9C38-B5DB8AFED11D}"/>
              </a:ext>
            </a:extLst>
          </p:cNvPr>
          <p:cNvSpPr txBox="1"/>
          <p:nvPr/>
        </p:nvSpPr>
        <p:spPr>
          <a:xfrm>
            <a:off x="177799" y="5878043"/>
            <a:ext cx="7098491" cy="5262979"/>
          </a:xfrm>
          <a:prstGeom prst="rect">
            <a:avLst/>
          </a:prstGeom>
          <a:noFill/>
        </p:spPr>
        <p:txBody>
          <a:bodyPr wrap="square" rtlCol="0">
            <a:spAutoFit/>
          </a:bodyPr>
          <a:lstStyle/>
          <a:p>
            <a:r>
              <a:rPr lang="en-US" sz="2800" dirty="0"/>
              <a:t>We apply the Echo-State Networks to predict the time series and statistical properties of the Lorenz63 chaotic model. In particular, we demonstrate that original (1 layer) Echo-State Network successfully learn the chaotic attractor of the Lorenz63 model and reproduce histograms of dependent variables, including tails and rare events. We introduce the Authors’ (3 layer) Echo-State Networks that predict statistics better than original one. We use the Kolmogorov-Smirnov test and Kolmogorov distance to quantify the tail behavior. </a:t>
            </a:r>
          </a:p>
        </p:txBody>
      </p:sp>
      <p:sp>
        <p:nvSpPr>
          <p:cNvPr id="19" name="TextBox 18">
            <a:extLst>
              <a:ext uri="{FF2B5EF4-FFF2-40B4-BE49-F238E27FC236}">
                <a16:creationId xmlns:a16="http://schemas.microsoft.com/office/drawing/2014/main" id="{89A68A54-8FFF-7BF8-2EB8-F5720700C28C}"/>
              </a:ext>
            </a:extLst>
          </p:cNvPr>
          <p:cNvSpPr txBox="1"/>
          <p:nvPr/>
        </p:nvSpPr>
        <p:spPr>
          <a:xfrm>
            <a:off x="27152955" y="28440732"/>
            <a:ext cx="9239785" cy="1015663"/>
          </a:xfrm>
          <a:prstGeom prst="rect">
            <a:avLst/>
          </a:prstGeom>
          <a:solidFill>
            <a:srgbClr val="C8102E"/>
          </a:solidFill>
        </p:spPr>
        <p:txBody>
          <a:bodyPr wrap="square" rtlCol="0">
            <a:spAutoFit/>
          </a:bodyPr>
          <a:lstStyle/>
          <a:p>
            <a:pPr algn="ctr"/>
            <a:r>
              <a:rPr lang="en-US" sz="6000" dirty="0">
                <a:solidFill>
                  <a:schemeClr val="bg1"/>
                </a:solidFill>
              </a:rPr>
              <a:t>Acknowledgments</a:t>
            </a:r>
          </a:p>
        </p:txBody>
      </p:sp>
      <p:sp>
        <p:nvSpPr>
          <p:cNvPr id="20" name="TextBox 19">
            <a:extLst>
              <a:ext uri="{FF2B5EF4-FFF2-40B4-BE49-F238E27FC236}">
                <a16:creationId xmlns:a16="http://schemas.microsoft.com/office/drawing/2014/main" id="{69277252-7599-E6AC-6404-2E2200D94AEB}"/>
              </a:ext>
            </a:extLst>
          </p:cNvPr>
          <p:cNvSpPr txBox="1"/>
          <p:nvPr/>
        </p:nvSpPr>
        <p:spPr>
          <a:xfrm>
            <a:off x="27152955" y="29809857"/>
            <a:ext cx="9239784" cy="1384995"/>
          </a:xfrm>
          <a:prstGeom prst="rect">
            <a:avLst/>
          </a:prstGeom>
          <a:noFill/>
        </p:spPr>
        <p:txBody>
          <a:bodyPr wrap="square" rtlCol="0">
            <a:spAutoFit/>
          </a:bodyPr>
          <a:lstStyle/>
          <a:p>
            <a:r>
              <a:rPr lang="en-US" sz="2800" dirty="0"/>
              <a:t>We acknowledge support from Dr. Nouhad Rizk for teaching COSC 4337 Data Science II course and exploring selected topic in Deep Learning.</a:t>
            </a:r>
          </a:p>
        </p:txBody>
      </p:sp>
      <p:sp>
        <p:nvSpPr>
          <p:cNvPr id="21" name="TextBox 20">
            <a:extLst>
              <a:ext uri="{FF2B5EF4-FFF2-40B4-BE49-F238E27FC236}">
                <a16:creationId xmlns:a16="http://schemas.microsoft.com/office/drawing/2014/main" id="{1F83542C-3F9C-BBE2-CE92-118F5F4D32A3}"/>
              </a:ext>
            </a:extLst>
          </p:cNvPr>
          <p:cNvSpPr txBox="1"/>
          <p:nvPr/>
        </p:nvSpPr>
        <p:spPr>
          <a:xfrm>
            <a:off x="177799" y="11255045"/>
            <a:ext cx="7098491" cy="1015663"/>
          </a:xfrm>
          <a:prstGeom prst="rect">
            <a:avLst/>
          </a:prstGeom>
          <a:solidFill>
            <a:srgbClr val="C8102E"/>
          </a:solidFill>
        </p:spPr>
        <p:txBody>
          <a:bodyPr wrap="square" rtlCol="0">
            <a:spAutoFit/>
          </a:bodyPr>
          <a:lstStyle/>
          <a:p>
            <a:pPr algn="ctr"/>
            <a:r>
              <a:rPr lang="en-US" sz="6000" dirty="0">
                <a:solidFill>
                  <a:schemeClr val="bg1"/>
                </a:solidFill>
              </a:rPr>
              <a:t>Problem Formulation</a:t>
            </a:r>
          </a:p>
        </p:txBody>
      </p:sp>
      <p:sp>
        <p:nvSpPr>
          <p:cNvPr id="26" name="Rectangle 4">
            <a:extLst>
              <a:ext uri="{FF2B5EF4-FFF2-40B4-BE49-F238E27FC236}">
                <a16:creationId xmlns:a16="http://schemas.microsoft.com/office/drawing/2014/main" id="{72BD434A-B8E4-309D-0CA5-450B243DA7AC}"/>
              </a:ext>
            </a:extLst>
          </p:cNvPr>
          <p:cNvSpPr>
            <a:spLocks noChangeArrowheads="1"/>
          </p:cNvSpPr>
          <p:nvPr/>
        </p:nvSpPr>
        <p:spPr bwMode="auto">
          <a:xfrm>
            <a:off x="177799" y="12395464"/>
            <a:ext cx="7113609"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rPr>
              <a:t>Goal: Use Echo-State Networks (ESNs) to learn the flow map and invariant measure of a 3D chaotic Lorenz63 system.</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rPr>
              <a:t>Focus on rare events: important in systems like climate where tail behavior matters.</a:t>
            </a:r>
          </a:p>
          <a:p>
            <a:pPr marR="0" lvl="0" algn="l" defTabSz="914400" rtl="0" eaLnBrk="0" fontAlgn="base" latinLnBrk="0" hangingPunct="0">
              <a:lnSpc>
                <a:spcPct val="100000"/>
              </a:lnSpc>
              <a:spcBef>
                <a:spcPct val="0"/>
              </a:spcBef>
              <a:spcAft>
                <a:spcPct val="0"/>
              </a:spcAft>
              <a:buClrTx/>
              <a:buSzTx/>
              <a:tabLst/>
            </a:pPr>
            <a:endParaRPr kumimoji="0" lang="en-US" altLang="en-US" sz="28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tx1"/>
                </a:solidFill>
                <a:effectLst/>
              </a:rPr>
              <a:t>Challenges</a:t>
            </a:r>
            <a:r>
              <a:rPr kumimoji="0" lang="en-US" altLang="en-US" sz="2800" i="0" u="none" strike="noStrike" cap="none" normalizeH="0" baseline="0" dirty="0">
                <a:ln>
                  <a:noFill/>
                </a:ln>
                <a:solidFill>
                  <a:schemeClr val="tx1"/>
                </a:solidFill>
                <a:effectLst/>
              </a:rPr>
              <a:t>:</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rPr>
              <a:t>ESNs typically developed for trajectory prediction, not statistical properties.</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rPr>
              <a:t>Rare events occur in low-density regions of phase space—difficult to capture accurately.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i="0" u="none" strike="noStrike" cap="none" normalizeH="0" baseline="0" dirty="0">
              <a:ln>
                <a:noFill/>
              </a:ln>
              <a:solidFill>
                <a:schemeClr val="tx1"/>
              </a:solidFill>
              <a:effectLst/>
            </a:endParaRPr>
          </a:p>
        </p:txBody>
      </p:sp>
      <p:sp>
        <p:nvSpPr>
          <p:cNvPr id="28" name="TextBox 27">
            <a:extLst>
              <a:ext uri="{FF2B5EF4-FFF2-40B4-BE49-F238E27FC236}">
                <a16:creationId xmlns:a16="http://schemas.microsoft.com/office/drawing/2014/main" id="{7EEE318F-34A6-2D8B-28CA-D0944385C4B7}"/>
              </a:ext>
            </a:extLst>
          </p:cNvPr>
          <p:cNvSpPr txBox="1"/>
          <p:nvPr/>
        </p:nvSpPr>
        <p:spPr>
          <a:xfrm>
            <a:off x="177798" y="17364188"/>
            <a:ext cx="7098490" cy="1015663"/>
          </a:xfrm>
          <a:prstGeom prst="rect">
            <a:avLst/>
          </a:prstGeom>
          <a:solidFill>
            <a:srgbClr val="C8102E"/>
          </a:solidFill>
        </p:spPr>
        <p:txBody>
          <a:bodyPr wrap="square" rtlCol="0">
            <a:spAutoFit/>
          </a:bodyPr>
          <a:lstStyle/>
          <a:p>
            <a:pPr algn="ctr"/>
            <a:r>
              <a:rPr lang="en-US" sz="6000" dirty="0">
                <a:solidFill>
                  <a:schemeClr val="bg1"/>
                </a:solidFill>
              </a:rPr>
              <a:t>Methods / Theory</a:t>
            </a: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C3AE138B-C1CA-5946-553D-D2CE1E4809AF}"/>
                  </a:ext>
                </a:extLst>
              </p:cNvPr>
              <p:cNvSpPr txBox="1"/>
              <p:nvPr/>
            </p:nvSpPr>
            <p:spPr>
              <a:xfrm>
                <a:off x="177798" y="18581014"/>
                <a:ext cx="7098490" cy="13018949"/>
              </a:xfrm>
              <a:prstGeom prst="rect">
                <a:avLst/>
              </a:prstGeom>
              <a:noFill/>
            </p:spPr>
            <p:txBody>
              <a:bodyPr wrap="square" rtlCol="0">
                <a:spAutoFit/>
              </a:bodyPr>
              <a:lstStyle/>
              <a:p>
                <a:r>
                  <a:rPr lang="en-US" sz="2800" b="1" dirty="0"/>
                  <a:t>Dynamical System</a:t>
                </a:r>
              </a:p>
              <a:p>
                <a:pPr marL="457200" indent="-457200">
                  <a:buFont typeface="Arial" panose="020B0604020202020204" pitchFamily="34" charset="0"/>
                  <a:buChar char="•"/>
                </a:pPr>
                <a:r>
                  <a:rPr lang="en-US" sz="2800" dirty="0"/>
                  <a:t>3D Lorenz63 ordinary differential equations with well-known coefficients </a:t>
                </a:r>
                <a:r>
                  <a:rPr lang="en-US" sz="2800" i="1" dirty="0">
                    <a:latin typeface="Cambria Math" panose="02040503050406030204" pitchFamily="18" charset="0"/>
                    <a:ea typeface="Cambria Math" panose="02040503050406030204" pitchFamily="18" charset="0"/>
                  </a:rPr>
                  <a:t>                       </a:t>
                </a:r>
                <a14:m>
                  <m:oMath xmlns:m="http://schemas.openxmlformats.org/officeDocument/2006/math">
                    <m:r>
                      <m:rPr>
                        <m:sty m:val="p"/>
                      </m:rPr>
                      <a:rPr lang="el-GR" sz="2800" i="1" smtClean="0">
                        <a:latin typeface="Cambria Math" panose="02040503050406030204" pitchFamily="18" charset="0"/>
                        <a:ea typeface="Cambria Math" panose="02040503050406030204" pitchFamily="18" charset="0"/>
                      </a:rPr>
                      <m:t>σ</m:t>
                    </m:r>
                    <m:r>
                      <a:rPr lang="en-US" sz="2800" b="0" i="1" smtClean="0">
                        <a:latin typeface="Cambria Math" panose="02040503050406030204" pitchFamily="18" charset="0"/>
                        <a:ea typeface="Cambria Math" panose="02040503050406030204" pitchFamily="18" charset="0"/>
                      </a:rPr>
                      <m:t>=10, </m:t>
                    </m:r>
                    <m:r>
                      <a:rPr lang="en-US" sz="2800" i="1" smtClean="0">
                        <a:latin typeface="Cambria Math" panose="02040503050406030204" pitchFamily="18" charset="0"/>
                        <a:ea typeface="Cambria Math" panose="02040503050406030204" pitchFamily="18" charset="0"/>
                      </a:rPr>
                      <m:t>𝜌</m:t>
                    </m:r>
                    <m:r>
                      <a:rPr lang="en-US" sz="2800" b="0" i="1" smtClean="0">
                        <a:latin typeface="Cambria Math" panose="02040503050406030204" pitchFamily="18" charset="0"/>
                        <a:ea typeface="Cambria Math" panose="02040503050406030204" pitchFamily="18" charset="0"/>
                      </a:rPr>
                      <m:t>=28,  </m:t>
                    </m:r>
                    <m:r>
                      <a:rPr lang="en-US" sz="2800" i="1" smtClean="0">
                        <a:latin typeface="Cambria Math" panose="02040503050406030204" pitchFamily="18" charset="0"/>
                        <a:ea typeface="Cambria Math" panose="02040503050406030204" pitchFamily="18" charset="0"/>
                      </a:rPr>
                      <m:t>𝛽</m:t>
                    </m:r>
                    <m:r>
                      <a:rPr lang="en-US" sz="2800" b="0" i="1" smtClean="0">
                        <a:latin typeface="Cambria Math" panose="02040503050406030204" pitchFamily="18" charset="0"/>
                        <a:ea typeface="Cambria Math" panose="02040503050406030204" pitchFamily="18" charset="0"/>
                      </a:rPr>
                      <m:t>=8/3</m:t>
                    </m:r>
                  </m:oMath>
                </a14:m>
                <a:r>
                  <a:rPr lang="en-US" sz="2800" dirty="0"/>
                  <a:t>, which make the model chaotic</a:t>
                </a:r>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b="1" dirty="0"/>
              </a:p>
              <a:p>
                <a:pPr marL="457200" indent="-457200">
                  <a:buFont typeface="Arial" panose="020B0604020202020204" pitchFamily="34" charset="0"/>
                  <a:buChar char="•"/>
                </a:pPr>
                <a:r>
                  <a:rPr lang="en-US" sz="2800" dirty="0"/>
                  <a:t>Integrated using a fixed time-step generator with  </a:t>
                </a:r>
                <a:r>
                  <a:rPr lang="el-GR" sz="2800" dirty="0"/>
                  <a:t>δ</a:t>
                </a:r>
                <a:r>
                  <a:rPr lang="en-US" sz="2800" dirty="0"/>
                  <a:t>t = 0.001; </a:t>
                </a:r>
              </a:p>
              <a:p>
                <a:pPr marL="457200" indent="-457200">
                  <a:buFont typeface="Arial" panose="020B0604020202020204" pitchFamily="34" charset="0"/>
                  <a:buChar char="•"/>
                </a:pPr>
                <a:r>
                  <a:rPr lang="en-US" sz="2800" dirty="0"/>
                  <a:t>Trajectories are sampled with ∆t = 100</a:t>
                </a:r>
              </a:p>
              <a:p>
                <a:endParaRPr lang="en-US" sz="2800" dirty="0"/>
              </a:p>
              <a:p>
                <a:r>
                  <a:rPr lang="en-US" sz="2800" b="1" dirty="0"/>
                  <a:t>Echo-State Network (ESN)</a:t>
                </a:r>
              </a:p>
              <a:p>
                <a:pPr marL="457200" indent="-457200">
                  <a:buFont typeface="Arial" panose="020B0604020202020204" pitchFamily="34" charset="0"/>
                  <a:buChar char="•"/>
                </a:pPr>
                <a:r>
                  <a:rPr lang="en-US" sz="2800" dirty="0"/>
                  <a:t>Reservoir state update</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Output prediction</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Only output weights​ are trained </a:t>
                </a:r>
              </a:p>
              <a:p>
                <a:pPr marL="457200" indent="-457200">
                  <a:buFont typeface="Arial" panose="020B0604020202020204" pitchFamily="34" charset="0"/>
                  <a:buChar char="•"/>
                </a:pPr>
                <a:r>
                  <a:rPr lang="en-US" sz="2800" dirty="0"/>
                  <a:t>Training data size: 200000</a:t>
                </a:r>
              </a:p>
              <a:p>
                <a:pPr marL="457200" indent="-457200">
                  <a:buFont typeface="Arial" panose="020B0604020202020204" pitchFamily="34" charset="0"/>
                  <a:buChar char="•"/>
                </a:pPr>
                <a:r>
                  <a:rPr lang="en-US" sz="2800" dirty="0"/>
                  <a:t>For the prediction phase, warm up the reservoir with 10 ESN steps</a:t>
                </a:r>
              </a:p>
              <a:p>
                <a:pPr marL="457200" indent="-457200">
                  <a:buFont typeface="Arial" panose="020B0604020202020204" pitchFamily="34" charset="0"/>
                  <a:buChar char="•"/>
                </a:pPr>
                <a:r>
                  <a:rPr lang="en-US" sz="2800" dirty="0"/>
                  <a:t>Prediction histograms consist of 10M points</a:t>
                </a:r>
              </a:p>
            </p:txBody>
          </p:sp>
        </mc:Choice>
        <mc:Fallback xmlns="">
          <p:sp>
            <p:nvSpPr>
              <p:cNvPr id="29" name="TextBox 28">
                <a:extLst>
                  <a:ext uri="{FF2B5EF4-FFF2-40B4-BE49-F238E27FC236}">
                    <a16:creationId xmlns:a16="http://schemas.microsoft.com/office/drawing/2014/main" id="{C3AE138B-C1CA-5946-553D-D2CE1E4809AF}"/>
                  </a:ext>
                </a:extLst>
              </p:cNvPr>
              <p:cNvSpPr txBox="1">
                <a:spLocks noRot="1" noChangeAspect="1" noMove="1" noResize="1" noEditPoints="1" noAdjustHandles="1" noChangeArrowheads="1" noChangeShapeType="1" noTextEdit="1"/>
              </p:cNvSpPr>
              <p:nvPr/>
            </p:nvSpPr>
            <p:spPr>
              <a:xfrm>
                <a:off x="177798" y="18581014"/>
                <a:ext cx="7098490" cy="13018949"/>
              </a:xfrm>
              <a:prstGeom prst="rect">
                <a:avLst/>
              </a:prstGeom>
              <a:blipFill>
                <a:blip r:embed="rId2"/>
                <a:stretch>
                  <a:fillRect l="-1717" t="-421" r="-1030" b="-375"/>
                </a:stretch>
              </a:blipFill>
            </p:spPr>
            <p:txBody>
              <a:bodyPr/>
              <a:lstStyle/>
              <a:p>
                <a:r>
                  <a:rPr lang="en-US">
                    <a:noFill/>
                  </a:rPr>
                  <a:t> </a:t>
                </a:r>
              </a:p>
            </p:txBody>
          </p:sp>
        </mc:Fallback>
      </mc:AlternateContent>
      <p:pic>
        <p:nvPicPr>
          <p:cNvPr id="37" name="Picture 36">
            <a:extLst>
              <a:ext uri="{FF2B5EF4-FFF2-40B4-BE49-F238E27FC236}">
                <a16:creationId xmlns:a16="http://schemas.microsoft.com/office/drawing/2014/main" id="{83641C34-ECB0-AADD-045B-5068CEC0DCE8}"/>
              </a:ext>
            </a:extLst>
          </p:cNvPr>
          <p:cNvPicPr>
            <a:picLocks noChangeAspect="1"/>
          </p:cNvPicPr>
          <p:nvPr/>
        </p:nvPicPr>
        <p:blipFill>
          <a:blip r:embed="rId3"/>
          <a:stretch>
            <a:fillRect/>
          </a:stretch>
        </p:blipFill>
        <p:spPr>
          <a:xfrm>
            <a:off x="639450" y="27394083"/>
            <a:ext cx="5788774" cy="409935"/>
          </a:xfrm>
          <a:prstGeom prst="rect">
            <a:avLst/>
          </a:prstGeom>
        </p:spPr>
      </p:pic>
      <p:pic>
        <p:nvPicPr>
          <p:cNvPr id="39" name="Picture 38">
            <a:extLst>
              <a:ext uri="{FF2B5EF4-FFF2-40B4-BE49-F238E27FC236}">
                <a16:creationId xmlns:a16="http://schemas.microsoft.com/office/drawing/2014/main" id="{50AF30FB-3B64-39A3-2CEC-C5E760DCFFB9}"/>
              </a:ext>
            </a:extLst>
          </p:cNvPr>
          <p:cNvPicPr>
            <a:picLocks noChangeAspect="1"/>
          </p:cNvPicPr>
          <p:nvPr/>
        </p:nvPicPr>
        <p:blipFill>
          <a:blip r:embed="rId4"/>
          <a:stretch>
            <a:fillRect/>
          </a:stretch>
        </p:blipFill>
        <p:spPr>
          <a:xfrm>
            <a:off x="918545" y="28669850"/>
            <a:ext cx="5230584" cy="438095"/>
          </a:xfrm>
          <a:prstGeom prst="rect">
            <a:avLst/>
          </a:prstGeom>
        </p:spPr>
      </p:pic>
      <p:sp>
        <p:nvSpPr>
          <p:cNvPr id="55" name="TextBox 54">
            <a:extLst>
              <a:ext uri="{FF2B5EF4-FFF2-40B4-BE49-F238E27FC236}">
                <a16:creationId xmlns:a16="http://schemas.microsoft.com/office/drawing/2014/main" id="{C65BA40A-8A54-F69B-C0EE-EFF700D3B2A3}"/>
              </a:ext>
            </a:extLst>
          </p:cNvPr>
          <p:cNvSpPr txBox="1"/>
          <p:nvPr/>
        </p:nvSpPr>
        <p:spPr>
          <a:xfrm>
            <a:off x="7487539" y="5945342"/>
            <a:ext cx="8148010" cy="4832092"/>
          </a:xfrm>
          <a:prstGeom prst="rect">
            <a:avLst/>
          </a:prstGeom>
          <a:noFill/>
        </p:spPr>
        <p:txBody>
          <a:bodyPr wrap="square" rtlCol="0">
            <a:spAutoFit/>
          </a:bodyPr>
          <a:lstStyle/>
          <a:p>
            <a:pPr marL="457200" indent="-457200">
              <a:buFont typeface="Arial" panose="020B0604020202020204" pitchFamily="34" charset="0"/>
              <a:buChar char="•"/>
            </a:pPr>
            <a:r>
              <a:rPr lang="en-US" sz="2800" dirty="0"/>
              <a:t>Reservoir size: 1000</a:t>
            </a:r>
          </a:p>
          <a:p>
            <a:pPr marL="457200" indent="-457200">
              <a:buFont typeface="Arial" panose="020B0604020202020204" pitchFamily="34" charset="0"/>
              <a:buChar char="•"/>
            </a:pPr>
            <a:r>
              <a:rPr lang="en-US" sz="2800" dirty="0"/>
              <a:t>Sparsity: 50% </a:t>
            </a:r>
          </a:p>
          <a:p>
            <a:pPr marL="457200" indent="-457200">
              <a:buFont typeface="Arial" panose="020B0604020202020204" pitchFamily="34" charset="0"/>
              <a:buChar char="•"/>
            </a:pPr>
            <a:r>
              <a:rPr lang="en-US" sz="2800" dirty="0"/>
              <a:t>Spectral radius (reservoir characteristic): </a:t>
            </a:r>
            <a:r>
              <a:rPr lang="el-GR" sz="2800" dirty="0"/>
              <a:t>λ</a:t>
            </a:r>
            <a:r>
              <a:rPr lang="en-US" sz="2800" baseline="-25000" dirty="0"/>
              <a:t>res</a:t>
            </a:r>
            <a:r>
              <a:rPr lang="en-US" sz="2800" dirty="0"/>
              <a:t> = 0.5</a:t>
            </a:r>
          </a:p>
          <a:p>
            <a:pPr marL="457200" indent="-457200">
              <a:buFont typeface="Arial" panose="020B0604020202020204" pitchFamily="34" charset="0"/>
              <a:buChar char="•"/>
            </a:pPr>
            <a:r>
              <a:rPr lang="en-US" sz="2800" dirty="0"/>
              <a:t>Input weights: </a:t>
            </a:r>
            <a:r>
              <a:rPr lang="pl-PL" sz="2800" dirty="0"/>
              <a:t>W</a:t>
            </a:r>
            <a:r>
              <a:rPr lang="en-US" sz="2800" baseline="-25000" dirty="0"/>
              <a:t>in</a:t>
            </a:r>
            <a:r>
              <a:rPr lang="pl-PL" sz="2800" dirty="0"/>
              <a:t> ∼ Unif [−</a:t>
            </a:r>
            <a:r>
              <a:rPr lang="en-US" sz="2800" dirty="0"/>
              <a:t>0.5</a:t>
            </a:r>
            <a:r>
              <a:rPr lang="pl-PL" sz="2800" dirty="0"/>
              <a:t>, </a:t>
            </a:r>
            <a:r>
              <a:rPr lang="en-US" sz="2800" dirty="0"/>
              <a:t>0.5</a:t>
            </a:r>
            <a:r>
              <a:rPr lang="pl-PL" sz="2800" dirty="0"/>
              <a:t>]</a:t>
            </a:r>
            <a:endParaRPr lang="en-US" sz="2800" dirty="0"/>
          </a:p>
          <a:p>
            <a:pPr marL="457200" indent="-457200">
              <a:buFont typeface="Arial" panose="020B0604020202020204" pitchFamily="34" charset="0"/>
              <a:buChar char="•"/>
            </a:pPr>
            <a:r>
              <a:rPr lang="en-US" sz="2800" dirty="0"/>
              <a:t>Regularization: </a:t>
            </a:r>
            <a:r>
              <a:rPr lang="el-GR" sz="2800" dirty="0"/>
              <a:t>μ = 0.1</a:t>
            </a:r>
            <a:endParaRPr lang="en-US" sz="2800" dirty="0"/>
          </a:p>
          <a:p>
            <a:pPr marL="457200" indent="-457200">
              <a:buFont typeface="Arial" panose="020B0604020202020204" pitchFamily="34" charset="0"/>
              <a:buChar char="•"/>
            </a:pPr>
            <a:r>
              <a:rPr lang="en-US" sz="2800" dirty="0"/>
              <a:t>Data standardization: False</a:t>
            </a:r>
          </a:p>
          <a:p>
            <a:pPr marL="457200" indent="-457200">
              <a:buFont typeface="Arial" panose="020B0604020202020204" pitchFamily="34" charset="0"/>
              <a:buChar char="•"/>
            </a:pPr>
            <a:r>
              <a:rPr lang="en-US" sz="2800" b="1" dirty="0"/>
              <a:t>Original ESN - </a:t>
            </a:r>
            <a:r>
              <a:rPr lang="en-US" sz="2800" dirty="0"/>
              <a:t>output weights consist of only one layer, which is trained by explicit formula with L2 regularization:</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p:txBody>
      </p:sp>
      <p:sp>
        <p:nvSpPr>
          <p:cNvPr id="27" name="TextBox 26">
            <a:extLst>
              <a:ext uri="{FF2B5EF4-FFF2-40B4-BE49-F238E27FC236}">
                <a16:creationId xmlns:a16="http://schemas.microsoft.com/office/drawing/2014/main" id="{7856412C-C83A-8520-B402-727B3B8DB4E7}"/>
              </a:ext>
            </a:extLst>
          </p:cNvPr>
          <p:cNvSpPr txBox="1"/>
          <p:nvPr/>
        </p:nvSpPr>
        <p:spPr>
          <a:xfrm>
            <a:off x="7635909" y="28168600"/>
            <a:ext cx="8270337" cy="4401205"/>
          </a:xfrm>
          <a:prstGeom prst="rect">
            <a:avLst/>
          </a:prstGeom>
          <a:noFill/>
        </p:spPr>
        <p:txBody>
          <a:bodyPr wrap="square" rtlCol="0">
            <a:spAutoFit/>
          </a:bodyPr>
          <a:lstStyle/>
          <a:p>
            <a:pPr marL="457200" indent="-457200">
              <a:buFont typeface="Arial" panose="020B0604020202020204" pitchFamily="34" charset="0"/>
              <a:buChar char="•"/>
            </a:pPr>
            <a:r>
              <a:rPr lang="en-US" sz="2800" dirty="0"/>
              <a:t>Both ESNs predict individual trajectories of the Lorenz63 system approximately for 50 ESN time steps, but the author’s does it more precisely</a:t>
            </a:r>
          </a:p>
          <a:p>
            <a:pPr marL="457200" indent="-457200">
              <a:buFont typeface="Arial" panose="020B0604020202020204" pitchFamily="34" charset="0"/>
              <a:buChar char="•"/>
            </a:pPr>
            <a:r>
              <a:rPr lang="en-US" sz="2800" dirty="0"/>
              <a:t>Both ESNs correctly reproduces histograms for all three variables, but the authors’ does it more carefully</a:t>
            </a:r>
          </a:p>
          <a:p>
            <a:pPr marL="457200" indent="-457200">
              <a:buFont typeface="Arial" panose="020B0604020202020204" pitchFamily="34" charset="0"/>
              <a:buChar char="•"/>
            </a:pPr>
            <a:r>
              <a:rPr lang="en-US" sz="2800" dirty="0"/>
              <a:t>Both ESNs pass Kolmogorov-Smirnov test. Kolmogorov distance is around zero for both ESNs, but the author’s has smaller error, especially for the tails of the distributions.</a:t>
            </a:r>
          </a:p>
        </p:txBody>
      </p:sp>
      <p:sp>
        <p:nvSpPr>
          <p:cNvPr id="62" name="TextBox 61">
            <a:extLst>
              <a:ext uri="{FF2B5EF4-FFF2-40B4-BE49-F238E27FC236}">
                <a16:creationId xmlns:a16="http://schemas.microsoft.com/office/drawing/2014/main" id="{3F307CD3-6679-9461-3D28-C71AD0FABC29}"/>
              </a:ext>
            </a:extLst>
          </p:cNvPr>
          <p:cNvSpPr txBox="1"/>
          <p:nvPr/>
        </p:nvSpPr>
        <p:spPr>
          <a:xfrm>
            <a:off x="17658846" y="28469041"/>
            <a:ext cx="9239785" cy="1015663"/>
          </a:xfrm>
          <a:prstGeom prst="rect">
            <a:avLst/>
          </a:prstGeom>
          <a:solidFill>
            <a:srgbClr val="C8102E"/>
          </a:solidFill>
        </p:spPr>
        <p:txBody>
          <a:bodyPr wrap="square" rtlCol="0">
            <a:spAutoFit/>
          </a:bodyPr>
          <a:lstStyle/>
          <a:p>
            <a:pPr algn="ctr"/>
            <a:r>
              <a:rPr lang="en-US" sz="6000" dirty="0">
                <a:solidFill>
                  <a:schemeClr val="bg1"/>
                </a:solidFill>
              </a:rPr>
              <a:t>Conclusion</a:t>
            </a:r>
          </a:p>
        </p:txBody>
      </p:sp>
      <p:sp>
        <p:nvSpPr>
          <p:cNvPr id="63" name="TextBox 62">
            <a:extLst>
              <a:ext uri="{FF2B5EF4-FFF2-40B4-BE49-F238E27FC236}">
                <a16:creationId xmlns:a16="http://schemas.microsoft.com/office/drawing/2014/main" id="{94FA8C79-6CBC-5B10-CEA0-3FEB5333F46F}"/>
              </a:ext>
            </a:extLst>
          </p:cNvPr>
          <p:cNvSpPr txBox="1"/>
          <p:nvPr/>
        </p:nvSpPr>
        <p:spPr>
          <a:xfrm>
            <a:off x="17654014" y="29713722"/>
            <a:ext cx="9244617" cy="3108543"/>
          </a:xfrm>
          <a:prstGeom prst="rect">
            <a:avLst/>
          </a:prstGeom>
          <a:noFill/>
        </p:spPr>
        <p:txBody>
          <a:bodyPr wrap="square" rtlCol="0">
            <a:spAutoFit/>
          </a:bodyPr>
          <a:lstStyle/>
          <a:p>
            <a:pPr marL="457200" indent="-457200">
              <a:buFont typeface="Arial" panose="020B0604020202020204" pitchFamily="34" charset="0"/>
              <a:buChar char="•"/>
            </a:pPr>
            <a:r>
              <a:rPr lang="en-US" sz="2800" dirty="0"/>
              <a:t>ESN reproduces chaotic time series, histograms and rare events of the 3D Lorenz63 model and its statistical properties with high accuracy.</a:t>
            </a:r>
          </a:p>
          <a:p>
            <a:pPr marL="457200" indent="-457200">
              <a:buFont typeface="Arial" panose="020B0604020202020204" pitchFamily="34" charset="0"/>
              <a:buChar char="•"/>
            </a:pPr>
            <a:r>
              <a:rPr lang="en-US" sz="2800" dirty="0"/>
              <a:t>ESNs can be used in problems where it is necessary to generate trajectories with given statistical properties.</a:t>
            </a:r>
          </a:p>
          <a:p>
            <a:pPr marL="457200" indent="-457200">
              <a:buFont typeface="Arial" panose="020B0604020202020204" pitchFamily="34" charset="0"/>
              <a:buChar char="•"/>
            </a:pPr>
            <a:r>
              <a:rPr lang="en-US" sz="2800" dirty="0"/>
              <a:t>Potential applications include climate studies and heat bath reservoirs.</a:t>
            </a:r>
          </a:p>
        </p:txBody>
      </p:sp>
      <p:pic>
        <p:nvPicPr>
          <p:cNvPr id="8" name="Picture 7">
            <a:extLst>
              <a:ext uri="{FF2B5EF4-FFF2-40B4-BE49-F238E27FC236}">
                <a16:creationId xmlns:a16="http://schemas.microsoft.com/office/drawing/2014/main" id="{7B6C4DA8-CC3F-C02D-0EF1-DB5626DF01DC}"/>
              </a:ext>
            </a:extLst>
          </p:cNvPr>
          <p:cNvPicPr>
            <a:picLocks noChangeAspect="1"/>
          </p:cNvPicPr>
          <p:nvPr/>
        </p:nvPicPr>
        <p:blipFill>
          <a:blip r:embed="rId5"/>
          <a:stretch>
            <a:fillRect/>
          </a:stretch>
        </p:blipFill>
        <p:spPr>
          <a:xfrm>
            <a:off x="639450" y="21116376"/>
            <a:ext cx="3506698" cy="3021581"/>
          </a:xfrm>
          <a:prstGeom prst="rect">
            <a:avLst/>
          </a:prstGeom>
        </p:spPr>
      </p:pic>
      <p:pic>
        <p:nvPicPr>
          <p:cNvPr id="64" name="Picture 63">
            <a:extLst>
              <a:ext uri="{FF2B5EF4-FFF2-40B4-BE49-F238E27FC236}">
                <a16:creationId xmlns:a16="http://schemas.microsoft.com/office/drawing/2014/main" id="{F7924108-56C7-82F4-42FF-8ECBFBC1D4B9}"/>
              </a:ext>
            </a:extLst>
          </p:cNvPr>
          <p:cNvPicPr>
            <a:picLocks noChangeAspect="1"/>
          </p:cNvPicPr>
          <p:nvPr/>
        </p:nvPicPr>
        <p:blipFill>
          <a:blip r:embed="rId6"/>
          <a:stretch>
            <a:fillRect/>
          </a:stretch>
        </p:blipFill>
        <p:spPr>
          <a:xfrm>
            <a:off x="9765952" y="10177017"/>
            <a:ext cx="5884715" cy="6092106"/>
          </a:xfrm>
          <a:prstGeom prst="rect">
            <a:avLst/>
          </a:prstGeom>
        </p:spPr>
      </p:pic>
      <p:pic>
        <p:nvPicPr>
          <p:cNvPr id="66" name="Picture 65">
            <a:extLst>
              <a:ext uri="{FF2B5EF4-FFF2-40B4-BE49-F238E27FC236}">
                <a16:creationId xmlns:a16="http://schemas.microsoft.com/office/drawing/2014/main" id="{77DE70C7-2777-B75A-2740-347280B8DF4F}"/>
              </a:ext>
            </a:extLst>
          </p:cNvPr>
          <p:cNvPicPr>
            <a:picLocks noChangeAspect="1"/>
          </p:cNvPicPr>
          <p:nvPr/>
        </p:nvPicPr>
        <p:blipFill>
          <a:blip r:embed="rId7"/>
          <a:stretch>
            <a:fillRect/>
          </a:stretch>
        </p:blipFill>
        <p:spPr>
          <a:xfrm>
            <a:off x="15604822" y="5945432"/>
            <a:ext cx="10522306" cy="3515127"/>
          </a:xfrm>
          <a:prstGeom prst="rect">
            <a:avLst/>
          </a:prstGeom>
        </p:spPr>
      </p:pic>
      <p:pic>
        <p:nvPicPr>
          <p:cNvPr id="68" name="Picture 67">
            <a:extLst>
              <a:ext uri="{FF2B5EF4-FFF2-40B4-BE49-F238E27FC236}">
                <a16:creationId xmlns:a16="http://schemas.microsoft.com/office/drawing/2014/main" id="{B689D9CC-0D8F-01E6-279C-F8B424072E83}"/>
              </a:ext>
            </a:extLst>
          </p:cNvPr>
          <p:cNvPicPr>
            <a:picLocks noChangeAspect="1"/>
          </p:cNvPicPr>
          <p:nvPr/>
        </p:nvPicPr>
        <p:blipFill>
          <a:blip r:embed="rId8"/>
          <a:stretch>
            <a:fillRect/>
          </a:stretch>
        </p:blipFill>
        <p:spPr>
          <a:xfrm>
            <a:off x="15620431" y="9394256"/>
            <a:ext cx="10506698" cy="3563009"/>
          </a:xfrm>
          <a:prstGeom prst="rect">
            <a:avLst/>
          </a:prstGeom>
        </p:spPr>
      </p:pic>
      <p:pic>
        <p:nvPicPr>
          <p:cNvPr id="70" name="Picture 69">
            <a:extLst>
              <a:ext uri="{FF2B5EF4-FFF2-40B4-BE49-F238E27FC236}">
                <a16:creationId xmlns:a16="http://schemas.microsoft.com/office/drawing/2014/main" id="{E97B452A-B396-6276-2CAB-6D2AEFD0AE14}"/>
              </a:ext>
            </a:extLst>
          </p:cNvPr>
          <p:cNvPicPr>
            <a:picLocks noChangeAspect="1"/>
          </p:cNvPicPr>
          <p:nvPr/>
        </p:nvPicPr>
        <p:blipFill>
          <a:blip r:embed="rId9"/>
          <a:stretch>
            <a:fillRect/>
          </a:stretch>
        </p:blipFill>
        <p:spPr>
          <a:xfrm>
            <a:off x="15620431" y="12927356"/>
            <a:ext cx="10506698" cy="3545628"/>
          </a:xfrm>
          <a:prstGeom prst="rect">
            <a:avLst/>
          </a:prstGeom>
        </p:spPr>
      </p:pic>
      <p:pic>
        <p:nvPicPr>
          <p:cNvPr id="72" name="Picture 71">
            <a:extLst>
              <a:ext uri="{FF2B5EF4-FFF2-40B4-BE49-F238E27FC236}">
                <a16:creationId xmlns:a16="http://schemas.microsoft.com/office/drawing/2014/main" id="{21DCD3CC-3016-E573-C164-57314518A581}"/>
              </a:ext>
            </a:extLst>
          </p:cNvPr>
          <p:cNvPicPr>
            <a:picLocks noChangeAspect="1"/>
          </p:cNvPicPr>
          <p:nvPr/>
        </p:nvPicPr>
        <p:blipFill>
          <a:blip r:embed="rId10"/>
          <a:stretch>
            <a:fillRect/>
          </a:stretch>
        </p:blipFill>
        <p:spPr>
          <a:xfrm>
            <a:off x="26132588" y="5945342"/>
            <a:ext cx="10265611" cy="3449365"/>
          </a:xfrm>
          <a:prstGeom prst="rect">
            <a:avLst/>
          </a:prstGeom>
        </p:spPr>
      </p:pic>
      <p:pic>
        <p:nvPicPr>
          <p:cNvPr id="74" name="Picture 73">
            <a:extLst>
              <a:ext uri="{FF2B5EF4-FFF2-40B4-BE49-F238E27FC236}">
                <a16:creationId xmlns:a16="http://schemas.microsoft.com/office/drawing/2014/main" id="{5E08D8FB-D5E0-FDE0-3DCB-BA98BA23EEB1}"/>
              </a:ext>
            </a:extLst>
          </p:cNvPr>
          <p:cNvPicPr>
            <a:picLocks noChangeAspect="1"/>
          </p:cNvPicPr>
          <p:nvPr/>
        </p:nvPicPr>
        <p:blipFill>
          <a:blip r:embed="rId11"/>
          <a:stretch>
            <a:fillRect/>
          </a:stretch>
        </p:blipFill>
        <p:spPr>
          <a:xfrm>
            <a:off x="26127129" y="9460560"/>
            <a:ext cx="10265611" cy="3466796"/>
          </a:xfrm>
          <a:prstGeom prst="rect">
            <a:avLst/>
          </a:prstGeom>
        </p:spPr>
      </p:pic>
      <p:pic>
        <p:nvPicPr>
          <p:cNvPr id="76" name="Picture 75">
            <a:extLst>
              <a:ext uri="{FF2B5EF4-FFF2-40B4-BE49-F238E27FC236}">
                <a16:creationId xmlns:a16="http://schemas.microsoft.com/office/drawing/2014/main" id="{06DF5117-1D69-830B-5B80-51BCE2B32287}"/>
              </a:ext>
            </a:extLst>
          </p:cNvPr>
          <p:cNvPicPr>
            <a:picLocks noChangeAspect="1"/>
          </p:cNvPicPr>
          <p:nvPr/>
        </p:nvPicPr>
        <p:blipFill>
          <a:blip r:embed="rId12"/>
          <a:stretch>
            <a:fillRect/>
          </a:stretch>
        </p:blipFill>
        <p:spPr>
          <a:xfrm>
            <a:off x="26127129" y="13005017"/>
            <a:ext cx="10265612" cy="3421871"/>
          </a:xfrm>
          <a:prstGeom prst="rect">
            <a:avLst/>
          </a:prstGeom>
        </p:spPr>
      </p:pic>
      <p:sp>
        <p:nvSpPr>
          <p:cNvPr id="77" name="TextBox 76">
            <a:extLst>
              <a:ext uri="{FF2B5EF4-FFF2-40B4-BE49-F238E27FC236}">
                <a16:creationId xmlns:a16="http://schemas.microsoft.com/office/drawing/2014/main" id="{94D119E6-5536-57D7-6493-52CA62F06DEF}"/>
              </a:ext>
            </a:extLst>
          </p:cNvPr>
          <p:cNvSpPr txBox="1"/>
          <p:nvPr/>
        </p:nvSpPr>
        <p:spPr>
          <a:xfrm>
            <a:off x="7493000" y="4749800"/>
            <a:ext cx="28905201" cy="1015663"/>
          </a:xfrm>
          <a:prstGeom prst="rect">
            <a:avLst/>
          </a:prstGeom>
          <a:solidFill>
            <a:srgbClr val="C8102E"/>
          </a:solidFill>
        </p:spPr>
        <p:txBody>
          <a:bodyPr wrap="square" rtlCol="0">
            <a:spAutoFit/>
          </a:bodyPr>
          <a:lstStyle/>
          <a:p>
            <a:pPr algn="ctr"/>
            <a:r>
              <a:rPr lang="en-US" sz="6000" dirty="0">
                <a:solidFill>
                  <a:schemeClr val="bg1"/>
                </a:solidFill>
              </a:rPr>
              <a:t>Original Echo State Network</a:t>
            </a:r>
          </a:p>
        </p:txBody>
      </p:sp>
      <p:sp>
        <p:nvSpPr>
          <p:cNvPr id="78" name="TextBox 77">
            <a:extLst>
              <a:ext uri="{FF2B5EF4-FFF2-40B4-BE49-F238E27FC236}">
                <a16:creationId xmlns:a16="http://schemas.microsoft.com/office/drawing/2014/main" id="{ADF92C2E-8446-27DB-9806-FA40705031BB}"/>
              </a:ext>
            </a:extLst>
          </p:cNvPr>
          <p:cNvSpPr txBox="1"/>
          <p:nvPr/>
        </p:nvSpPr>
        <p:spPr>
          <a:xfrm>
            <a:off x="7487539" y="16532158"/>
            <a:ext cx="28905201" cy="1015663"/>
          </a:xfrm>
          <a:prstGeom prst="rect">
            <a:avLst/>
          </a:prstGeom>
          <a:solidFill>
            <a:srgbClr val="C8102E"/>
          </a:solidFill>
        </p:spPr>
        <p:txBody>
          <a:bodyPr wrap="square" rtlCol="0">
            <a:spAutoFit/>
          </a:bodyPr>
          <a:lstStyle/>
          <a:p>
            <a:pPr algn="ctr"/>
            <a:r>
              <a:rPr lang="en-US" sz="6000" dirty="0">
                <a:solidFill>
                  <a:schemeClr val="bg1"/>
                </a:solidFill>
              </a:rPr>
              <a:t>Authors’ Echo State Network</a:t>
            </a:r>
          </a:p>
        </p:txBody>
      </p:sp>
      <p:pic>
        <p:nvPicPr>
          <p:cNvPr id="80" name="Picture 79">
            <a:extLst>
              <a:ext uri="{FF2B5EF4-FFF2-40B4-BE49-F238E27FC236}">
                <a16:creationId xmlns:a16="http://schemas.microsoft.com/office/drawing/2014/main" id="{79B415CD-42C9-1995-A189-A32D59A615E7}"/>
              </a:ext>
            </a:extLst>
          </p:cNvPr>
          <p:cNvPicPr>
            <a:picLocks noChangeAspect="1"/>
          </p:cNvPicPr>
          <p:nvPr/>
        </p:nvPicPr>
        <p:blipFill>
          <a:blip r:embed="rId13"/>
          <a:stretch>
            <a:fillRect/>
          </a:stretch>
        </p:blipFill>
        <p:spPr>
          <a:xfrm>
            <a:off x="26127129" y="17727533"/>
            <a:ext cx="10265612" cy="3449365"/>
          </a:xfrm>
          <a:prstGeom prst="rect">
            <a:avLst/>
          </a:prstGeom>
        </p:spPr>
      </p:pic>
      <p:pic>
        <p:nvPicPr>
          <p:cNvPr id="82" name="Picture 81">
            <a:extLst>
              <a:ext uri="{FF2B5EF4-FFF2-40B4-BE49-F238E27FC236}">
                <a16:creationId xmlns:a16="http://schemas.microsoft.com/office/drawing/2014/main" id="{93AD3B2B-A781-2536-559D-E78A2BF6BD65}"/>
              </a:ext>
            </a:extLst>
          </p:cNvPr>
          <p:cNvPicPr>
            <a:picLocks noChangeAspect="1"/>
          </p:cNvPicPr>
          <p:nvPr/>
        </p:nvPicPr>
        <p:blipFill>
          <a:blip r:embed="rId14"/>
          <a:stretch>
            <a:fillRect/>
          </a:stretch>
        </p:blipFill>
        <p:spPr>
          <a:xfrm>
            <a:off x="26127129" y="21286432"/>
            <a:ext cx="10265612" cy="3449366"/>
          </a:xfrm>
          <a:prstGeom prst="rect">
            <a:avLst/>
          </a:prstGeom>
        </p:spPr>
      </p:pic>
      <p:pic>
        <p:nvPicPr>
          <p:cNvPr id="84" name="Picture 83">
            <a:extLst>
              <a:ext uri="{FF2B5EF4-FFF2-40B4-BE49-F238E27FC236}">
                <a16:creationId xmlns:a16="http://schemas.microsoft.com/office/drawing/2014/main" id="{D8CE12B3-8803-5338-AB8F-F0C24C70DEB9}"/>
              </a:ext>
            </a:extLst>
          </p:cNvPr>
          <p:cNvPicPr>
            <a:picLocks noChangeAspect="1"/>
          </p:cNvPicPr>
          <p:nvPr/>
        </p:nvPicPr>
        <p:blipFill>
          <a:blip r:embed="rId15"/>
          <a:stretch>
            <a:fillRect/>
          </a:stretch>
        </p:blipFill>
        <p:spPr>
          <a:xfrm>
            <a:off x="26127128" y="24783549"/>
            <a:ext cx="10265612" cy="3421871"/>
          </a:xfrm>
          <a:prstGeom prst="rect">
            <a:avLst/>
          </a:prstGeom>
        </p:spPr>
      </p:pic>
      <p:pic>
        <p:nvPicPr>
          <p:cNvPr id="86" name="Picture 85">
            <a:extLst>
              <a:ext uri="{FF2B5EF4-FFF2-40B4-BE49-F238E27FC236}">
                <a16:creationId xmlns:a16="http://schemas.microsoft.com/office/drawing/2014/main" id="{D8A7DDB4-C038-1AAA-09D0-718988FC42C8}"/>
              </a:ext>
            </a:extLst>
          </p:cNvPr>
          <p:cNvPicPr>
            <a:picLocks noChangeAspect="1"/>
          </p:cNvPicPr>
          <p:nvPr/>
        </p:nvPicPr>
        <p:blipFill>
          <a:blip r:embed="rId16"/>
          <a:stretch>
            <a:fillRect/>
          </a:stretch>
        </p:blipFill>
        <p:spPr>
          <a:xfrm>
            <a:off x="15906246" y="17727532"/>
            <a:ext cx="10220882" cy="3421871"/>
          </a:xfrm>
          <a:prstGeom prst="rect">
            <a:avLst/>
          </a:prstGeom>
        </p:spPr>
      </p:pic>
      <p:pic>
        <p:nvPicPr>
          <p:cNvPr id="88" name="Picture 87">
            <a:extLst>
              <a:ext uri="{FF2B5EF4-FFF2-40B4-BE49-F238E27FC236}">
                <a16:creationId xmlns:a16="http://schemas.microsoft.com/office/drawing/2014/main" id="{A6D4CA67-1AE1-702B-A904-5411C5B39EDF}"/>
              </a:ext>
            </a:extLst>
          </p:cNvPr>
          <p:cNvPicPr>
            <a:picLocks noChangeAspect="1"/>
          </p:cNvPicPr>
          <p:nvPr/>
        </p:nvPicPr>
        <p:blipFill>
          <a:blip r:embed="rId17"/>
          <a:stretch>
            <a:fillRect/>
          </a:stretch>
        </p:blipFill>
        <p:spPr>
          <a:xfrm>
            <a:off x="15906246" y="21274583"/>
            <a:ext cx="10220882" cy="3459032"/>
          </a:xfrm>
          <a:prstGeom prst="rect">
            <a:avLst/>
          </a:prstGeom>
        </p:spPr>
      </p:pic>
      <p:pic>
        <p:nvPicPr>
          <p:cNvPr id="90" name="Picture 89">
            <a:extLst>
              <a:ext uri="{FF2B5EF4-FFF2-40B4-BE49-F238E27FC236}">
                <a16:creationId xmlns:a16="http://schemas.microsoft.com/office/drawing/2014/main" id="{BF60BF43-9856-39C2-0C76-5E86CDB7560E}"/>
              </a:ext>
            </a:extLst>
          </p:cNvPr>
          <p:cNvPicPr>
            <a:picLocks noChangeAspect="1"/>
          </p:cNvPicPr>
          <p:nvPr/>
        </p:nvPicPr>
        <p:blipFill>
          <a:blip r:embed="rId18"/>
          <a:stretch>
            <a:fillRect/>
          </a:stretch>
        </p:blipFill>
        <p:spPr>
          <a:xfrm>
            <a:off x="15906246" y="24798459"/>
            <a:ext cx="10220882" cy="3406961"/>
          </a:xfrm>
          <a:prstGeom prst="rect">
            <a:avLst/>
          </a:prstGeom>
        </p:spPr>
      </p:pic>
      <p:pic>
        <p:nvPicPr>
          <p:cNvPr id="92" name="Picture 91">
            <a:extLst>
              <a:ext uri="{FF2B5EF4-FFF2-40B4-BE49-F238E27FC236}">
                <a16:creationId xmlns:a16="http://schemas.microsoft.com/office/drawing/2014/main" id="{0718F235-CEEE-6C85-DE24-0B0153D7880C}"/>
              </a:ext>
            </a:extLst>
          </p:cNvPr>
          <p:cNvPicPr>
            <a:picLocks noChangeAspect="1"/>
          </p:cNvPicPr>
          <p:nvPr/>
        </p:nvPicPr>
        <p:blipFill>
          <a:blip r:embed="rId19"/>
          <a:stretch>
            <a:fillRect/>
          </a:stretch>
        </p:blipFill>
        <p:spPr>
          <a:xfrm>
            <a:off x="10031716" y="21778646"/>
            <a:ext cx="5874530" cy="6092106"/>
          </a:xfrm>
          <a:prstGeom prst="rect">
            <a:avLst/>
          </a:prstGeom>
        </p:spPr>
      </p:pic>
      <p:pic>
        <p:nvPicPr>
          <p:cNvPr id="93" name="Picture 92">
            <a:extLst>
              <a:ext uri="{FF2B5EF4-FFF2-40B4-BE49-F238E27FC236}">
                <a16:creationId xmlns:a16="http://schemas.microsoft.com/office/drawing/2014/main" id="{F1674A9A-7AF6-F292-E546-02C7D50B8DA6}"/>
              </a:ext>
            </a:extLst>
          </p:cNvPr>
          <p:cNvPicPr>
            <a:picLocks noChangeAspect="1"/>
          </p:cNvPicPr>
          <p:nvPr/>
        </p:nvPicPr>
        <p:blipFill>
          <a:blip r:embed="rId20"/>
          <a:stretch>
            <a:fillRect/>
          </a:stretch>
        </p:blipFill>
        <p:spPr>
          <a:xfrm>
            <a:off x="10628307" y="9531883"/>
            <a:ext cx="4588846" cy="539864"/>
          </a:xfrm>
          <a:prstGeom prst="rect">
            <a:avLst/>
          </a:prstGeom>
        </p:spPr>
      </p:pic>
      <p:sp>
        <p:nvSpPr>
          <p:cNvPr id="94" name="TextBox 93">
            <a:extLst>
              <a:ext uri="{FF2B5EF4-FFF2-40B4-BE49-F238E27FC236}">
                <a16:creationId xmlns:a16="http://schemas.microsoft.com/office/drawing/2014/main" id="{EE8A96F6-96E0-2970-AE62-3FBFDEFA1A36}"/>
              </a:ext>
            </a:extLst>
          </p:cNvPr>
          <p:cNvSpPr txBox="1"/>
          <p:nvPr/>
        </p:nvSpPr>
        <p:spPr>
          <a:xfrm>
            <a:off x="7495098" y="17810856"/>
            <a:ext cx="8132892" cy="3970318"/>
          </a:xfrm>
          <a:prstGeom prst="rect">
            <a:avLst/>
          </a:prstGeom>
          <a:noFill/>
        </p:spPr>
        <p:txBody>
          <a:bodyPr wrap="square" rtlCol="0">
            <a:spAutoFit/>
          </a:bodyPr>
          <a:lstStyle/>
          <a:p>
            <a:pPr marL="457200" indent="-457200">
              <a:buFont typeface="Arial" panose="020B0604020202020204" pitchFamily="34" charset="0"/>
              <a:buChar char="•"/>
            </a:pPr>
            <a:r>
              <a:rPr lang="en-US" sz="2800" dirty="0"/>
              <a:t>Reservoir size: 30</a:t>
            </a:r>
          </a:p>
          <a:p>
            <a:pPr marL="457200" indent="-457200">
              <a:buFont typeface="Arial" panose="020B0604020202020204" pitchFamily="34" charset="0"/>
              <a:buChar char="•"/>
            </a:pPr>
            <a:r>
              <a:rPr lang="en-US" sz="2800" dirty="0"/>
              <a:t>Sparsity: 50% </a:t>
            </a:r>
          </a:p>
          <a:p>
            <a:pPr marL="457200" indent="-457200">
              <a:buFont typeface="Arial" panose="020B0604020202020204" pitchFamily="34" charset="0"/>
              <a:buChar char="•"/>
            </a:pPr>
            <a:r>
              <a:rPr lang="en-US" sz="2800" dirty="0"/>
              <a:t>Spectral radius (reservoir characteristic): </a:t>
            </a:r>
            <a:r>
              <a:rPr lang="el-GR" sz="2800" dirty="0"/>
              <a:t>λ</a:t>
            </a:r>
            <a:r>
              <a:rPr lang="en-US" sz="2800" baseline="-25000" dirty="0"/>
              <a:t>res</a:t>
            </a:r>
            <a:r>
              <a:rPr lang="en-US" sz="2800" dirty="0"/>
              <a:t> = 0.5</a:t>
            </a:r>
          </a:p>
          <a:p>
            <a:pPr marL="457200" indent="-457200">
              <a:buFont typeface="Arial" panose="020B0604020202020204" pitchFamily="34" charset="0"/>
              <a:buChar char="•"/>
            </a:pPr>
            <a:r>
              <a:rPr lang="en-US" sz="2800" dirty="0"/>
              <a:t>Input weights: </a:t>
            </a:r>
            <a:r>
              <a:rPr lang="pl-PL" sz="2800" dirty="0"/>
              <a:t>W</a:t>
            </a:r>
            <a:r>
              <a:rPr lang="en-US" sz="2800" baseline="-25000" dirty="0"/>
              <a:t>in</a:t>
            </a:r>
            <a:r>
              <a:rPr lang="pl-PL" sz="2800" dirty="0"/>
              <a:t> ∼ Unif [−</a:t>
            </a:r>
            <a:r>
              <a:rPr lang="en-US" sz="2800" dirty="0"/>
              <a:t>0.5</a:t>
            </a:r>
            <a:r>
              <a:rPr lang="pl-PL" sz="2800" dirty="0"/>
              <a:t>, </a:t>
            </a:r>
            <a:r>
              <a:rPr lang="en-US" sz="2800" dirty="0"/>
              <a:t>0.5</a:t>
            </a:r>
            <a:r>
              <a:rPr lang="pl-PL" sz="2800" dirty="0"/>
              <a:t>]</a:t>
            </a:r>
            <a:endParaRPr lang="en-US" sz="2800" dirty="0"/>
          </a:p>
          <a:p>
            <a:pPr marL="457200" indent="-457200">
              <a:buFont typeface="Arial" panose="020B0604020202020204" pitchFamily="34" charset="0"/>
              <a:buChar char="•"/>
            </a:pPr>
            <a:r>
              <a:rPr lang="en-US" sz="2800" dirty="0"/>
              <a:t>Adam optimizer: </a:t>
            </a:r>
            <a:r>
              <a:rPr lang="en-US" sz="2800" dirty="0" err="1"/>
              <a:t>lr</a:t>
            </a:r>
            <a:r>
              <a:rPr lang="en-US" sz="2800" dirty="0"/>
              <a:t> = 1e-3, wd = 1e-5</a:t>
            </a:r>
          </a:p>
          <a:p>
            <a:pPr marL="457200" indent="-457200">
              <a:buFont typeface="Arial" panose="020B0604020202020204" pitchFamily="34" charset="0"/>
              <a:buChar char="•"/>
            </a:pPr>
            <a:r>
              <a:rPr lang="en-US" sz="2800" dirty="0"/>
              <a:t>Data standardization: True</a:t>
            </a:r>
          </a:p>
          <a:p>
            <a:pPr marL="457200" indent="-457200">
              <a:buFont typeface="Arial" panose="020B0604020202020204" pitchFamily="34" charset="0"/>
              <a:buChar char="•"/>
            </a:pPr>
            <a:r>
              <a:rPr lang="en-US" sz="2800" b="1" dirty="0"/>
              <a:t>Author’s ESN - </a:t>
            </a:r>
            <a:r>
              <a:rPr lang="en-US" sz="2800" dirty="0"/>
              <a:t>output weights consist of three layers: Linear(30,21), </a:t>
            </a:r>
            <a:r>
              <a:rPr lang="en-US" sz="2800" dirty="0" err="1"/>
              <a:t>GeLU</a:t>
            </a:r>
            <a:r>
              <a:rPr lang="en-US" sz="2800" dirty="0"/>
              <a:t>(), Linear(21,12), </a:t>
            </a:r>
            <a:r>
              <a:rPr lang="en-US" sz="2800" dirty="0" err="1"/>
              <a:t>GeLU</a:t>
            </a:r>
            <a:r>
              <a:rPr lang="en-US" sz="2800" dirty="0"/>
              <a:t>(), Linear(12,3)</a:t>
            </a:r>
          </a:p>
        </p:txBody>
      </p:sp>
      <p:sp>
        <p:nvSpPr>
          <p:cNvPr id="95" name="TextBox 94">
            <a:extLst>
              <a:ext uri="{FF2B5EF4-FFF2-40B4-BE49-F238E27FC236}">
                <a16:creationId xmlns:a16="http://schemas.microsoft.com/office/drawing/2014/main" id="{66905A05-D977-E662-18E4-D0FEF25F6004}"/>
              </a:ext>
            </a:extLst>
          </p:cNvPr>
          <p:cNvSpPr txBox="1"/>
          <p:nvPr/>
        </p:nvSpPr>
        <p:spPr>
          <a:xfrm>
            <a:off x="7362985" y="9883860"/>
            <a:ext cx="2794000" cy="4832092"/>
          </a:xfrm>
          <a:prstGeom prst="rect">
            <a:avLst/>
          </a:prstGeom>
          <a:noFill/>
        </p:spPr>
        <p:txBody>
          <a:bodyPr wrap="square" rtlCol="0">
            <a:spAutoFit/>
          </a:bodyPr>
          <a:lstStyle/>
          <a:p>
            <a:pPr marL="457200" indent="-457200">
              <a:buFont typeface="Arial" panose="020B0604020202020204" pitchFamily="34" charset="0"/>
              <a:buChar char="•"/>
            </a:pPr>
            <a:r>
              <a:rPr lang="en-US" sz="2800" dirty="0"/>
              <a:t>Original ESN successfully passes Kolmogorov-Smirnov test</a:t>
            </a:r>
          </a:p>
          <a:p>
            <a:pPr marL="457200" indent="-457200">
              <a:buFont typeface="Arial" panose="020B0604020202020204" pitchFamily="34" charset="0"/>
              <a:buChar char="•"/>
            </a:pPr>
            <a:r>
              <a:rPr lang="en-US" sz="2800" dirty="0"/>
              <a:t>However, it indicates the presence of outliers in predicted trajectories</a:t>
            </a:r>
          </a:p>
        </p:txBody>
      </p:sp>
      <p:sp>
        <p:nvSpPr>
          <p:cNvPr id="97" name="TextBox 96">
            <a:extLst>
              <a:ext uri="{FF2B5EF4-FFF2-40B4-BE49-F238E27FC236}">
                <a16:creationId xmlns:a16="http://schemas.microsoft.com/office/drawing/2014/main" id="{D68E17A3-D5FD-1E3B-5178-9FA9D6525BC5}"/>
              </a:ext>
            </a:extLst>
          </p:cNvPr>
          <p:cNvSpPr txBox="1"/>
          <p:nvPr/>
        </p:nvSpPr>
        <p:spPr>
          <a:xfrm>
            <a:off x="7356992" y="21778646"/>
            <a:ext cx="2812830" cy="5262979"/>
          </a:xfrm>
          <a:prstGeom prst="rect">
            <a:avLst/>
          </a:prstGeom>
          <a:noFill/>
        </p:spPr>
        <p:txBody>
          <a:bodyPr wrap="square" rtlCol="0">
            <a:spAutoFit/>
          </a:bodyPr>
          <a:lstStyle/>
          <a:p>
            <a:pPr marL="457200" indent="-457200">
              <a:buFont typeface="Arial" panose="020B0604020202020204" pitchFamily="34" charset="0"/>
              <a:buChar char="•"/>
            </a:pPr>
            <a:r>
              <a:rPr lang="en-US" sz="2800" dirty="0"/>
              <a:t>Author’s ESN successfully passes Kolmogorov-Smirnov test</a:t>
            </a:r>
          </a:p>
          <a:p>
            <a:pPr marL="457200" indent="-457200">
              <a:buFont typeface="Arial" panose="020B0604020202020204" pitchFamily="34" charset="0"/>
              <a:buChar char="•"/>
            </a:pPr>
            <a:r>
              <a:rPr lang="en-US" sz="2800" dirty="0"/>
              <a:t>Predicted histograms stay within Lorenz63 attractor; there is no outliers </a:t>
            </a:r>
          </a:p>
        </p:txBody>
      </p:sp>
    </p:spTree>
    <p:extLst>
      <p:ext uri="{BB962C8B-B14F-4D97-AF65-F5344CB8AC3E}">
        <p14:creationId xmlns:p14="http://schemas.microsoft.com/office/powerpoint/2010/main" val="1860698407"/>
      </p:ext>
    </p:extLst>
  </p:cSld>
  <p:clrMapOvr>
    <a:masterClrMapping/>
  </p:clrMapOvr>
</p:sld>
</file>

<file path=ppt/theme/theme1.xml><?xml version="1.0" encoding="utf-8"?>
<a:theme xmlns:a="http://schemas.openxmlformats.org/drawingml/2006/main" name="Red">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rick">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Green">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Forest">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Cream">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Gold">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Slat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Black">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Whit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Directions">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acfa7672-0cb9-4340-bc0a-028c69d9c815" xsi:nil="true"/>
    <lcf76f155ced4ddcb4097134ff3c332f xmlns="4475dbe8-f711-4040-92c2-b06f27e87766">
      <Terms xmlns="http://schemas.microsoft.com/office/infopath/2007/PartnerControls"/>
    </lcf76f155ced4ddcb4097134ff3c332f>
    <Academic_x0020_Year xmlns="4475dbe8-f711-4040-92c2-b06f27e87766" xsi:nil="true"/>
    <AcadYear xmlns="4475dbe8-f711-4040-92c2-b06f27e87766"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D2DBB676FD14E4992CDFD1726E5DC69" ma:contentTypeVersion="21" ma:contentTypeDescription="Create a new document." ma:contentTypeScope="" ma:versionID="c5ae7e3ef9796cf4633709aaa47c8135">
  <xsd:schema xmlns:xsd="http://www.w3.org/2001/XMLSchema" xmlns:xs="http://www.w3.org/2001/XMLSchema" xmlns:p="http://schemas.microsoft.com/office/2006/metadata/properties" xmlns:ns2="4475dbe8-f711-4040-92c2-b06f27e87766" xmlns:ns3="acfa7672-0cb9-4340-bc0a-028c69d9c815" targetNamespace="http://schemas.microsoft.com/office/2006/metadata/properties" ma:root="true" ma:fieldsID="d9e21f2ce9147cd1e20b71539345bea6" ns2:_="" ns3:_="">
    <xsd:import namespace="4475dbe8-f711-4040-92c2-b06f27e87766"/>
    <xsd:import namespace="acfa7672-0cb9-4340-bc0a-028c69d9c815"/>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3:SharedWithUsers" minOccurs="0"/>
                <xsd:element ref="ns3:SharedWithDetails" minOccurs="0"/>
                <xsd:element ref="ns2:MediaServiceLocation" minOccurs="0"/>
                <xsd:element ref="ns2:Academic_x0020_Year" minOccurs="0"/>
                <xsd:element ref="ns2:MediaServiceEventHashCode" minOccurs="0"/>
                <xsd:element ref="ns2:MediaServiceGenerationTime"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cadYea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75dbe8-f711-4040-92c2-b06f27e87766"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DateTaken" ma:index="10" nillable="true" ma:displayName="MediaServiceDateTaken" ma:description="" ma:hidden="true" ma:internalName="MediaServiceDateTaken" ma:readOnly="true">
      <xsd:simpleType>
        <xsd:restriction base="dms:Text"/>
      </xsd:simpleType>
    </xsd:element>
    <xsd:element name="MediaServiceAutoTags" ma:index="11" nillable="true" ma:displayName="MediaServiceAutoTags" ma:description=""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Location" ma:index="15" nillable="true" ma:displayName="MediaServiceLocation" ma:internalName="MediaServiceLocation" ma:readOnly="true">
      <xsd:simpleType>
        <xsd:restriction base="dms:Text"/>
      </xsd:simpleType>
    </xsd:element>
    <xsd:element name="Academic_x0020_Year" ma:index="16" nillable="true" ma:displayName="Academic Year" ma:indexed="true" ma:internalName="Academic_x0020_Year">
      <xsd:simpleType>
        <xsd:restriction base="dms:Choice">
          <xsd:enumeration value="2016-2017"/>
          <xsd:enumeration value="2017-2018"/>
          <xsd:enumeration value="2018-2019"/>
        </xsd:restriction>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3d3ec5fc-e53c-44b8-a5cd-ce895a24db6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cadYear" ma:index="27" nillable="true" ma:displayName="Acad Year" ma:format="Dropdown" ma:internalName="AcadYear">
      <xsd:simpleType>
        <xsd:union memberTypes="dms:Text">
          <xsd:simpleType>
            <xsd:restriction base="dms:Choice">
              <xsd:enumeration value="2024-2025"/>
              <xsd:enumeration value="2023-2024"/>
              <xsd:enumeration value="2022-2023"/>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acfa7672-0cb9-4340-bc0a-028c69d9c815"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3d027dff-16c6-41db-ba79-4eb89c547428}" ma:internalName="TaxCatchAll" ma:showField="CatchAllData" ma:web="acfa7672-0cb9-4340-bc0a-028c69d9c81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A9F96EA-0874-45E7-AC6F-8546E1DF4626}">
  <ds:schemaRefs>
    <ds:schemaRef ds:uri="4475dbe8-f711-4040-92c2-b06f27e87766"/>
    <ds:schemaRef ds:uri="acfa7672-0cb9-4340-bc0a-028c69d9c81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5166560B-A9FB-45FB-BC33-48AB40AFDAE0}">
  <ds:schemaRefs>
    <ds:schemaRef ds:uri="4475dbe8-f711-4040-92c2-b06f27e87766"/>
    <ds:schemaRef ds:uri="acfa7672-0cb9-4340-bc0a-028c69d9c81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CC4F200-87BF-4126-AA4A-6A94BD69FEB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642</TotalTime>
  <Words>595</Words>
  <Application>Microsoft Office PowerPoint</Application>
  <PresentationFormat>Custom</PresentationFormat>
  <Paragraphs>67</Paragraphs>
  <Slides>1</Slides>
  <Notes>0</Notes>
  <HiddenSlides>0</HiddenSlides>
  <MMClips>0</MMClips>
  <ScaleCrop>false</ScaleCrop>
  <HeadingPairs>
    <vt:vector size="6" baseType="variant">
      <vt:variant>
        <vt:lpstr>Fonts Used</vt:lpstr>
      </vt:variant>
      <vt:variant>
        <vt:i4>4</vt:i4>
      </vt:variant>
      <vt:variant>
        <vt:lpstr>Theme</vt:lpstr>
      </vt:variant>
      <vt:variant>
        <vt:i4>10</vt:i4>
      </vt:variant>
      <vt:variant>
        <vt:lpstr>Slide Titles</vt:lpstr>
      </vt:variant>
      <vt:variant>
        <vt:i4>1</vt:i4>
      </vt:variant>
    </vt:vector>
  </HeadingPairs>
  <TitlesOfParts>
    <vt:vector size="15" baseType="lpstr">
      <vt:lpstr>Arial</vt:lpstr>
      <vt:lpstr>Arial Nova Cond</vt:lpstr>
      <vt:lpstr>Calibri</vt:lpstr>
      <vt:lpstr>Cambria Math</vt:lpstr>
      <vt:lpstr>Red</vt:lpstr>
      <vt:lpstr>Brick</vt:lpstr>
      <vt:lpstr>Green</vt:lpstr>
      <vt:lpstr>Forest</vt:lpstr>
      <vt:lpstr>Cream</vt:lpstr>
      <vt:lpstr>Gold</vt:lpstr>
      <vt:lpstr>Slate</vt:lpstr>
      <vt:lpstr>Black</vt:lpstr>
      <vt:lpstr>White</vt:lpstr>
      <vt:lpstr>Directions</vt:lpstr>
      <vt:lpstr>Using Echo-State Networks to Reproduce Rare Events in Chaotic Systems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Hayes, Martha S</dc:creator>
  <cp:lastModifiedBy>Israel Trejo</cp:lastModifiedBy>
  <cp:revision>35</cp:revision>
  <dcterms:created xsi:type="dcterms:W3CDTF">2019-11-04T16:35:15Z</dcterms:created>
  <dcterms:modified xsi:type="dcterms:W3CDTF">2025-10-22T21:45:10Z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0x010100AD2DBB676FD14E4992CDFD1726E5DC69</vt:lpwstr>
  </property>
  <property fmtid="{D5CDD505-2E9C-101B-9397-08002B2CF9AE}" pid="3" name="MediaServiceImageTags">
    <vt:lpwstr/>
  </property>
</Properties>
</file>