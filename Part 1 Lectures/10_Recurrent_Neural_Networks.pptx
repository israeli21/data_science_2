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media/image69.jpg" ContentType="image/jpg"/>
  <Override PartName="/ppt/media/image71.jpg" ContentType="image/jpg"/>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66" r:id="rId1"/>
  </p:sldMasterIdLst>
  <p:notesMasterIdLst>
    <p:notesMasterId r:id="rId88"/>
  </p:notesMasterIdLst>
  <p:sldIdLst>
    <p:sldId id="256" r:id="rId2"/>
    <p:sldId id="284" r:id="rId3"/>
    <p:sldId id="285" r:id="rId4"/>
    <p:sldId id="286" r:id="rId5"/>
    <p:sldId id="287" r:id="rId6"/>
    <p:sldId id="288" r:id="rId7"/>
    <p:sldId id="691" r:id="rId8"/>
    <p:sldId id="692" r:id="rId9"/>
    <p:sldId id="693" r:id="rId10"/>
    <p:sldId id="292" r:id="rId11"/>
    <p:sldId id="293" r:id="rId12"/>
    <p:sldId id="294" r:id="rId13"/>
    <p:sldId id="694" r:id="rId14"/>
    <p:sldId id="695" r:id="rId15"/>
    <p:sldId id="280" r:id="rId16"/>
    <p:sldId id="259" r:id="rId17"/>
    <p:sldId id="282" r:id="rId18"/>
    <p:sldId id="281" r:id="rId19"/>
    <p:sldId id="257" r:id="rId20"/>
    <p:sldId id="283" r:id="rId21"/>
    <p:sldId id="258" r:id="rId22"/>
    <p:sldId id="260" r:id="rId23"/>
    <p:sldId id="262" r:id="rId24"/>
    <p:sldId id="696" r:id="rId25"/>
    <p:sldId id="265" r:id="rId26"/>
    <p:sldId id="264" r:id="rId27"/>
    <p:sldId id="266" r:id="rId28"/>
    <p:sldId id="697" r:id="rId29"/>
    <p:sldId id="270" r:id="rId30"/>
    <p:sldId id="271" r:id="rId31"/>
    <p:sldId id="272" r:id="rId32"/>
    <p:sldId id="273" r:id="rId33"/>
    <p:sldId id="698" r:id="rId34"/>
    <p:sldId id="275" r:id="rId35"/>
    <p:sldId id="276" r:id="rId36"/>
    <p:sldId id="277" r:id="rId37"/>
    <p:sldId id="278" r:id="rId38"/>
    <p:sldId id="699" r:id="rId39"/>
    <p:sldId id="700" r:id="rId40"/>
    <p:sldId id="701" r:id="rId41"/>
    <p:sldId id="702" r:id="rId42"/>
    <p:sldId id="703" r:id="rId43"/>
    <p:sldId id="704" r:id="rId44"/>
    <p:sldId id="299" r:id="rId45"/>
    <p:sldId id="304" r:id="rId46"/>
    <p:sldId id="705" r:id="rId47"/>
    <p:sldId id="306" r:id="rId48"/>
    <p:sldId id="307" r:id="rId49"/>
    <p:sldId id="308" r:id="rId50"/>
    <p:sldId id="309" r:id="rId51"/>
    <p:sldId id="706" r:id="rId52"/>
    <p:sldId id="707" r:id="rId53"/>
    <p:sldId id="716" r:id="rId54"/>
    <p:sldId id="717" r:id="rId55"/>
    <p:sldId id="728" r:id="rId56"/>
    <p:sldId id="729" r:id="rId57"/>
    <p:sldId id="718" r:id="rId58"/>
    <p:sldId id="719" r:id="rId59"/>
    <p:sldId id="720" r:id="rId60"/>
    <p:sldId id="721" r:id="rId61"/>
    <p:sldId id="722" r:id="rId62"/>
    <p:sldId id="723" r:id="rId63"/>
    <p:sldId id="724" r:id="rId64"/>
    <p:sldId id="725" r:id="rId65"/>
    <p:sldId id="726" r:id="rId66"/>
    <p:sldId id="727" r:id="rId67"/>
    <p:sldId id="730" r:id="rId68"/>
    <p:sldId id="731" r:id="rId69"/>
    <p:sldId id="732" r:id="rId70"/>
    <p:sldId id="733" r:id="rId71"/>
    <p:sldId id="734" r:id="rId72"/>
    <p:sldId id="735" r:id="rId73"/>
    <p:sldId id="736" r:id="rId74"/>
    <p:sldId id="737" r:id="rId75"/>
    <p:sldId id="738" r:id="rId76"/>
    <p:sldId id="739" r:id="rId77"/>
    <p:sldId id="740" r:id="rId78"/>
    <p:sldId id="741" r:id="rId79"/>
    <p:sldId id="708" r:id="rId80"/>
    <p:sldId id="709" r:id="rId81"/>
    <p:sldId id="710" r:id="rId82"/>
    <p:sldId id="711" r:id="rId83"/>
    <p:sldId id="712" r:id="rId84"/>
    <p:sldId id="713" r:id="rId85"/>
    <p:sldId id="714" r:id="rId86"/>
    <p:sldId id="715" r:id="rId87"/>
  </p:sldIdLst>
  <p:sldSz cx="10083800" cy="5670550"/>
  <p:notesSz cx="10083800" cy="567055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1317" autoAdjust="0"/>
    <p:restoredTop sz="94660"/>
  </p:normalViewPr>
  <p:slideViewPr>
    <p:cSldViewPr>
      <p:cViewPr>
        <p:scale>
          <a:sx n="71" d="100"/>
          <a:sy n="71" d="100"/>
        </p:scale>
        <p:origin x="38" y="411"/>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presProps" Target="presProps.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90" Type="http://schemas.openxmlformats.org/officeDocument/2006/relationships/viewProps" Target="viewProps.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notesMaster" Target="notesMasters/notesMaster1.xml"/><Relationship Id="rId9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tableStyles" Target="tableStyles.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4370388" cy="284163"/>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5711825" y="0"/>
            <a:ext cx="4370388" cy="284163"/>
          </a:xfrm>
          <a:prstGeom prst="rect">
            <a:avLst/>
          </a:prstGeom>
        </p:spPr>
        <p:txBody>
          <a:bodyPr vert="horz" lIns="91440" tIns="45720" rIns="91440" bIns="45720" rtlCol="0"/>
          <a:lstStyle>
            <a:lvl1pPr algn="r">
              <a:defRPr sz="1200"/>
            </a:lvl1pPr>
          </a:lstStyle>
          <a:p>
            <a:fld id="{FC78DA6D-BA35-47CD-BB0B-F04D34A1F301}" type="datetimeFigureOut">
              <a:rPr lang="en-US" smtClean="0"/>
              <a:t>9/21/2025</a:t>
            </a:fld>
            <a:endParaRPr lang="en-US"/>
          </a:p>
        </p:txBody>
      </p:sp>
      <p:sp>
        <p:nvSpPr>
          <p:cNvPr id="4" name="Slide Image Placeholder 3"/>
          <p:cNvSpPr>
            <a:spLocks noGrp="1" noRot="1" noChangeAspect="1"/>
          </p:cNvSpPr>
          <p:nvPr>
            <p:ph type="sldImg" idx="2"/>
          </p:nvPr>
        </p:nvSpPr>
        <p:spPr>
          <a:xfrm>
            <a:off x="3341688" y="709613"/>
            <a:ext cx="3400425" cy="1912937"/>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1008063" y="2728913"/>
            <a:ext cx="8067675" cy="2233612"/>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5386388"/>
            <a:ext cx="4370388" cy="284162"/>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5711825" y="5386388"/>
            <a:ext cx="4370388" cy="284162"/>
          </a:xfrm>
          <a:prstGeom prst="rect">
            <a:avLst/>
          </a:prstGeom>
        </p:spPr>
        <p:txBody>
          <a:bodyPr vert="horz" lIns="91440" tIns="45720" rIns="91440" bIns="45720" rtlCol="0" anchor="b"/>
          <a:lstStyle>
            <a:lvl1pPr algn="r">
              <a:defRPr sz="1200"/>
            </a:lvl1pPr>
          </a:lstStyle>
          <a:p>
            <a:fld id="{61985266-2D54-415F-8771-9E663017220A}" type="slidenum">
              <a:rPr lang="en-US" smtClean="0"/>
              <a:t>‹#›</a:t>
            </a:fld>
            <a:endParaRPr lang="en-US"/>
          </a:p>
        </p:txBody>
      </p:sp>
    </p:spTree>
    <p:extLst>
      <p:ext uri="{BB962C8B-B14F-4D97-AF65-F5344CB8AC3E}">
        <p14:creationId xmlns:p14="http://schemas.microsoft.com/office/powerpoint/2010/main" val="410948283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F3F9DA-D544-4AE5-AE86-499652E01402}"/>
              </a:ext>
            </a:extLst>
          </p:cNvPr>
          <p:cNvSpPr>
            <a:spLocks noGrp="1"/>
          </p:cNvSpPr>
          <p:nvPr>
            <p:ph type="ctrTitle"/>
          </p:nvPr>
        </p:nvSpPr>
        <p:spPr>
          <a:xfrm>
            <a:off x="1260475" y="928028"/>
            <a:ext cx="7562850" cy="1974191"/>
          </a:xfrm>
          <a:prstGeom prst="rect">
            <a:avLst/>
          </a:prstGeom>
        </p:spPr>
        <p:txBody>
          <a:bodyPr anchor="b"/>
          <a:lstStyle>
            <a:lvl1pPr algn="ctr">
              <a:defRPr sz="4961"/>
            </a:lvl1pPr>
          </a:lstStyle>
          <a:p>
            <a:r>
              <a:rPr lang="en-US"/>
              <a:t>Click to edit Master title style</a:t>
            </a:r>
          </a:p>
        </p:txBody>
      </p:sp>
      <p:sp>
        <p:nvSpPr>
          <p:cNvPr id="3" name="Subtitle 2">
            <a:extLst>
              <a:ext uri="{FF2B5EF4-FFF2-40B4-BE49-F238E27FC236}">
                <a16:creationId xmlns:a16="http://schemas.microsoft.com/office/drawing/2014/main" id="{F883D6C9-D247-4063-8D2B-AEB523003A2A}"/>
              </a:ext>
            </a:extLst>
          </p:cNvPr>
          <p:cNvSpPr>
            <a:spLocks noGrp="1"/>
          </p:cNvSpPr>
          <p:nvPr>
            <p:ph type="subTitle" idx="1"/>
          </p:nvPr>
        </p:nvSpPr>
        <p:spPr>
          <a:xfrm>
            <a:off x="1260475" y="2978352"/>
            <a:ext cx="7562850" cy="1369070"/>
          </a:xfrm>
          <a:prstGeom prst="rect">
            <a:avLst/>
          </a:prstGeom>
        </p:spPr>
        <p:txBody>
          <a:bodyPr/>
          <a:lstStyle>
            <a:lvl1pPr marL="0" indent="0" algn="ctr">
              <a:buNone/>
              <a:defRPr sz="1985"/>
            </a:lvl1pPr>
            <a:lvl2pPr marL="378059" indent="0" algn="ctr">
              <a:buNone/>
              <a:defRPr sz="1654"/>
            </a:lvl2pPr>
            <a:lvl3pPr marL="756117" indent="0" algn="ctr">
              <a:buNone/>
              <a:defRPr sz="1488"/>
            </a:lvl3pPr>
            <a:lvl4pPr marL="1134176" indent="0" algn="ctr">
              <a:buNone/>
              <a:defRPr sz="1323"/>
            </a:lvl4pPr>
            <a:lvl5pPr marL="1512235" indent="0" algn="ctr">
              <a:buNone/>
              <a:defRPr sz="1323"/>
            </a:lvl5pPr>
            <a:lvl6pPr marL="1890293" indent="0" algn="ctr">
              <a:buNone/>
              <a:defRPr sz="1323"/>
            </a:lvl6pPr>
            <a:lvl7pPr marL="2268352" indent="0" algn="ctr">
              <a:buNone/>
              <a:defRPr sz="1323"/>
            </a:lvl7pPr>
            <a:lvl8pPr marL="2646411" indent="0" algn="ctr">
              <a:buNone/>
              <a:defRPr sz="1323"/>
            </a:lvl8pPr>
            <a:lvl9pPr marL="3024469" indent="0" algn="ctr">
              <a:buNone/>
              <a:defRPr sz="1323"/>
            </a:lvl9pPr>
          </a:lstStyle>
          <a:p>
            <a:r>
              <a:rPr lang="en-US"/>
              <a:t>Click to edit Master subtitle style</a:t>
            </a:r>
          </a:p>
        </p:txBody>
      </p:sp>
      <p:sp>
        <p:nvSpPr>
          <p:cNvPr id="6" name="Slide Number Placeholder 5">
            <a:extLst>
              <a:ext uri="{FF2B5EF4-FFF2-40B4-BE49-F238E27FC236}">
                <a16:creationId xmlns:a16="http://schemas.microsoft.com/office/drawing/2014/main" id="{7A5023A3-3CC5-42AC-A5A0-A9EF34CBB545}"/>
              </a:ext>
            </a:extLst>
          </p:cNvPr>
          <p:cNvSpPr>
            <a:spLocks noGrp="1"/>
          </p:cNvSpPr>
          <p:nvPr>
            <p:ph type="sldNum" sz="quarter" idx="12"/>
          </p:nvPr>
        </p:nvSpPr>
        <p:spPr/>
        <p:txBody>
          <a:bodyPr/>
          <a:lstStyle/>
          <a:p>
            <a:pPr defTabSz="756117"/>
            <a:fld id="{E01CCCCC-388D-4F94-9868-71B320C71ACD}" type="slidenum">
              <a:rPr lang="en-US" smtClean="0">
                <a:solidFill>
                  <a:prstClr val="black">
                    <a:tint val="75000"/>
                  </a:prstClr>
                </a:solidFill>
              </a:rPr>
              <a:pPr defTabSz="756117"/>
              <a:t>‹#›</a:t>
            </a:fld>
            <a:endParaRPr lang="en-US">
              <a:solidFill>
                <a:prstClr val="black">
                  <a:tint val="75000"/>
                </a:prstClr>
              </a:solidFill>
            </a:endParaRPr>
          </a:p>
        </p:txBody>
      </p:sp>
    </p:spTree>
    <p:extLst>
      <p:ext uri="{BB962C8B-B14F-4D97-AF65-F5344CB8AC3E}">
        <p14:creationId xmlns:p14="http://schemas.microsoft.com/office/powerpoint/2010/main" val="207608716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149F77-C56E-49A5-9748-7C52B6AEBC11}"/>
              </a:ext>
            </a:extLst>
          </p:cNvPr>
          <p:cNvSpPr>
            <a:spLocks noGrp="1"/>
          </p:cNvSpPr>
          <p:nvPr>
            <p:ph type="title"/>
          </p:nvPr>
        </p:nvSpPr>
        <p:spPr>
          <a:xfrm>
            <a:off x="693261" y="301905"/>
            <a:ext cx="8697278" cy="1096044"/>
          </a:xfrm>
          <a:prstGeom prst="rect">
            <a:avLst/>
          </a:prstGeom>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B0117523-2951-4793-9233-9143C1E43CB0}"/>
              </a:ext>
            </a:extLst>
          </p:cNvPr>
          <p:cNvSpPr>
            <a:spLocks noGrp="1"/>
          </p:cNvSpPr>
          <p:nvPr>
            <p:ph idx="1"/>
          </p:nvPr>
        </p:nvSpPr>
        <p:spPr>
          <a:xfrm>
            <a:off x="693261" y="1509521"/>
            <a:ext cx="8697278" cy="3597912"/>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a:extLst>
              <a:ext uri="{FF2B5EF4-FFF2-40B4-BE49-F238E27FC236}">
                <a16:creationId xmlns:a16="http://schemas.microsoft.com/office/drawing/2014/main" id="{B0CD2773-D27C-4765-B0E8-2D408B267846}"/>
              </a:ext>
            </a:extLst>
          </p:cNvPr>
          <p:cNvSpPr>
            <a:spLocks noGrp="1"/>
          </p:cNvSpPr>
          <p:nvPr>
            <p:ph type="sldNum" sz="quarter" idx="12"/>
          </p:nvPr>
        </p:nvSpPr>
        <p:spPr/>
        <p:txBody>
          <a:bodyPr/>
          <a:lstStyle/>
          <a:p>
            <a:pPr defTabSz="756117"/>
            <a:fld id="{E01CCCCC-388D-4F94-9868-71B320C71ACD}" type="slidenum">
              <a:rPr lang="en-US" smtClean="0">
                <a:solidFill>
                  <a:prstClr val="black">
                    <a:tint val="75000"/>
                  </a:prstClr>
                </a:solidFill>
              </a:rPr>
              <a:pPr defTabSz="756117"/>
              <a:t>‹#›</a:t>
            </a:fld>
            <a:endParaRPr lang="en-US">
              <a:solidFill>
                <a:prstClr val="black">
                  <a:tint val="75000"/>
                </a:prstClr>
              </a:solidFill>
            </a:endParaRPr>
          </a:p>
        </p:txBody>
      </p:sp>
    </p:spTree>
    <p:extLst>
      <p:ext uri="{BB962C8B-B14F-4D97-AF65-F5344CB8AC3E}">
        <p14:creationId xmlns:p14="http://schemas.microsoft.com/office/powerpoint/2010/main" val="355084836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ED698C-16A5-4884-BD84-1F07BB8C2CA9}"/>
              </a:ext>
            </a:extLst>
          </p:cNvPr>
          <p:cNvSpPr>
            <a:spLocks noGrp="1"/>
          </p:cNvSpPr>
          <p:nvPr>
            <p:ph type="title"/>
          </p:nvPr>
        </p:nvSpPr>
        <p:spPr>
          <a:xfrm>
            <a:off x="688009" y="1413700"/>
            <a:ext cx="8697278" cy="2358791"/>
          </a:xfrm>
          <a:prstGeom prst="rect">
            <a:avLst/>
          </a:prstGeom>
        </p:spPr>
        <p:txBody>
          <a:bodyPr anchor="b"/>
          <a:lstStyle>
            <a:lvl1pPr>
              <a:defRPr sz="4961"/>
            </a:lvl1pPr>
          </a:lstStyle>
          <a:p>
            <a:r>
              <a:rPr lang="en-US"/>
              <a:t>Click to edit Master title style</a:t>
            </a:r>
          </a:p>
        </p:txBody>
      </p:sp>
      <p:sp>
        <p:nvSpPr>
          <p:cNvPr id="3" name="Text Placeholder 2">
            <a:extLst>
              <a:ext uri="{FF2B5EF4-FFF2-40B4-BE49-F238E27FC236}">
                <a16:creationId xmlns:a16="http://schemas.microsoft.com/office/drawing/2014/main" id="{F1EE61F2-F6C6-4EC4-8168-F008402A117F}"/>
              </a:ext>
            </a:extLst>
          </p:cNvPr>
          <p:cNvSpPr>
            <a:spLocks noGrp="1"/>
          </p:cNvSpPr>
          <p:nvPr>
            <p:ph type="body" idx="1"/>
          </p:nvPr>
        </p:nvSpPr>
        <p:spPr>
          <a:xfrm>
            <a:off x="688009" y="3794807"/>
            <a:ext cx="8697278" cy="1240432"/>
          </a:xfrm>
          <a:prstGeom prst="rect">
            <a:avLst/>
          </a:prstGeom>
        </p:spPr>
        <p:txBody>
          <a:bodyPr/>
          <a:lstStyle>
            <a:lvl1pPr marL="0" indent="0">
              <a:buNone/>
              <a:defRPr sz="1985">
                <a:solidFill>
                  <a:schemeClr val="tx1">
                    <a:tint val="75000"/>
                  </a:schemeClr>
                </a:solidFill>
              </a:defRPr>
            </a:lvl1pPr>
            <a:lvl2pPr marL="378059" indent="0">
              <a:buNone/>
              <a:defRPr sz="1654">
                <a:solidFill>
                  <a:schemeClr val="tx1">
                    <a:tint val="75000"/>
                  </a:schemeClr>
                </a:solidFill>
              </a:defRPr>
            </a:lvl2pPr>
            <a:lvl3pPr marL="756117" indent="0">
              <a:buNone/>
              <a:defRPr sz="1488">
                <a:solidFill>
                  <a:schemeClr val="tx1">
                    <a:tint val="75000"/>
                  </a:schemeClr>
                </a:solidFill>
              </a:defRPr>
            </a:lvl3pPr>
            <a:lvl4pPr marL="1134176" indent="0">
              <a:buNone/>
              <a:defRPr sz="1323">
                <a:solidFill>
                  <a:schemeClr val="tx1">
                    <a:tint val="75000"/>
                  </a:schemeClr>
                </a:solidFill>
              </a:defRPr>
            </a:lvl4pPr>
            <a:lvl5pPr marL="1512235" indent="0">
              <a:buNone/>
              <a:defRPr sz="1323">
                <a:solidFill>
                  <a:schemeClr val="tx1">
                    <a:tint val="75000"/>
                  </a:schemeClr>
                </a:solidFill>
              </a:defRPr>
            </a:lvl5pPr>
            <a:lvl6pPr marL="1890293" indent="0">
              <a:buNone/>
              <a:defRPr sz="1323">
                <a:solidFill>
                  <a:schemeClr val="tx1">
                    <a:tint val="75000"/>
                  </a:schemeClr>
                </a:solidFill>
              </a:defRPr>
            </a:lvl6pPr>
            <a:lvl7pPr marL="2268352" indent="0">
              <a:buNone/>
              <a:defRPr sz="1323">
                <a:solidFill>
                  <a:schemeClr val="tx1">
                    <a:tint val="75000"/>
                  </a:schemeClr>
                </a:solidFill>
              </a:defRPr>
            </a:lvl7pPr>
            <a:lvl8pPr marL="2646411" indent="0">
              <a:buNone/>
              <a:defRPr sz="1323">
                <a:solidFill>
                  <a:schemeClr val="tx1">
                    <a:tint val="75000"/>
                  </a:schemeClr>
                </a:solidFill>
              </a:defRPr>
            </a:lvl8pPr>
            <a:lvl9pPr marL="3024469" indent="0">
              <a:buNone/>
              <a:defRPr sz="1323">
                <a:solidFill>
                  <a:schemeClr val="tx1">
                    <a:tint val="75000"/>
                  </a:schemeClr>
                </a:solidFill>
              </a:defRPr>
            </a:lvl9pPr>
          </a:lstStyle>
          <a:p>
            <a:pPr lvl="0"/>
            <a:r>
              <a:rPr lang="en-US"/>
              <a:t>Click to edit Master text styles</a:t>
            </a:r>
          </a:p>
        </p:txBody>
      </p:sp>
      <p:sp>
        <p:nvSpPr>
          <p:cNvPr id="6" name="Slide Number Placeholder 5">
            <a:extLst>
              <a:ext uri="{FF2B5EF4-FFF2-40B4-BE49-F238E27FC236}">
                <a16:creationId xmlns:a16="http://schemas.microsoft.com/office/drawing/2014/main" id="{F8EA83EC-4419-4129-A10F-3DB8A14302C9}"/>
              </a:ext>
            </a:extLst>
          </p:cNvPr>
          <p:cNvSpPr>
            <a:spLocks noGrp="1"/>
          </p:cNvSpPr>
          <p:nvPr>
            <p:ph type="sldNum" sz="quarter" idx="12"/>
          </p:nvPr>
        </p:nvSpPr>
        <p:spPr/>
        <p:txBody>
          <a:bodyPr/>
          <a:lstStyle/>
          <a:p>
            <a:pPr defTabSz="756117"/>
            <a:fld id="{E01CCCCC-388D-4F94-9868-71B320C71ACD}" type="slidenum">
              <a:rPr lang="en-US" smtClean="0">
                <a:solidFill>
                  <a:prstClr val="black">
                    <a:tint val="75000"/>
                  </a:prstClr>
                </a:solidFill>
              </a:rPr>
              <a:pPr defTabSz="756117"/>
              <a:t>‹#›</a:t>
            </a:fld>
            <a:endParaRPr lang="en-US">
              <a:solidFill>
                <a:prstClr val="black">
                  <a:tint val="75000"/>
                </a:prstClr>
              </a:solidFill>
            </a:endParaRPr>
          </a:p>
        </p:txBody>
      </p:sp>
    </p:spTree>
    <p:extLst>
      <p:ext uri="{BB962C8B-B14F-4D97-AF65-F5344CB8AC3E}">
        <p14:creationId xmlns:p14="http://schemas.microsoft.com/office/powerpoint/2010/main" val="377268769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591A5C-61A7-4517-8770-1DCCAF6EA7AE}"/>
              </a:ext>
            </a:extLst>
          </p:cNvPr>
          <p:cNvSpPr>
            <a:spLocks noGrp="1"/>
          </p:cNvSpPr>
          <p:nvPr>
            <p:ph type="title"/>
          </p:nvPr>
        </p:nvSpPr>
        <p:spPr>
          <a:xfrm>
            <a:off x="756285" y="196895"/>
            <a:ext cx="8697278" cy="1096044"/>
          </a:xfrm>
          <a:prstGeom prst="rect">
            <a:avLst/>
          </a:prstGeom>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44BA7721-920E-451D-8A5A-8242178522DA}"/>
              </a:ext>
            </a:extLst>
          </p:cNvPr>
          <p:cNvSpPr>
            <a:spLocks noGrp="1"/>
          </p:cNvSpPr>
          <p:nvPr>
            <p:ph sz="half" idx="1"/>
          </p:nvPr>
        </p:nvSpPr>
        <p:spPr>
          <a:xfrm>
            <a:off x="693261" y="1509521"/>
            <a:ext cx="4285615" cy="3597912"/>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6977AB5D-D468-4927-80AC-04CC77B4F5C1}"/>
              </a:ext>
            </a:extLst>
          </p:cNvPr>
          <p:cNvSpPr>
            <a:spLocks noGrp="1"/>
          </p:cNvSpPr>
          <p:nvPr>
            <p:ph sz="half" idx="2"/>
          </p:nvPr>
        </p:nvSpPr>
        <p:spPr>
          <a:xfrm>
            <a:off x="5104924" y="1509521"/>
            <a:ext cx="4285615" cy="3597912"/>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Slide Number Placeholder 6">
            <a:extLst>
              <a:ext uri="{FF2B5EF4-FFF2-40B4-BE49-F238E27FC236}">
                <a16:creationId xmlns:a16="http://schemas.microsoft.com/office/drawing/2014/main" id="{F0AD16D4-A4EE-48FA-B00A-6F0CF601ACB3}"/>
              </a:ext>
            </a:extLst>
          </p:cNvPr>
          <p:cNvSpPr>
            <a:spLocks noGrp="1"/>
          </p:cNvSpPr>
          <p:nvPr>
            <p:ph type="sldNum" sz="quarter" idx="12"/>
          </p:nvPr>
        </p:nvSpPr>
        <p:spPr/>
        <p:txBody>
          <a:bodyPr/>
          <a:lstStyle/>
          <a:p>
            <a:pPr defTabSz="756117"/>
            <a:fld id="{E01CCCCC-388D-4F94-9868-71B320C71ACD}" type="slidenum">
              <a:rPr lang="en-US" smtClean="0">
                <a:solidFill>
                  <a:prstClr val="black">
                    <a:tint val="75000"/>
                  </a:prstClr>
                </a:solidFill>
              </a:rPr>
              <a:pPr defTabSz="756117"/>
              <a:t>‹#›</a:t>
            </a:fld>
            <a:endParaRPr lang="en-US">
              <a:solidFill>
                <a:prstClr val="black">
                  <a:tint val="75000"/>
                </a:prstClr>
              </a:solidFill>
            </a:endParaRPr>
          </a:p>
        </p:txBody>
      </p:sp>
    </p:spTree>
    <p:extLst>
      <p:ext uri="{BB962C8B-B14F-4D97-AF65-F5344CB8AC3E}">
        <p14:creationId xmlns:p14="http://schemas.microsoft.com/office/powerpoint/2010/main" val="377498891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109566-4C43-42BC-9134-C4624C16DB06}"/>
              </a:ext>
            </a:extLst>
          </p:cNvPr>
          <p:cNvSpPr>
            <a:spLocks noGrp="1"/>
          </p:cNvSpPr>
          <p:nvPr>
            <p:ph type="title"/>
          </p:nvPr>
        </p:nvSpPr>
        <p:spPr>
          <a:xfrm>
            <a:off x="852134" y="196895"/>
            <a:ext cx="8697278" cy="1096044"/>
          </a:xfrm>
          <a:prstGeom prst="rect">
            <a:avLst/>
          </a:prstGeom>
        </p:spPr>
        <p:txBody>
          <a:bodyPr/>
          <a:lstStyle/>
          <a:p>
            <a:r>
              <a:rPr lang="en-US"/>
              <a:t>Click to edit Master title style</a:t>
            </a:r>
          </a:p>
        </p:txBody>
      </p:sp>
      <p:sp>
        <p:nvSpPr>
          <p:cNvPr id="3" name="Text Placeholder 2">
            <a:extLst>
              <a:ext uri="{FF2B5EF4-FFF2-40B4-BE49-F238E27FC236}">
                <a16:creationId xmlns:a16="http://schemas.microsoft.com/office/drawing/2014/main" id="{2FDAA08B-D1FE-4C42-A3A7-85391660EC7C}"/>
              </a:ext>
            </a:extLst>
          </p:cNvPr>
          <p:cNvSpPr>
            <a:spLocks noGrp="1"/>
          </p:cNvSpPr>
          <p:nvPr>
            <p:ph type="body" idx="1"/>
          </p:nvPr>
        </p:nvSpPr>
        <p:spPr>
          <a:xfrm>
            <a:off x="694575" y="1390073"/>
            <a:ext cx="4265920" cy="681253"/>
          </a:xfrm>
          <a:prstGeom prst="rect">
            <a:avLst/>
          </a:prstGeom>
        </p:spPr>
        <p:txBody>
          <a:bodyPr anchor="b"/>
          <a:lstStyle>
            <a:lvl1pPr marL="0" indent="0">
              <a:buNone/>
              <a:defRPr sz="1985" b="1"/>
            </a:lvl1pPr>
            <a:lvl2pPr marL="378059" indent="0">
              <a:buNone/>
              <a:defRPr sz="1654" b="1"/>
            </a:lvl2pPr>
            <a:lvl3pPr marL="756117" indent="0">
              <a:buNone/>
              <a:defRPr sz="1488" b="1"/>
            </a:lvl3pPr>
            <a:lvl4pPr marL="1134176" indent="0">
              <a:buNone/>
              <a:defRPr sz="1323" b="1"/>
            </a:lvl4pPr>
            <a:lvl5pPr marL="1512235" indent="0">
              <a:buNone/>
              <a:defRPr sz="1323" b="1"/>
            </a:lvl5pPr>
            <a:lvl6pPr marL="1890293" indent="0">
              <a:buNone/>
              <a:defRPr sz="1323" b="1"/>
            </a:lvl6pPr>
            <a:lvl7pPr marL="2268352" indent="0">
              <a:buNone/>
              <a:defRPr sz="1323" b="1"/>
            </a:lvl7pPr>
            <a:lvl8pPr marL="2646411" indent="0">
              <a:buNone/>
              <a:defRPr sz="1323" b="1"/>
            </a:lvl8pPr>
            <a:lvl9pPr marL="3024469" indent="0">
              <a:buNone/>
              <a:defRPr sz="1323" b="1"/>
            </a:lvl9pPr>
          </a:lstStyle>
          <a:p>
            <a:pPr lvl="0"/>
            <a:r>
              <a:rPr lang="en-US"/>
              <a:t>Click to edit Master text styles</a:t>
            </a:r>
          </a:p>
        </p:txBody>
      </p:sp>
      <p:sp>
        <p:nvSpPr>
          <p:cNvPr id="4" name="Content Placeholder 3">
            <a:extLst>
              <a:ext uri="{FF2B5EF4-FFF2-40B4-BE49-F238E27FC236}">
                <a16:creationId xmlns:a16="http://schemas.microsoft.com/office/drawing/2014/main" id="{A2293804-F74C-44BD-8767-75C411DBFEEB}"/>
              </a:ext>
            </a:extLst>
          </p:cNvPr>
          <p:cNvSpPr>
            <a:spLocks noGrp="1"/>
          </p:cNvSpPr>
          <p:nvPr>
            <p:ph sz="half" idx="2"/>
          </p:nvPr>
        </p:nvSpPr>
        <p:spPr>
          <a:xfrm>
            <a:off x="694575" y="2071326"/>
            <a:ext cx="4265920" cy="304660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88BE2B3F-DE27-4AF0-9C77-83862E8A160F}"/>
              </a:ext>
            </a:extLst>
          </p:cNvPr>
          <p:cNvSpPr>
            <a:spLocks noGrp="1"/>
          </p:cNvSpPr>
          <p:nvPr>
            <p:ph type="body" sz="quarter" idx="3"/>
          </p:nvPr>
        </p:nvSpPr>
        <p:spPr>
          <a:xfrm>
            <a:off x="5104924" y="1390073"/>
            <a:ext cx="4286928" cy="681253"/>
          </a:xfrm>
          <a:prstGeom prst="rect">
            <a:avLst/>
          </a:prstGeom>
        </p:spPr>
        <p:txBody>
          <a:bodyPr anchor="b"/>
          <a:lstStyle>
            <a:lvl1pPr marL="0" indent="0">
              <a:buNone/>
              <a:defRPr sz="1985" b="1"/>
            </a:lvl1pPr>
            <a:lvl2pPr marL="378059" indent="0">
              <a:buNone/>
              <a:defRPr sz="1654" b="1"/>
            </a:lvl2pPr>
            <a:lvl3pPr marL="756117" indent="0">
              <a:buNone/>
              <a:defRPr sz="1488" b="1"/>
            </a:lvl3pPr>
            <a:lvl4pPr marL="1134176" indent="0">
              <a:buNone/>
              <a:defRPr sz="1323" b="1"/>
            </a:lvl4pPr>
            <a:lvl5pPr marL="1512235" indent="0">
              <a:buNone/>
              <a:defRPr sz="1323" b="1"/>
            </a:lvl5pPr>
            <a:lvl6pPr marL="1890293" indent="0">
              <a:buNone/>
              <a:defRPr sz="1323" b="1"/>
            </a:lvl6pPr>
            <a:lvl7pPr marL="2268352" indent="0">
              <a:buNone/>
              <a:defRPr sz="1323" b="1"/>
            </a:lvl7pPr>
            <a:lvl8pPr marL="2646411" indent="0">
              <a:buNone/>
              <a:defRPr sz="1323" b="1"/>
            </a:lvl8pPr>
            <a:lvl9pPr marL="3024469" indent="0">
              <a:buNone/>
              <a:defRPr sz="1323" b="1"/>
            </a:lvl9pPr>
          </a:lstStyle>
          <a:p>
            <a:pPr lvl="0"/>
            <a:r>
              <a:rPr lang="en-US"/>
              <a:t>Click to edit Master text styles</a:t>
            </a:r>
          </a:p>
        </p:txBody>
      </p:sp>
      <p:sp>
        <p:nvSpPr>
          <p:cNvPr id="6" name="Content Placeholder 5">
            <a:extLst>
              <a:ext uri="{FF2B5EF4-FFF2-40B4-BE49-F238E27FC236}">
                <a16:creationId xmlns:a16="http://schemas.microsoft.com/office/drawing/2014/main" id="{9C803ED6-FA5C-42BE-AD02-725C1CA146C2}"/>
              </a:ext>
            </a:extLst>
          </p:cNvPr>
          <p:cNvSpPr>
            <a:spLocks noGrp="1"/>
          </p:cNvSpPr>
          <p:nvPr>
            <p:ph sz="quarter" idx="4"/>
          </p:nvPr>
        </p:nvSpPr>
        <p:spPr>
          <a:xfrm>
            <a:off x="5104924" y="2071326"/>
            <a:ext cx="4286928" cy="304660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Slide Number Placeholder 8">
            <a:extLst>
              <a:ext uri="{FF2B5EF4-FFF2-40B4-BE49-F238E27FC236}">
                <a16:creationId xmlns:a16="http://schemas.microsoft.com/office/drawing/2014/main" id="{F26F1231-C6EE-418B-95BC-A51AE425B490}"/>
              </a:ext>
            </a:extLst>
          </p:cNvPr>
          <p:cNvSpPr>
            <a:spLocks noGrp="1"/>
          </p:cNvSpPr>
          <p:nvPr>
            <p:ph type="sldNum" sz="quarter" idx="12"/>
          </p:nvPr>
        </p:nvSpPr>
        <p:spPr/>
        <p:txBody>
          <a:bodyPr/>
          <a:lstStyle/>
          <a:p>
            <a:pPr defTabSz="756117"/>
            <a:fld id="{E01CCCCC-388D-4F94-9868-71B320C71ACD}" type="slidenum">
              <a:rPr lang="en-US" smtClean="0">
                <a:solidFill>
                  <a:prstClr val="black">
                    <a:tint val="75000"/>
                  </a:prstClr>
                </a:solidFill>
              </a:rPr>
              <a:pPr defTabSz="756117"/>
              <a:t>‹#›</a:t>
            </a:fld>
            <a:endParaRPr lang="en-US">
              <a:solidFill>
                <a:prstClr val="black">
                  <a:tint val="75000"/>
                </a:prstClr>
              </a:solidFill>
            </a:endParaRPr>
          </a:p>
        </p:txBody>
      </p:sp>
    </p:spTree>
    <p:extLst>
      <p:ext uri="{BB962C8B-B14F-4D97-AF65-F5344CB8AC3E}">
        <p14:creationId xmlns:p14="http://schemas.microsoft.com/office/powerpoint/2010/main" val="166297893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B1146B-9C23-46CB-BF79-87BDF885839C}"/>
              </a:ext>
            </a:extLst>
          </p:cNvPr>
          <p:cNvSpPr>
            <a:spLocks noGrp="1"/>
          </p:cNvSpPr>
          <p:nvPr>
            <p:ph type="title"/>
          </p:nvPr>
        </p:nvSpPr>
        <p:spPr>
          <a:xfrm>
            <a:off x="693261" y="301905"/>
            <a:ext cx="8697278" cy="1096044"/>
          </a:xfrm>
          <a:prstGeom prst="rect">
            <a:avLst/>
          </a:prstGeom>
        </p:spPr>
        <p:txBody>
          <a:bodyPr/>
          <a:lstStyle/>
          <a:p>
            <a:r>
              <a:rPr lang="en-US"/>
              <a:t>Click to edit Master title style</a:t>
            </a:r>
          </a:p>
        </p:txBody>
      </p:sp>
      <p:sp>
        <p:nvSpPr>
          <p:cNvPr id="3" name="Date Placeholder 2">
            <a:extLst>
              <a:ext uri="{FF2B5EF4-FFF2-40B4-BE49-F238E27FC236}">
                <a16:creationId xmlns:a16="http://schemas.microsoft.com/office/drawing/2014/main" id="{7592E703-9736-4BEE-855C-50F9BF02D249}"/>
              </a:ext>
            </a:extLst>
          </p:cNvPr>
          <p:cNvSpPr>
            <a:spLocks noGrp="1"/>
          </p:cNvSpPr>
          <p:nvPr>
            <p:ph type="dt" sz="half" idx="10"/>
          </p:nvPr>
        </p:nvSpPr>
        <p:spPr>
          <a:xfrm>
            <a:off x="693261" y="5255760"/>
            <a:ext cx="2268855" cy="301904"/>
          </a:xfrm>
          <a:prstGeom prst="rect">
            <a:avLst/>
          </a:prstGeom>
        </p:spPr>
        <p:txBody>
          <a:bodyPr/>
          <a:lstStyle/>
          <a:p>
            <a:pPr defTabSz="756117"/>
            <a:fld id="{C9E90480-6D2B-4DC5-8F84-E5A1E18C92B8}" type="datetimeFigureOut">
              <a:rPr lang="en-US" sz="1488" smtClean="0">
                <a:solidFill>
                  <a:prstClr val="black"/>
                </a:solidFill>
              </a:rPr>
              <a:pPr defTabSz="756117"/>
              <a:t>9/21/2025</a:t>
            </a:fld>
            <a:endParaRPr lang="en-US" sz="1488">
              <a:solidFill>
                <a:prstClr val="black"/>
              </a:solidFill>
            </a:endParaRPr>
          </a:p>
        </p:txBody>
      </p:sp>
      <p:sp>
        <p:nvSpPr>
          <p:cNvPr id="4" name="Footer Placeholder 3">
            <a:extLst>
              <a:ext uri="{FF2B5EF4-FFF2-40B4-BE49-F238E27FC236}">
                <a16:creationId xmlns:a16="http://schemas.microsoft.com/office/drawing/2014/main" id="{C3503929-9BCA-4DA3-842C-5B3A2A75B5D7}"/>
              </a:ext>
            </a:extLst>
          </p:cNvPr>
          <p:cNvSpPr>
            <a:spLocks noGrp="1"/>
          </p:cNvSpPr>
          <p:nvPr>
            <p:ph type="ftr" sz="quarter" idx="11"/>
          </p:nvPr>
        </p:nvSpPr>
        <p:spPr>
          <a:xfrm>
            <a:off x="3340259" y="5255760"/>
            <a:ext cx="3403283" cy="301904"/>
          </a:xfrm>
          <a:prstGeom prst="rect">
            <a:avLst/>
          </a:prstGeom>
        </p:spPr>
        <p:txBody>
          <a:bodyPr/>
          <a:lstStyle/>
          <a:p>
            <a:pPr defTabSz="756117"/>
            <a:endParaRPr lang="en-US" sz="1488">
              <a:solidFill>
                <a:prstClr val="black"/>
              </a:solidFill>
            </a:endParaRPr>
          </a:p>
        </p:txBody>
      </p:sp>
      <p:sp>
        <p:nvSpPr>
          <p:cNvPr id="5" name="Slide Number Placeholder 4">
            <a:extLst>
              <a:ext uri="{FF2B5EF4-FFF2-40B4-BE49-F238E27FC236}">
                <a16:creationId xmlns:a16="http://schemas.microsoft.com/office/drawing/2014/main" id="{0EF0AD8C-314A-44F0-80B1-F3ECD7389E48}"/>
              </a:ext>
            </a:extLst>
          </p:cNvPr>
          <p:cNvSpPr>
            <a:spLocks noGrp="1"/>
          </p:cNvSpPr>
          <p:nvPr>
            <p:ph type="sldNum" sz="quarter" idx="12"/>
          </p:nvPr>
        </p:nvSpPr>
        <p:spPr/>
        <p:txBody>
          <a:bodyPr/>
          <a:lstStyle/>
          <a:p>
            <a:pPr defTabSz="756117"/>
            <a:fld id="{E01CCCCC-388D-4F94-9868-71B320C71ACD}" type="slidenum">
              <a:rPr lang="en-US" smtClean="0">
                <a:solidFill>
                  <a:prstClr val="black">
                    <a:tint val="75000"/>
                  </a:prstClr>
                </a:solidFill>
              </a:rPr>
              <a:pPr defTabSz="756117"/>
              <a:t>‹#›</a:t>
            </a:fld>
            <a:endParaRPr lang="en-US">
              <a:solidFill>
                <a:prstClr val="black">
                  <a:tint val="75000"/>
                </a:prstClr>
              </a:solidFill>
            </a:endParaRPr>
          </a:p>
        </p:txBody>
      </p:sp>
    </p:spTree>
    <p:extLst>
      <p:ext uri="{BB962C8B-B14F-4D97-AF65-F5344CB8AC3E}">
        <p14:creationId xmlns:p14="http://schemas.microsoft.com/office/powerpoint/2010/main" val="47367375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09871024-34DA-4B13-BFC6-7E5815769ADF}"/>
              </a:ext>
            </a:extLst>
          </p:cNvPr>
          <p:cNvSpPr>
            <a:spLocks noGrp="1"/>
          </p:cNvSpPr>
          <p:nvPr>
            <p:ph type="sldNum" sz="quarter" idx="12"/>
          </p:nvPr>
        </p:nvSpPr>
        <p:spPr/>
        <p:txBody>
          <a:bodyPr/>
          <a:lstStyle/>
          <a:p>
            <a:pPr defTabSz="756117"/>
            <a:fld id="{E01CCCCC-388D-4F94-9868-71B320C71ACD}" type="slidenum">
              <a:rPr lang="en-US" smtClean="0">
                <a:solidFill>
                  <a:prstClr val="black">
                    <a:tint val="75000"/>
                  </a:prstClr>
                </a:solidFill>
              </a:rPr>
              <a:pPr defTabSz="756117"/>
              <a:t>‹#›</a:t>
            </a:fld>
            <a:endParaRPr lang="en-US">
              <a:solidFill>
                <a:prstClr val="black">
                  <a:tint val="75000"/>
                </a:prstClr>
              </a:solidFill>
            </a:endParaRPr>
          </a:p>
        </p:txBody>
      </p:sp>
    </p:spTree>
    <p:extLst>
      <p:ext uri="{BB962C8B-B14F-4D97-AF65-F5344CB8AC3E}">
        <p14:creationId xmlns:p14="http://schemas.microsoft.com/office/powerpoint/2010/main" val="81188864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920FDB-F273-4FDA-8843-71FE3133B170}"/>
              </a:ext>
            </a:extLst>
          </p:cNvPr>
          <p:cNvSpPr>
            <a:spLocks noGrp="1"/>
          </p:cNvSpPr>
          <p:nvPr>
            <p:ph type="title"/>
          </p:nvPr>
        </p:nvSpPr>
        <p:spPr>
          <a:xfrm>
            <a:off x="694575" y="378037"/>
            <a:ext cx="3252288" cy="1323128"/>
          </a:xfrm>
          <a:prstGeom prst="rect">
            <a:avLst/>
          </a:prstGeom>
        </p:spPr>
        <p:txBody>
          <a:bodyPr anchor="b"/>
          <a:lstStyle>
            <a:lvl1pPr>
              <a:defRPr sz="2646"/>
            </a:lvl1pPr>
          </a:lstStyle>
          <a:p>
            <a:r>
              <a:rPr lang="en-US"/>
              <a:t>Click to edit Master title style</a:t>
            </a:r>
          </a:p>
        </p:txBody>
      </p:sp>
      <p:sp>
        <p:nvSpPr>
          <p:cNvPr id="3" name="Content Placeholder 2">
            <a:extLst>
              <a:ext uri="{FF2B5EF4-FFF2-40B4-BE49-F238E27FC236}">
                <a16:creationId xmlns:a16="http://schemas.microsoft.com/office/drawing/2014/main" id="{2D9D8A2D-26E3-4111-9DE8-96C6A142F7D3}"/>
              </a:ext>
            </a:extLst>
          </p:cNvPr>
          <p:cNvSpPr>
            <a:spLocks noGrp="1"/>
          </p:cNvSpPr>
          <p:nvPr>
            <p:ph idx="1"/>
          </p:nvPr>
        </p:nvSpPr>
        <p:spPr>
          <a:xfrm>
            <a:off x="4286928" y="816455"/>
            <a:ext cx="5104924" cy="4029766"/>
          </a:xfrm>
          <a:prstGeom prst="rect">
            <a:avLst/>
          </a:prstGeom>
        </p:spPr>
        <p:txBody>
          <a:bodyPr/>
          <a:lstStyle>
            <a:lvl1pPr>
              <a:defRPr sz="2646"/>
            </a:lvl1pPr>
            <a:lvl2pPr>
              <a:defRPr sz="2315"/>
            </a:lvl2pPr>
            <a:lvl3pPr>
              <a:defRPr sz="1985"/>
            </a:lvl3pPr>
            <a:lvl4pPr>
              <a:defRPr sz="1654"/>
            </a:lvl4pPr>
            <a:lvl5pPr>
              <a:defRPr sz="1654"/>
            </a:lvl5pPr>
            <a:lvl6pPr>
              <a:defRPr sz="1654"/>
            </a:lvl6pPr>
            <a:lvl7pPr>
              <a:defRPr sz="1654"/>
            </a:lvl7pPr>
            <a:lvl8pPr>
              <a:defRPr sz="1654"/>
            </a:lvl8pPr>
            <a:lvl9pPr>
              <a:defRPr sz="1654"/>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CD9FEA8F-DF81-4C1A-A7B2-021D68A66C6E}"/>
              </a:ext>
            </a:extLst>
          </p:cNvPr>
          <p:cNvSpPr>
            <a:spLocks noGrp="1"/>
          </p:cNvSpPr>
          <p:nvPr>
            <p:ph type="body" sz="half" idx="2"/>
          </p:nvPr>
        </p:nvSpPr>
        <p:spPr>
          <a:xfrm>
            <a:off x="694575" y="1701165"/>
            <a:ext cx="3252288" cy="3151619"/>
          </a:xfrm>
          <a:prstGeom prst="rect">
            <a:avLst/>
          </a:prstGeom>
        </p:spPr>
        <p:txBody>
          <a:bodyPr/>
          <a:lstStyle>
            <a:lvl1pPr marL="0" indent="0">
              <a:buNone/>
              <a:defRPr sz="1323"/>
            </a:lvl1pPr>
            <a:lvl2pPr marL="378059" indent="0">
              <a:buNone/>
              <a:defRPr sz="1158"/>
            </a:lvl2pPr>
            <a:lvl3pPr marL="756117" indent="0">
              <a:buNone/>
              <a:defRPr sz="992"/>
            </a:lvl3pPr>
            <a:lvl4pPr marL="1134176" indent="0">
              <a:buNone/>
              <a:defRPr sz="827"/>
            </a:lvl4pPr>
            <a:lvl5pPr marL="1512235" indent="0">
              <a:buNone/>
              <a:defRPr sz="827"/>
            </a:lvl5pPr>
            <a:lvl6pPr marL="1890293" indent="0">
              <a:buNone/>
              <a:defRPr sz="827"/>
            </a:lvl6pPr>
            <a:lvl7pPr marL="2268352" indent="0">
              <a:buNone/>
              <a:defRPr sz="827"/>
            </a:lvl7pPr>
            <a:lvl8pPr marL="2646411" indent="0">
              <a:buNone/>
              <a:defRPr sz="827"/>
            </a:lvl8pPr>
            <a:lvl9pPr marL="3024469" indent="0">
              <a:buNone/>
              <a:defRPr sz="827"/>
            </a:lvl9pPr>
          </a:lstStyle>
          <a:p>
            <a:pPr lvl="0"/>
            <a:r>
              <a:rPr lang="en-US"/>
              <a:t>Click to edit Master text styles</a:t>
            </a:r>
          </a:p>
        </p:txBody>
      </p:sp>
      <p:sp>
        <p:nvSpPr>
          <p:cNvPr id="7" name="Slide Number Placeholder 6">
            <a:extLst>
              <a:ext uri="{FF2B5EF4-FFF2-40B4-BE49-F238E27FC236}">
                <a16:creationId xmlns:a16="http://schemas.microsoft.com/office/drawing/2014/main" id="{B7F734DF-22E0-4AB9-B1B1-BED86737EBE8}"/>
              </a:ext>
            </a:extLst>
          </p:cNvPr>
          <p:cNvSpPr>
            <a:spLocks noGrp="1"/>
          </p:cNvSpPr>
          <p:nvPr>
            <p:ph type="sldNum" sz="quarter" idx="12"/>
          </p:nvPr>
        </p:nvSpPr>
        <p:spPr/>
        <p:txBody>
          <a:bodyPr/>
          <a:lstStyle/>
          <a:p>
            <a:pPr defTabSz="756117"/>
            <a:fld id="{E01CCCCC-388D-4F94-9868-71B320C71ACD}" type="slidenum">
              <a:rPr lang="en-US" smtClean="0">
                <a:solidFill>
                  <a:prstClr val="black">
                    <a:tint val="75000"/>
                  </a:prstClr>
                </a:solidFill>
              </a:rPr>
              <a:pPr defTabSz="756117"/>
              <a:t>‹#›</a:t>
            </a:fld>
            <a:endParaRPr lang="en-US">
              <a:solidFill>
                <a:prstClr val="black">
                  <a:tint val="75000"/>
                </a:prstClr>
              </a:solidFill>
            </a:endParaRPr>
          </a:p>
        </p:txBody>
      </p:sp>
    </p:spTree>
    <p:extLst>
      <p:ext uri="{BB962C8B-B14F-4D97-AF65-F5344CB8AC3E}">
        <p14:creationId xmlns:p14="http://schemas.microsoft.com/office/powerpoint/2010/main" val="107547910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E9D5C9-6CC8-449F-A926-7F6BAA18F9BB}"/>
              </a:ext>
            </a:extLst>
          </p:cNvPr>
          <p:cNvSpPr>
            <a:spLocks noGrp="1"/>
          </p:cNvSpPr>
          <p:nvPr>
            <p:ph type="title"/>
          </p:nvPr>
        </p:nvSpPr>
        <p:spPr>
          <a:xfrm>
            <a:off x="694575" y="378037"/>
            <a:ext cx="3252288" cy="1323128"/>
          </a:xfrm>
          <a:prstGeom prst="rect">
            <a:avLst/>
          </a:prstGeom>
        </p:spPr>
        <p:txBody>
          <a:bodyPr anchor="b"/>
          <a:lstStyle>
            <a:lvl1pPr>
              <a:defRPr sz="2646"/>
            </a:lvl1pPr>
          </a:lstStyle>
          <a:p>
            <a:r>
              <a:rPr lang="en-US"/>
              <a:t>Click to edit Master title style</a:t>
            </a:r>
          </a:p>
        </p:txBody>
      </p:sp>
      <p:sp>
        <p:nvSpPr>
          <p:cNvPr id="3" name="Picture Placeholder 2">
            <a:extLst>
              <a:ext uri="{FF2B5EF4-FFF2-40B4-BE49-F238E27FC236}">
                <a16:creationId xmlns:a16="http://schemas.microsoft.com/office/drawing/2014/main" id="{A5356DC5-B21D-4C96-A945-A256E84C9130}"/>
              </a:ext>
            </a:extLst>
          </p:cNvPr>
          <p:cNvSpPr>
            <a:spLocks noGrp="1"/>
          </p:cNvSpPr>
          <p:nvPr>
            <p:ph type="pic" idx="1"/>
          </p:nvPr>
        </p:nvSpPr>
        <p:spPr>
          <a:xfrm>
            <a:off x="4286928" y="816455"/>
            <a:ext cx="5104924" cy="4029766"/>
          </a:xfrm>
          <a:prstGeom prst="rect">
            <a:avLst/>
          </a:prstGeom>
        </p:spPr>
        <p:txBody>
          <a:bodyPr/>
          <a:lstStyle>
            <a:lvl1pPr marL="0" indent="0">
              <a:buNone/>
              <a:defRPr sz="2646"/>
            </a:lvl1pPr>
            <a:lvl2pPr marL="378059" indent="0">
              <a:buNone/>
              <a:defRPr sz="2315"/>
            </a:lvl2pPr>
            <a:lvl3pPr marL="756117" indent="0">
              <a:buNone/>
              <a:defRPr sz="1985"/>
            </a:lvl3pPr>
            <a:lvl4pPr marL="1134176" indent="0">
              <a:buNone/>
              <a:defRPr sz="1654"/>
            </a:lvl4pPr>
            <a:lvl5pPr marL="1512235" indent="0">
              <a:buNone/>
              <a:defRPr sz="1654"/>
            </a:lvl5pPr>
            <a:lvl6pPr marL="1890293" indent="0">
              <a:buNone/>
              <a:defRPr sz="1654"/>
            </a:lvl6pPr>
            <a:lvl7pPr marL="2268352" indent="0">
              <a:buNone/>
              <a:defRPr sz="1654"/>
            </a:lvl7pPr>
            <a:lvl8pPr marL="2646411" indent="0">
              <a:buNone/>
              <a:defRPr sz="1654"/>
            </a:lvl8pPr>
            <a:lvl9pPr marL="3024469" indent="0">
              <a:buNone/>
              <a:defRPr sz="1654"/>
            </a:lvl9pPr>
          </a:lstStyle>
          <a:p>
            <a:endParaRPr lang="en-US"/>
          </a:p>
        </p:txBody>
      </p:sp>
      <p:sp>
        <p:nvSpPr>
          <p:cNvPr id="4" name="Text Placeholder 3">
            <a:extLst>
              <a:ext uri="{FF2B5EF4-FFF2-40B4-BE49-F238E27FC236}">
                <a16:creationId xmlns:a16="http://schemas.microsoft.com/office/drawing/2014/main" id="{EEDB7F75-9770-4AFB-834D-1C1F4854C152}"/>
              </a:ext>
            </a:extLst>
          </p:cNvPr>
          <p:cNvSpPr>
            <a:spLocks noGrp="1"/>
          </p:cNvSpPr>
          <p:nvPr>
            <p:ph type="body" sz="half" idx="2"/>
          </p:nvPr>
        </p:nvSpPr>
        <p:spPr>
          <a:xfrm>
            <a:off x="694575" y="1701165"/>
            <a:ext cx="3252288" cy="3151619"/>
          </a:xfrm>
          <a:prstGeom prst="rect">
            <a:avLst/>
          </a:prstGeom>
        </p:spPr>
        <p:txBody>
          <a:bodyPr/>
          <a:lstStyle>
            <a:lvl1pPr marL="0" indent="0">
              <a:buNone/>
              <a:defRPr sz="1323"/>
            </a:lvl1pPr>
            <a:lvl2pPr marL="378059" indent="0">
              <a:buNone/>
              <a:defRPr sz="1158"/>
            </a:lvl2pPr>
            <a:lvl3pPr marL="756117" indent="0">
              <a:buNone/>
              <a:defRPr sz="992"/>
            </a:lvl3pPr>
            <a:lvl4pPr marL="1134176" indent="0">
              <a:buNone/>
              <a:defRPr sz="827"/>
            </a:lvl4pPr>
            <a:lvl5pPr marL="1512235" indent="0">
              <a:buNone/>
              <a:defRPr sz="827"/>
            </a:lvl5pPr>
            <a:lvl6pPr marL="1890293" indent="0">
              <a:buNone/>
              <a:defRPr sz="827"/>
            </a:lvl6pPr>
            <a:lvl7pPr marL="2268352" indent="0">
              <a:buNone/>
              <a:defRPr sz="827"/>
            </a:lvl7pPr>
            <a:lvl8pPr marL="2646411" indent="0">
              <a:buNone/>
              <a:defRPr sz="827"/>
            </a:lvl8pPr>
            <a:lvl9pPr marL="3024469" indent="0">
              <a:buNone/>
              <a:defRPr sz="827"/>
            </a:lvl9pPr>
          </a:lstStyle>
          <a:p>
            <a:pPr lvl="0"/>
            <a:r>
              <a:rPr lang="en-US"/>
              <a:t>Click to edit Master text styles</a:t>
            </a:r>
          </a:p>
        </p:txBody>
      </p:sp>
      <p:sp>
        <p:nvSpPr>
          <p:cNvPr id="7" name="Slide Number Placeholder 6">
            <a:extLst>
              <a:ext uri="{FF2B5EF4-FFF2-40B4-BE49-F238E27FC236}">
                <a16:creationId xmlns:a16="http://schemas.microsoft.com/office/drawing/2014/main" id="{B1B47443-A469-4D0A-977A-8F63F52FA96F}"/>
              </a:ext>
            </a:extLst>
          </p:cNvPr>
          <p:cNvSpPr>
            <a:spLocks noGrp="1"/>
          </p:cNvSpPr>
          <p:nvPr>
            <p:ph type="sldNum" sz="quarter" idx="12"/>
          </p:nvPr>
        </p:nvSpPr>
        <p:spPr/>
        <p:txBody>
          <a:bodyPr/>
          <a:lstStyle/>
          <a:p>
            <a:pPr defTabSz="756117"/>
            <a:fld id="{E01CCCCC-388D-4F94-9868-71B320C71ACD}" type="slidenum">
              <a:rPr lang="en-US" smtClean="0">
                <a:solidFill>
                  <a:prstClr val="black">
                    <a:tint val="75000"/>
                  </a:prstClr>
                </a:solidFill>
              </a:rPr>
              <a:pPr defTabSz="756117"/>
              <a:t>‹#›</a:t>
            </a:fld>
            <a:endParaRPr lang="en-US">
              <a:solidFill>
                <a:prstClr val="black">
                  <a:tint val="75000"/>
                </a:prstClr>
              </a:solidFill>
            </a:endParaRPr>
          </a:p>
        </p:txBody>
      </p:sp>
    </p:spTree>
    <p:extLst>
      <p:ext uri="{BB962C8B-B14F-4D97-AF65-F5344CB8AC3E}">
        <p14:creationId xmlns:p14="http://schemas.microsoft.com/office/powerpoint/2010/main" val="6012288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B76EB3-4CB4-42EE-BA12-413DC4CA6F6A}"/>
              </a:ext>
            </a:extLst>
          </p:cNvPr>
          <p:cNvSpPr>
            <a:spLocks noGrp="1"/>
          </p:cNvSpPr>
          <p:nvPr>
            <p:ph type="title"/>
          </p:nvPr>
        </p:nvSpPr>
        <p:spPr>
          <a:xfrm>
            <a:off x="693261" y="301905"/>
            <a:ext cx="8697278" cy="1096044"/>
          </a:xfrm>
          <a:prstGeom prst="rect">
            <a:avLst/>
          </a:prstGeom>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6342E597-37ED-491C-9AC6-FE25FA433628}"/>
              </a:ext>
            </a:extLst>
          </p:cNvPr>
          <p:cNvSpPr>
            <a:spLocks noGrp="1"/>
          </p:cNvSpPr>
          <p:nvPr>
            <p:ph type="body" orient="vert" idx="1"/>
          </p:nvPr>
        </p:nvSpPr>
        <p:spPr>
          <a:xfrm>
            <a:off x="693261" y="1509521"/>
            <a:ext cx="8697278" cy="3597912"/>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a:extLst>
              <a:ext uri="{FF2B5EF4-FFF2-40B4-BE49-F238E27FC236}">
                <a16:creationId xmlns:a16="http://schemas.microsoft.com/office/drawing/2014/main" id="{8A83D747-4472-4B75-9994-5D69784D2D29}"/>
              </a:ext>
            </a:extLst>
          </p:cNvPr>
          <p:cNvSpPr>
            <a:spLocks noGrp="1"/>
          </p:cNvSpPr>
          <p:nvPr>
            <p:ph type="sldNum" sz="quarter" idx="12"/>
          </p:nvPr>
        </p:nvSpPr>
        <p:spPr/>
        <p:txBody>
          <a:bodyPr/>
          <a:lstStyle/>
          <a:p>
            <a:pPr defTabSz="756117"/>
            <a:fld id="{E01CCCCC-388D-4F94-9868-71B320C71ACD}" type="slidenum">
              <a:rPr lang="en-US" smtClean="0">
                <a:solidFill>
                  <a:prstClr val="black">
                    <a:tint val="75000"/>
                  </a:prstClr>
                </a:solidFill>
              </a:rPr>
              <a:pPr defTabSz="756117"/>
              <a:t>‹#›</a:t>
            </a:fld>
            <a:endParaRPr lang="en-US">
              <a:solidFill>
                <a:prstClr val="black">
                  <a:tint val="75000"/>
                </a:prstClr>
              </a:solidFill>
            </a:endParaRPr>
          </a:p>
        </p:txBody>
      </p:sp>
    </p:spTree>
    <p:extLst>
      <p:ext uri="{BB962C8B-B14F-4D97-AF65-F5344CB8AC3E}">
        <p14:creationId xmlns:p14="http://schemas.microsoft.com/office/powerpoint/2010/main" val="71642510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7B699AC-E01A-4929-9445-276F94EECBB6}"/>
              </a:ext>
            </a:extLst>
          </p:cNvPr>
          <p:cNvSpPr>
            <a:spLocks noGrp="1"/>
          </p:cNvSpPr>
          <p:nvPr>
            <p:ph type="title" orient="vert"/>
          </p:nvPr>
        </p:nvSpPr>
        <p:spPr>
          <a:xfrm>
            <a:off x="7216220" y="301904"/>
            <a:ext cx="2174319" cy="4805529"/>
          </a:xfrm>
          <a:prstGeom prst="rect">
            <a:avLst/>
          </a:prstGeo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0FAF5439-6ED1-4203-BEE2-4AFDB71C91F8}"/>
              </a:ext>
            </a:extLst>
          </p:cNvPr>
          <p:cNvSpPr>
            <a:spLocks noGrp="1"/>
          </p:cNvSpPr>
          <p:nvPr>
            <p:ph type="body" orient="vert" idx="1"/>
          </p:nvPr>
        </p:nvSpPr>
        <p:spPr>
          <a:xfrm>
            <a:off x="693261" y="301904"/>
            <a:ext cx="6396911" cy="4805529"/>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a:extLst>
              <a:ext uri="{FF2B5EF4-FFF2-40B4-BE49-F238E27FC236}">
                <a16:creationId xmlns:a16="http://schemas.microsoft.com/office/drawing/2014/main" id="{DCA5CF74-1DB8-4B55-BDE0-6CDA28821789}"/>
              </a:ext>
            </a:extLst>
          </p:cNvPr>
          <p:cNvSpPr>
            <a:spLocks noGrp="1"/>
          </p:cNvSpPr>
          <p:nvPr>
            <p:ph type="sldNum" sz="quarter" idx="12"/>
          </p:nvPr>
        </p:nvSpPr>
        <p:spPr/>
        <p:txBody>
          <a:bodyPr/>
          <a:lstStyle/>
          <a:p>
            <a:pPr defTabSz="756117"/>
            <a:fld id="{E01CCCCC-388D-4F94-9868-71B320C71ACD}" type="slidenum">
              <a:rPr lang="en-US" smtClean="0">
                <a:solidFill>
                  <a:prstClr val="black">
                    <a:tint val="75000"/>
                  </a:prstClr>
                </a:solidFill>
              </a:rPr>
              <a:pPr defTabSz="756117"/>
              <a:t>‹#›</a:t>
            </a:fld>
            <a:endParaRPr lang="en-US">
              <a:solidFill>
                <a:prstClr val="black">
                  <a:tint val="75000"/>
                </a:prstClr>
              </a:solidFill>
            </a:endParaRPr>
          </a:p>
        </p:txBody>
      </p:sp>
    </p:spTree>
    <p:extLst>
      <p:ext uri="{BB962C8B-B14F-4D97-AF65-F5344CB8AC3E}">
        <p14:creationId xmlns:p14="http://schemas.microsoft.com/office/powerpoint/2010/main" val="297314974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681BB922-B92C-4BA4-BA65-EA3025B0BC94}"/>
              </a:ext>
            </a:extLst>
          </p:cNvPr>
          <p:cNvSpPr>
            <a:spLocks noGrp="1"/>
          </p:cNvSpPr>
          <p:nvPr>
            <p:ph type="sldNum" sz="quarter" idx="4"/>
          </p:nvPr>
        </p:nvSpPr>
        <p:spPr>
          <a:xfrm>
            <a:off x="7665264" y="5171751"/>
            <a:ext cx="2268855" cy="301904"/>
          </a:xfrm>
          <a:prstGeom prst="rect">
            <a:avLst/>
          </a:prstGeom>
        </p:spPr>
        <p:txBody>
          <a:bodyPr vert="horz" lIns="91440" tIns="45720" rIns="91440" bIns="45720" rtlCol="0" anchor="ctr"/>
          <a:lstStyle>
            <a:lvl1pPr algn="r">
              <a:defRPr sz="992">
                <a:solidFill>
                  <a:schemeClr val="tx1">
                    <a:tint val="75000"/>
                  </a:schemeClr>
                </a:solidFill>
              </a:defRPr>
            </a:lvl1pPr>
          </a:lstStyle>
          <a:p>
            <a:pPr defTabSz="756117"/>
            <a:fld id="{E01CCCCC-388D-4F94-9868-71B320C71ACD}" type="slidenum">
              <a:rPr lang="en-US" smtClean="0">
                <a:solidFill>
                  <a:prstClr val="black">
                    <a:tint val="75000"/>
                  </a:prstClr>
                </a:solidFill>
              </a:rPr>
              <a:pPr defTabSz="756117"/>
              <a:t>‹#›</a:t>
            </a:fld>
            <a:endParaRPr lang="en-US">
              <a:solidFill>
                <a:prstClr val="black">
                  <a:tint val="75000"/>
                </a:prstClr>
              </a:solidFill>
            </a:endParaRPr>
          </a:p>
        </p:txBody>
      </p:sp>
      <p:pic>
        <p:nvPicPr>
          <p:cNvPr id="7" name="Picture 6">
            <a:extLst>
              <a:ext uri="{FF2B5EF4-FFF2-40B4-BE49-F238E27FC236}">
                <a16:creationId xmlns:a16="http://schemas.microsoft.com/office/drawing/2014/main" id="{1FE5D4FA-4801-4BDA-AFAF-7C5F82906C7A}"/>
              </a:ext>
            </a:extLst>
          </p:cNvPr>
          <p:cNvPicPr>
            <a:picLocks noChangeAspect="1"/>
          </p:cNvPicPr>
          <p:nvPr userDrawn="1"/>
        </p:nvPicPr>
        <p:blipFill>
          <a:blip r:embed="rId13"/>
          <a:stretch>
            <a:fillRect/>
          </a:stretch>
        </p:blipFill>
        <p:spPr>
          <a:xfrm>
            <a:off x="-19957" y="84865"/>
            <a:ext cx="9587488" cy="5347643"/>
          </a:xfrm>
          <a:prstGeom prst="rect">
            <a:avLst/>
          </a:prstGeom>
        </p:spPr>
      </p:pic>
      <p:sp>
        <p:nvSpPr>
          <p:cNvPr id="9" name="Rectangle 8">
            <a:extLst>
              <a:ext uri="{FF2B5EF4-FFF2-40B4-BE49-F238E27FC236}">
                <a16:creationId xmlns:a16="http://schemas.microsoft.com/office/drawing/2014/main" id="{8F568DA6-4B78-463E-8077-A701B45E7694}"/>
              </a:ext>
            </a:extLst>
          </p:cNvPr>
          <p:cNvSpPr/>
          <p:nvPr userDrawn="1"/>
        </p:nvSpPr>
        <p:spPr>
          <a:xfrm>
            <a:off x="7944932" y="5338776"/>
            <a:ext cx="1441668" cy="165391"/>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756117" rtl="0" eaLnBrk="1" fontAlgn="auto" latinLnBrk="0" hangingPunct="1">
              <a:lnSpc>
                <a:spcPct val="100000"/>
              </a:lnSpc>
              <a:spcBef>
                <a:spcPts val="0"/>
              </a:spcBef>
              <a:spcAft>
                <a:spcPts val="0"/>
              </a:spcAft>
              <a:buClrTx/>
              <a:buSzTx/>
              <a:buFontTx/>
              <a:buNone/>
              <a:tabLst/>
              <a:defRPr/>
            </a:pPr>
            <a:endParaRPr kumimoji="0" lang="en-US" sz="1488"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 name="TextBox 9">
            <a:extLst>
              <a:ext uri="{FF2B5EF4-FFF2-40B4-BE49-F238E27FC236}">
                <a16:creationId xmlns:a16="http://schemas.microsoft.com/office/drawing/2014/main" id="{7A6D3598-85E1-4F91-A630-D7B2DD6761F7}"/>
              </a:ext>
            </a:extLst>
          </p:cNvPr>
          <p:cNvSpPr txBox="1"/>
          <p:nvPr userDrawn="1"/>
        </p:nvSpPr>
        <p:spPr>
          <a:xfrm flipH="1">
            <a:off x="7944932" y="5322702"/>
            <a:ext cx="2472631" cy="219612"/>
          </a:xfrm>
          <a:prstGeom prst="rect">
            <a:avLst/>
          </a:prstGeom>
          <a:noFill/>
        </p:spPr>
        <p:txBody>
          <a:bodyPr wrap="square" rtlCol="0">
            <a:spAutoFit/>
          </a:bodyPr>
          <a:lstStyle/>
          <a:p>
            <a:pPr marL="0" marR="0" lvl="0" indent="0" algn="l" defTabSz="756117" rtl="0" eaLnBrk="1" fontAlgn="auto" latinLnBrk="0" hangingPunct="1">
              <a:lnSpc>
                <a:spcPct val="100000"/>
              </a:lnSpc>
              <a:spcBef>
                <a:spcPts val="0"/>
              </a:spcBef>
              <a:spcAft>
                <a:spcPts val="0"/>
              </a:spcAft>
              <a:buClrTx/>
              <a:buSzTx/>
              <a:buFontTx/>
              <a:buNone/>
              <a:tabLst/>
              <a:defRPr/>
            </a:pPr>
            <a:r>
              <a:rPr kumimoji="0" lang="en-US" sz="827" b="0" i="0" u="none" strike="noStrike" kern="1200" cap="none" spc="0" normalizeH="0" baseline="0" noProof="0" dirty="0">
                <a:ln>
                  <a:noFill/>
                </a:ln>
                <a:solidFill>
                  <a:srgbClr val="4472C4">
                    <a:lumMod val="75000"/>
                  </a:srgbClr>
                </a:solidFill>
                <a:effectLst/>
                <a:uLnTx/>
                <a:uFillTx/>
                <a:latin typeface="Calibri" panose="020F0502020204030204"/>
                <a:ea typeface="+mn-ea"/>
                <a:cs typeface="+mn-cs"/>
              </a:rPr>
              <a:t>COSC 4337 Data Science II</a:t>
            </a:r>
          </a:p>
        </p:txBody>
      </p:sp>
      <p:sp>
        <p:nvSpPr>
          <p:cNvPr id="2" name="TextBox 1">
            <a:extLst>
              <a:ext uri="{FF2B5EF4-FFF2-40B4-BE49-F238E27FC236}">
                <a16:creationId xmlns:a16="http://schemas.microsoft.com/office/drawing/2014/main" id="{18643691-6277-72A9-A123-4633283B046C}"/>
              </a:ext>
            </a:extLst>
          </p:cNvPr>
          <p:cNvSpPr txBox="1"/>
          <p:nvPr userDrawn="1"/>
        </p:nvSpPr>
        <p:spPr>
          <a:xfrm>
            <a:off x="4279900" y="5257946"/>
            <a:ext cx="3048000" cy="246221"/>
          </a:xfrm>
          <a:prstGeom prst="rect">
            <a:avLst/>
          </a:prstGeom>
          <a:noFill/>
        </p:spPr>
        <p:txBody>
          <a:bodyPr wrap="square" rtlCol="0">
            <a:spAutoFit/>
          </a:bodyPr>
          <a:lstStyle/>
          <a:p>
            <a:r>
              <a:rPr lang="en-US" sz="1000" dirty="0">
                <a:solidFill>
                  <a:srgbClr val="FF0000"/>
                </a:solidFill>
              </a:rPr>
              <a:t>RNN</a:t>
            </a:r>
          </a:p>
        </p:txBody>
      </p:sp>
    </p:spTree>
    <p:extLst>
      <p:ext uri="{BB962C8B-B14F-4D97-AF65-F5344CB8AC3E}">
        <p14:creationId xmlns:p14="http://schemas.microsoft.com/office/powerpoint/2010/main" val="2286644726"/>
      </p:ext>
    </p:extLst>
  </p:cSld>
  <p:clrMap bg1="lt1" tx1="dk1" bg2="lt2" tx2="dk2" accent1="accent1" accent2="accent2" accent3="accent3" accent4="accent4" accent5="accent5" accent6="accent6" hlink="hlink" folHlink="folHlink"/>
  <p:sldLayoutIdLst>
    <p:sldLayoutId id="2147483667" r:id="rId1"/>
    <p:sldLayoutId id="2147483668" r:id="rId2"/>
    <p:sldLayoutId id="2147483669" r:id="rId3"/>
    <p:sldLayoutId id="2147483670" r:id="rId4"/>
    <p:sldLayoutId id="2147483671" r:id="rId5"/>
    <p:sldLayoutId id="2147483672" r:id="rId6"/>
    <p:sldLayoutId id="2147483673" r:id="rId7"/>
    <p:sldLayoutId id="2147483674" r:id="rId8"/>
    <p:sldLayoutId id="2147483675" r:id="rId9"/>
    <p:sldLayoutId id="2147483676" r:id="rId10"/>
    <p:sldLayoutId id="2147483677" r:id="rId11"/>
  </p:sldLayoutIdLst>
  <p:txStyles>
    <p:titleStyle>
      <a:lvl1pPr algn="l" defTabSz="756117" rtl="0" eaLnBrk="1" latinLnBrk="0" hangingPunct="1">
        <a:lnSpc>
          <a:spcPct val="90000"/>
        </a:lnSpc>
        <a:spcBef>
          <a:spcPct val="0"/>
        </a:spcBef>
        <a:buNone/>
        <a:defRPr sz="3638" kern="1200">
          <a:solidFill>
            <a:schemeClr val="tx1"/>
          </a:solidFill>
          <a:latin typeface="+mj-lt"/>
          <a:ea typeface="+mj-ea"/>
          <a:cs typeface="+mj-cs"/>
        </a:defRPr>
      </a:lvl1pPr>
    </p:titleStyle>
    <p:bodyStyle>
      <a:lvl1pPr marL="189029" indent="-189029" algn="l" defTabSz="756117" rtl="0" eaLnBrk="1" latinLnBrk="0" hangingPunct="1">
        <a:lnSpc>
          <a:spcPct val="90000"/>
        </a:lnSpc>
        <a:spcBef>
          <a:spcPts val="827"/>
        </a:spcBef>
        <a:buFont typeface="Arial" panose="020B0604020202020204" pitchFamily="34" charset="0"/>
        <a:buChar char="•"/>
        <a:defRPr sz="2315" kern="1200">
          <a:solidFill>
            <a:schemeClr val="tx1"/>
          </a:solidFill>
          <a:latin typeface="+mn-lt"/>
          <a:ea typeface="+mn-ea"/>
          <a:cs typeface="+mn-cs"/>
        </a:defRPr>
      </a:lvl1pPr>
      <a:lvl2pPr marL="567088" indent="-189029" algn="l" defTabSz="756117" rtl="0" eaLnBrk="1" latinLnBrk="0" hangingPunct="1">
        <a:lnSpc>
          <a:spcPct val="90000"/>
        </a:lnSpc>
        <a:spcBef>
          <a:spcPts val="413"/>
        </a:spcBef>
        <a:buFont typeface="Arial" panose="020B0604020202020204" pitchFamily="34" charset="0"/>
        <a:buChar char="•"/>
        <a:defRPr sz="1985" kern="1200">
          <a:solidFill>
            <a:schemeClr val="tx1"/>
          </a:solidFill>
          <a:latin typeface="+mn-lt"/>
          <a:ea typeface="+mn-ea"/>
          <a:cs typeface="+mn-cs"/>
        </a:defRPr>
      </a:lvl2pPr>
      <a:lvl3pPr marL="945147" indent="-189029" algn="l" defTabSz="756117" rtl="0" eaLnBrk="1" latinLnBrk="0" hangingPunct="1">
        <a:lnSpc>
          <a:spcPct val="90000"/>
        </a:lnSpc>
        <a:spcBef>
          <a:spcPts val="413"/>
        </a:spcBef>
        <a:buFont typeface="Arial" panose="020B0604020202020204" pitchFamily="34" charset="0"/>
        <a:buChar char="•"/>
        <a:defRPr sz="1654" kern="1200">
          <a:solidFill>
            <a:schemeClr val="tx1"/>
          </a:solidFill>
          <a:latin typeface="+mn-lt"/>
          <a:ea typeface="+mn-ea"/>
          <a:cs typeface="+mn-cs"/>
        </a:defRPr>
      </a:lvl3pPr>
      <a:lvl4pPr marL="1323205" indent="-189029" algn="l" defTabSz="756117" rtl="0" eaLnBrk="1" latinLnBrk="0" hangingPunct="1">
        <a:lnSpc>
          <a:spcPct val="90000"/>
        </a:lnSpc>
        <a:spcBef>
          <a:spcPts val="413"/>
        </a:spcBef>
        <a:buFont typeface="Arial" panose="020B0604020202020204" pitchFamily="34" charset="0"/>
        <a:buChar char="•"/>
        <a:defRPr sz="1488" kern="1200">
          <a:solidFill>
            <a:schemeClr val="tx1"/>
          </a:solidFill>
          <a:latin typeface="+mn-lt"/>
          <a:ea typeface="+mn-ea"/>
          <a:cs typeface="+mn-cs"/>
        </a:defRPr>
      </a:lvl4pPr>
      <a:lvl5pPr marL="1701264" indent="-189029" algn="l" defTabSz="756117" rtl="0" eaLnBrk="1" latinLnBrk="0" hangingPunct="1">
        <a:lnSpc>
          <a:spcPct val="90000"/>
        </a:lnSpc>
        <a:spcBef>
          <a:spcPts val="413"/>
        </a:spcBef>
        <a:buFont typeface="Arial" panose="020B0604020202020204" pitchFamily="34" charset="0"/>
        <a:buChar char="•"/>
        <a:defRPr sz="1488" kern="1200">
          <a:solidFill>
            <a:schemeClr val="tx1"/>
          </a:solidFill>
          <a:latin typeface="+mn-lt"/>
          <a:ea typeface="+mn-ea"/>
          <a:cs typeface="+mn-cs"/>
        </a:defRPr>
      </a:lvl5pPr>
      <a:lvl6pPr marL="2079323" indent="-189029" algn="l" defTabSz="756117" rtl="0" eaLnBrk="1" latinLnBrk="0" hangingPunct="1">
        <a:lnSpc>
          <a:spcPct val="90000"/>
        </a:lnSpc>
        <a:spcBef>
          <a:spcPts val="413"/>
        </a:spcBef>
        <a:buFont typeface="Arial" panose="020B0604020202020204" pitchFamily="34" charset="0"/>
        <a:buChar char="•"/>
        <a:defRPr sz="1488" kern="1200">
          <a:solidFill>
            <a:schemeClr val="tx1"/>
          </a:solidFill>
          <a:latin typeface="+mn-lt"/>
          <a:ea typeface="+mn-ea"/>
          <a:cs typeface="+mn-cs"/>
        </a:defRPr>
      </a:lvl6pPr>
      <a:lvl7pPr marL="2457381" indent="-189029" algn="l" defTabSz="756117" rtl="0" eaLnBrk="1" latinLnBrk="0" hangingPunct="1">
        <a:lnSpc>
          <a:spcPct val="90000"/>
        </a:lnSpc>
        <a:spcBef>
          <a:spcPts val="413"/>
        </a:spcBef>
        <a:buFont typeface="Arial" panose="020B0604020202020204" pitchFamily="34" charset="0"/>
        <a:buChar char="•"/>
        <a:defRPr sz="1488" kern="1200">
          <a:solidFill>
            <a:schemeClr val="tx1"/>
          </a:solidFill>
          <a:latin typeface="+mn-lt"/>
          <a:ea typeface="+mn-ea"/>
          <a:cs typeface="+mn-cs"/>
        </a:defRPr>
      </a:lvl7pPr>
      <a:lvl8pPr marL="2835440" indent="-189029" algn="l" defTabSz="756117" rtl="0" eaLnBrk="1" latinLnBrk="0" hangingPunct="1">
        <a:lnSpc>
          <a:spcPct val="90000"/>
        </a:lnSpc>
        <a:spcBef>
          <a:spcPts val="413"/>
        </a:spcBef>
        <a:buFont typeface="Arial" panose="020B0604020202020204" pitchFamily="34" charset="0"/>
        <a:buChar char="•"/>
        <a:defRPr sz="1488" kern="1200">
          <a:solidFill>
            <a:schemeClr val="tx1"/>
          </a:solidFill>
          <a:latin typeface="+mn-lt"/>
          <a:ea typeface="+mn-ea"/>
          <a:cs typeface="+mn-cs"/>
        </a:defRPr>
      </a:lvl8pPr>
      <a:lvl9pPr marL="3213499" indent="-189029" algn="l" defTabSz="756117" rtl="0" eaLnBrk="1" latinLnBrk="0" hangingPunct="1">
        <a:lnSpc>
          <a:spcPct val="90000"/>
        </a:lnSpc>
        <a:spcBef>
          <a:spcPts val="413"/>
        </a:spcBef>
        <a:buFont typeface="Arial" panose="020B0604020202020204" pitchFamily="34" charset="0"/>
        <a:buChar char="•"/>
        <a:defRPr sz="1488" kern="1200">
          <a:solidFill>
            <a:schemeClr val="tx1"/>
          </a:solidFill>
          <a:latin typeface="+mn-lt"/>
          <a:ea typeface="+mn-ea"/>
          <a:cs typeface="+mn-cs"/>
        </a:defRPr>
      </a:lvl9pPr>
    </p:bodyStyle>
    <p:otherStyle>
      <a:defPPr>
        <a:defRPr lang="en-US"/>
      </a:defPPr>
      <a:lvl1pPr marL="0" algn="l" defTabSz="756117" rtl="0" eaLnBrk="1" latinLnBrk="0" hangingPunct="1">
        <a:defRPr sz="1488" kern="1200">
          <a:solidFill>
            <a:schemeClr val="tx1"/>
          </a:solidFill>
          <a:latin typeface="+mn-lt"/>
          <a:ea typeface="+mn-ea"/>
          <a:cs typeface="+mn-cs"/>
        </a:defRPr>
      </a:lvl1pPr>
      <a:lvl2pPr marL="378059" algn="l" defTabSz="756117" rtl="0" eaLnBrk="1" latinLnBrk="0" hangingPunct="1">
        <a:defRPr sz="1488" kern="1200">
          <a:solidFill>
            <a:schemeClr val="tx1"/>
          </a:solidFill>
          <a:latin typeface="+mn-lt"/>
          <a:ea typeface="+mn-ea"/>
          <a:cs typeface="+mn-cs"/>
        </a:defRPr>
      </a:lvl2pPr>
      <a:lvl3pPr marL="756117" algn="l" defTabSz="756117" rtl="0" eaLnBrk="1" latinLnBrk="0" hangingPunct="1">
        <a:defRPr sz="1488" kern="1200">
          <a:solidFill>
            <a:schemeClr val="tx1"/>
          </a:solidFill>
          <a:latin typeface="+mn-lt"/>
          <a:ea typeface="+mn-ea"/>
          <a:cs typeface="+mn-cs"/>
        </a:defRPr>
      </a:lvl3pPr>
      <a:lvl4pPr marL="1134176" algn="l" defTabSz="756117" rtl="0" eaLnBrk="1" latinLnBrk="0" hangingPunct="1">
        <a:defRPr sz="1488" kern="1200">
          <a:solidFill>
            <a:schemeClr val="tx1"/>
          </a:solidFill>
          <a:latin typeface="+mn-lt"/>
          <a:ea typeface="+mn-ea"/>
          <a:cs typeface="+mn-cs"/>
        </a:defRPr>
      </a:lvl4pPr>
      <a:lvl5pPr marL="1512235" algn="l" defTabSz="756117" rtl="0" eaLnBrk="1" latinLnBrk="0" hangingPunct="1">
        <a:defRPr sz="1488" kern="1200">
          <a:solidFill>
            <a:schemeClr val="tx1"/>
          </a:solidFill>
          <a:latin typeface="+mn-lt"/>
          <a:ea typeface="+mn-ea"/>
          <a:cs typeface="+mn-cs"/>
        </a:defRPr>
      </a:lvl5pPr>
      <a:lvl6pPr marL="1890293" algn="l" defTabSz="756117" rtl="0" eaLnBrk="1" latinLnBrk="0" hangingPunct="1">
        <a:defRPr sz="1488" kern="1200">
          <a:solidFill>
            <a:schemeClr val="tx1"/>
          </a:solidFill>
          <a:latin typeface="+mn-lt"/>
          <a:ea typeface="+mn-ea"/>
          <a:cs typeface="+mn-cs"/>
        </a:defRPr>
      </a:lvl6pPr>
      <a:lvl7pPr marL="2268352" algn="l" defTabSz="756117" rtl="0" eaLnBrk="1" latinLnBrk="0" hangingPunct="1">
        <a:defRPr sz="1488" kern="1200">
          <a:solidFill>
            <a:schemeClr val="tx1"/>
          </a:solidFill>
          <a:latin typeface="+mn-lt"/>
          <a:ea typeface="+mn-ea"/>
          <a:cs typeface="+mn-cs"/>
        </a:defRPr>
      </a:lvl7pPr>
      <a:lvl8pPr marL="2646411" algn="l" defTabSz="756117" rtl="0" eaLnBrk="1" latinLnBrk="0" hangingPunct="1">
        <a:defRPr sz="1488" kern="1200">
          <a:solidFill>
            <a:schemeClr val="tx1"/>
          </a:solidFill>
          <a:latin typeface="+mn-lt"/>
          <a:ea typeface="+mn-ea"/>
          <a:cs typeface="+mn-cs"/>
        </a:defRPr>
      </a:lvl8pPr>
      <a:lvl9pPr marL="3024469" algn="l" defTabSz="756117" rtl="0" eaLnBrk="1" latinLnBrk="0" hangingPunct="1">
        <a:defRPr sz="1488"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7.xml"/><Relationship Id="rId4" Type="http://schemas.openxmlformats.org/officeDocument/2006/relationships/image" Target="../media/image8.png"/></Relationships>
</file>

<file path=ppt/slides/_rels/slide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17.png"/><Relationship Id="rId7" Type="http://schemas.openxmlformats.org/officeDocument/2006/relationships/image" Target="../media/image21.png"/><Relationship Id="rId2" Type="http://schemas.openxmlformats.org/officeDocument/2006/relationships/image" Target="../media/image16.png"/><Relationship Id="rId1" Type="http://schemas.openxmlformats.org/officeDocument/2006/relationships/slideLayout" Target="../slideLayouts/slideLayout7.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18.png"/></Relationships>
</file>

<file path=ppt/slides/_rels/slide18.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openxmlformats.org/officeDocument/2006/relationships/image" Target="../media/image15.jpeg"/><Relationship Id="rId1" Type="http://schemas.openxmlformats.org/officeDocument/2006/relationships/slideLayout" Target="../slideLayouts/slideLayout7.xml"/><Relationship Id="rId4" Type="http://schemas.openxmlformats.org/officeDocument/2006/relationships/image" Target="../media/image26.emf"/></Relationships>
</file>

<file path=ppt/slides/_rels/slide22.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7.xml"/><Relationship Id="rId4" Type="http://schemas.openxmlformats.org/officeDocument/2006/relationships/image" Target="../media/image31.png"/></Relationships>
</file>

<file path=ppt/slides/_rels/slide24.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33.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40.png"/><Relationship Id="rId1" Type="http://schemas.openxmlformats.org/officeDocument/2006/relationships/slideLayout" Target="../slideLayouts/slideLayout7.xml"/><Relationship Id="rId6" Type="http://schemas.openxmlformats.org/officeDocument/2006/relationships/image" Target="../media/image33.png"/><Relationship Id="rId5" Type="http://schemas.openxmlformats.org/officeDocument/2006/relationships/image" Target="../media/image43.png"/><Relationship Id="rId4" Type="http://schemas.openxmlformats.org/officeDocument/2006/relationships/image" Target="../media/image42.png"/></Relationships>
</file>

<file path=ppt/slides/_rels/slide34.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44.png"/><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image" Target="../media/image45.png"/><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image" Target="../media/image48.png"/><Relationship Id="rId1" Type="http://schemas.openxmlformats.org/officeDocument/2006/relationships/slideLayout" Target="../slideLayouts/slideLayout7.xml"/><Relationship Id="rId4" Type="http://schemas.openxmlformats.org/officeDocument/2006/relationships/image" Target="../media/image50.png"/></Relationships>
</file>

<file path=ppt/slides/_rels/slide38.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image" Target="../media/image51.png"/><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2" Type="http://schemas.openxmlformats.org/officeDocument/2006/relationships/image" Target="../media/image55.png"/><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2" Type="http://schemas.openxmlformats.org/officeDocument/2006/relationships/image" Target="../media/image56.png"/><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2" Type="http://schemas.openxmlformats.org/officeDocument/2006/relationships/image" Target="../media/image57.png"/><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2" Type="http://schemas.openxmlformats.org/officeDocument/2006/relationships/image" Target="../media/image58.png"/><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2" Type="http://schemas.openxmlformats.org/officeDocument/2006/relationships/image" Target="../media/image59.png"/><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2" Type="http://schemas.openxmlformats.org/officeDocument/2006/relationships/image" Target="../media/image61.png"/><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2" Type="http://schemas.openxmlformats.org/officeDocument/2006/relationships/image" Target="../media/image62.png"/><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2" Type="http://schemas.openxmlformats.org/officeDocument/2006/relationships/image" Target="../media/image63.png"/><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2" Type="http://schemas.openxmlformats.org/officeDocument/2006/relationships/image" Target="../media/image64.png"/><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image" Target="../media/image65.png"/><Relationship Id="rId1" Type="http://schemas.openxmlformats.org/officeDocument/2006/relationships/slideLayout" Target="../slideLayouts/slideLayout2.xml"/><Relationship Id="rId5" Type="http://schemas.openxmlformats.org/officeDocument/2006/relationships/image" Target="../media/image68.png"/><Relationship Id="rId4" Type="http://schemas.openxmlformats.org/officeDocument/2006/relationships/image" Target="../media/image67.png"/></Relationships>
</file>

<file path=ppt/slides/_rels/slide52.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image" Target="../media/image69.jpg"/><Relationship Id="rId1" Type="http://schemas.openxmlformats.org/officeDocument/2006/relationships/slideLayout" Target="../slideLayouts/slideLayout2.xml"/><Relationship Id="rId5" Type="http://schemas.openxmlformats.org/officeDocument/2006/relationships/image" Target="../media/image72.png"/><Relationship Id="rId4" Type="http://schemas.openxmlformats.org/officeDocument/2006/relationships/image" Target="../media/image71.jp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2" Type="http://schemas.openxmlformats.org/officeDocument/2006/relationships/image" Target="../media/image73.png"/><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3" Type="http://schemas.openxmlformats.org/officeDocument/2006/relationships/image" Target="../media/image75.png"/><Relationship Id="rId2" Type="http://schemas.openxmlformats.org/officeDocument/2006/relationships/image" Target="../media/image74.png"/><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2" Type="http://schemas.openxmlformats.org/officeDocument/2006/relationships/image" Target="../media/image76.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77.png"/><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2" Type="http://schemas.openxmlformats.org/officeDocument/2006/relationships/image" Target="../media/image78.png"/><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3" Type="http://schemas.openxmlformats.org/officeDocument/2006/relationships/image" Target="../media/image80.png"/><Relationship Id="rId2" Type="http://schemas.openxmlformats.org/officeDocument/2006/relationships/image" Target="../media/image79.png"/><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2" Type="http://schemas.openxmlformats.org/officeDocument/2006/relationships/hyperlink" Target="https://www.kaggle.com/datasets/lakshmi25npathi/imdb-dataset-of-50k-movie-reviews" TargetMode="External"/><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2" Type="http://schemas.openxmlformats.org/officeDocument/2006/relationships/image" Target="../media/image81.png"/><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2" Type="http://schemas.openxmlformats.org/officeDocument/2006/relationships/image" Target="../media/image82.png"/><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3" Type="http://schemas.openxmlformats.org/officeDocument/2006/relationships/image" Target="../media/image84.png"/><Relationship Id="rId2" Type="http://schemas.openxmlformats.org/officeDocument/2006/relationships/image" Target="../media/image83.png"/><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2" Type="http://schemas.openxmlformats.org/officeDocument/2006/relationships/image" Target="../media/image85.png"/><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2" Type="http://schemas.openxmlformats.org/officeDocument/2006/relationships/image" Target="../media/image86.png"/><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2" Type="http://schemas.openxmlformats.org/officeDocument/2006/relationships/image" Target="../media/image87.png"/><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2" Type="http://schemas.openxmlformats.org/officeDocument/2006/relationships/image" Target="../media/image88.png"/><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2" Type="http://schemas.openxmlformats.org/officeDocument/2006/relationships/image" Target="../media/image89.png"/><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2" Type="http://schemas.openxmlformats.org/officeDocument/2006/relationships/image" Target="../media/image90.png"/><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2" Type="http://schemas.openxmlformats.org/officeDocument/2006/relationships/image" Target="../media/image91.png"/><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2" Type="http://schemas.openxmlformats.org/officeDocument/2006/relationships/image" Target="../media/image92.png"/><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2" Type="http://schemas.openxmlformats.org/officeDocument/2006/relationships/image" Target="../media/image93.png"/><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2" Type="http://schemas.openxmlformats.org/officeDocument/2006/relationships/image" Target="../media/image94.png"/><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2" Type="http://schemas.openxmlformats.org/officeDocument/2006/relationships/image" Target="../media/image95.png"/><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2" Type="http://schemas.openxmlformats.org/officeDocument/2006/relationships/image" Target="../media/image96.png"/><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3" Type="http://schemas.openxmlformats.org/officeDocument/2006/relationships/image" Target="../media/image98.png"/><Relationship Id="rId2" Type="http://schemas.openxmlformats.org/officeDocument/2006/relationships/image" Target="../media/image97.png"/><Relationship Id="rId1" Type="http://schemas.openxmlformats.org/officeDocument/2006/relationships/slideLayout" Target="../slideLayouts/slideLayout7.xml"/><Relationship Id="rId4" Type="http://schemas.openxmlformats.org/officeDocument/2006/relationships/image" Target="../media/image99.png"/></Relationships>
</file>

<file path=ppt/slides/_rels/slide78.xml.rels><?xml version="1.0" encoding="UTF-8" standalone="yes"?>
<Relationships xmlns="http://schemas.openxmlformats.org/package/2006/relationships"><Relationship Id="rId3" Type="http://schemas.openxmlformats.org/officeDocument/2006/relationships/image" Target="../media/image101.png"/><Relationship Id="rId2" Type="http://schemas.openxmlformats.org/officeDocument/2006/relationships/image" Target="../media/image100.png"/><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8" Type="http://schemas.openxmlformats.org/officeDocument/2006/relationships/image" Target="../media/image108.png"/><Relationship Id="rId3" Type="http://schemas.openxmlformats.org/officeDocument/2006/relationships/image" Target="../media/image103.png"/><Relationship Id="rId7" Type="http://schemas.openxmlformats.org/officeDocument/2006/relationships/image" Target="../media/image107.png"/><Relationship Id="rId12" Type="http://schemas.openxmlformats.org/officeDocument/2006/relationships/image" Target="../media/image112.png"/><Relationship Id="rId2" Type="http://schemas.openxmlformats.org/officeDocument/2006/relationships/image" Target="../media/image102.png"/><Relationship Id="rId1" Type="http://schemas.openxmlformats.org/officeDocument/2006/relationships/slideLayout" Target="../slideLayouts/slideLayout2.xml"/><Relationship Id="rId6" Type="http://schemas.openxmlformats.org/officeDocument/2006/relationships/image" Target="../media/image106.png"/><Relationship Id="rId11" Type="http://schemas.openxmlformats.org/officeDocument/2006/relationships/image" Target="../media/image111.png"/><Relationship Id="rId5" Type="http://schemas.openxmlformats.org/officeDocument/2006/relationships/image" Target="../media/image105.png"/><Relationship Id="rId10" Type="http://schemas.openxmlformats.org/officeDocument/2006/relationships/image" Target="../media/image110.png"/><Relationship Id="rId4" Type="http://schemas.openxmlformats.org/officeDocument/2006/relationships/image" Target="../media/image104.png"/><Relationship Id="rId9" Type="http://schemas.openxmlformats.org/officeDocument/2006/relationships/image" Target="../media/image109.png"/></Relationships>
</file>

<file path=ppt/slides/_rels/slide80.xml.rels><?xml version="1.0" encoding="UTF-8" standalone="yes"?>
<Relationships xmlns="http://schemas.openxmlformats.org/package/2006/relationships"><Relationship Id="rId8" Type="http://schemas.openxmlformats.org/officeDocument/2006/relationships/image" Target="../media/image118.png"/><Relationship Id="rId13" Type="http://schemas.openxmlformats.org/officeDocument/2006/relationships/image" Target="../media/image122.png"/><Relationship Id="rId18" Type="http://schemas.openxmlformats.org/officeDocument/2006/relationships/image" Target="../media/image127.png"/><Relationship Id="rId3" Type="http://schemas.openxmlformats.org/officeDocument/2006/relationships/image" Target="../media/image113.png"/><Relationship Id="rId21" Type="http://schemas.openxmlformats.org/officeDocument/2006/relationships/image" Target="../media/image130.png"/><Relationship Id="rId7" Type="http://schemas.openxmlformats.org/officeDocument/2006/relationships/image" Target="../media/image117.png"/><Relationship Id="rId12" Type="http://schemas.openxmlformats.org/officeDocument/2006/relationships/image" Target="../media/image121.png"/><Relationship Id="rId17" Type="http://schemas.openxmlformats.org/officeDocument/2006/relationships/image" Target="../media/image126.png"/><Relationship Id="rId2" Type="http://schemas.openxmlformats.org/officeDocument/2006/relationships/image" Target="../media/image69.jpg"/><Relationship Id="rId16" Type="http://schemas.openxmlformats.org/officeDocument/2006/relationships/image" Target="../media/image125.png"/><Relationship Id="rId20" Type="http://schemas.openxmlformats.org/officeDocument/2006/relationships/image" Target="../media/image129.png"/><Relationship Id="rId1" Type="http://schemas.openxmlformats.org/officeDocument/2006/relationships/slideLayout" Target="../slideLayouts/slideLayout7.xml"/><Relationship Id="rId6" Type="http://schemas.openxmlformats.org/officeDocument/2006/relationships/image" Target="../media/image116.png"/><Relationship Id="rId11" Type="http://schemas.openxmlformats.org/officeDocument/2006/relationships/image" Target="../media/image120.png"/><Relationship Id="rId24" Type="http://schemas.openxmlformats.org/officeDocument/2006/relationships/image" Target="../media/image133.png"/><Relationship Id="rId5" Type="http://schemas.openxmlformats.org/officeDocument/2006/relationships/image" Target="../media/image115.png"/><Relationship Id="rId15" Type="http://schemas.openxmlformats.org/officeDocument/2006/relationships/image" Target="../media/image124.png"/><Relationship Id="rId23" Type="http://schemas.openxmlformats.org/officeDocument/2006/relationships/image" Target="../media/image132.png"/><Relationship Id="rId10" Type="http://schemas.openxmlformats.org/officeDocument/2006/relationships/image" Target="../media/image104.png"/><Relationship Id="rId19" Type="http://schemas.openxmlformats.org/officeDocument/2006/relationships/image" Target="../media/image128.png"/><Relationship Id="rId4" Type="http://schemas.openxmlformats.org/officeDocument/2006/relationships/image" Target="../media/image114.png"/><Relationship Id="rId9" Type="http://schemas.openxmlformats.org/officeDocument/2006/relationships/image" Target="../media/image119.png"/><Relationship Id="rId14" Type="http://schemas.openxmlformats.org/officeDocument/2006/relationships/image" Target="../media/image123.png"/><Relationship Id="rId22" Type="http://schemas.openxmlformats.org/officeDocument/2006/relationships/image" Target="../media/image131.png"/></Relationships>
</file>

<file path=ppt/slides/_rels/slide81.xml.rels><?xml version="1.0" encoding="UTF-8" standalone="yes"?>
<Relationships xmlns="http://schemas.openxmlformats.org/package/2006/relationships"><Relationship Id="rId8" Type="http://schemas.openxmlformats.org/officeDocument/2006/relationships/image" Target="../media/image118.png"/><Relationship Id="rId13" Type="http://schemas.openxmlformats.org/officeDocument/2006/relationships/image" Target="../media/image122.png"/><Relationship Id="rId18" Type="http://schemas.openxmlformats.org/officeDocument/2006/relationships/image" Target="../media/image127.png"/><Relationship Id="rId3" Type="http://schemas.openxmlformats.org/officeDocument/2006/relationships/image" Target="../media/image113.png"/><Relationship Id="rId21" Type="http://schemas.openxmlformats.org/officeDocument/2006/relationships/image" Target="../media/image130.png"/><Relationship Id="rId7" Type="http://schemas.openxmlformats.org/officeDocument/2006/relationships/image" Target="../media/image117.png"/><Relationship Id="rId12" Type="http://schemas.openxmlformats.org/officeDocument/2006/relationships/image" Target="../media/image121.png"/><Relationship Id="rId17" Type="http://schemas.openxmlformats.org/officeDocument/2006/relationships/image" Target="../media/image126.png"/><Relationship Id="rId2" Type="http://schemas.openxmlformats.org/officeDocument/2006/relationships/image" Target="../media/image69.jpg"/><Relationship Id="rId16" Type="http://schemas.openxmlformats.org/officeDocument/2006/relationships/image" Target="../media/image124.png"/><Relationship Id="rId20" Type="http://schemas.openxmlformats.org/officeDocument/2006/relationships/image" Target="../media/image129.png"/><Relationship Id="rId1" Type="http://schemas.openxmlformats.org/officeDocument/2006/relationships/slideLayout" Target="../slideLayouts/slideLayout7.xml"/><Relationship Id="rId6" Type="http://schemas.openxmlformats.org/officeDocument/2006/relationships/image" Target="../media/image116.png"/><Relationship Id="rId11" Type="http://schemas.openxmlformats.org/officeDocument/2006/relationships/image" Target="../media/image120.png"/><Relationship Id="rId24" Type="http://schemas.openxmlformats.org/officeDocument/2006/relationships/image" Target="../media/image133.png"/><Relationship Id="rId5" Type="http://schemas.openxmlformats.org/officeDocument/2006/relationships/image" Target="../media/image114.png"/><Relationship Id="rId15" Type="http://schemas.openxmlformats.org/officeDocument/2006/relationships/image" Target="../media/image125.png"/><Relationship Id="rId23" Type="http://schemas.openxmlformats.org/officeDocument/2006/relationships/image" Target="../media/image132.png"/><Relationship Id="rId10" Type="http://schemas.openxmlformats.org/officeDocument/2006/relationships/image" Target="../media/image104.png"/><Relationship Id="rId19" Type="http://schemas.openxmlformats.org/officeDocument/2006/relationships/image" Target="../media/image128.png"/><Relationship Id="rId4" Type="http://schemas.openxmlformats.org/officeDocument/2006/relationships/image" Target="../media/image134.png"/><Relationship Id="rId9" Type="http://schemas.openxmlformats.org/officeDocument/2006/relationships/image" Target="../media/image119.png"/><Relationship Id="rId14" Type="http://schemas.openxmlformats.org/officeDocument/2006/relationships/image" Target="../media/image123.png"/><Relationship Id="rId22" Type="http://schemas.openxmlformats.org/officeDocument/2006/relationships/image" Target="../media/image131.png"/></Relationships>
</file>

<file path=ppt/slides/_rels/slide82.xml.rels><?xml version="1.0" encoding="UTF-8" standalone="yes"?>
<Relationships xmlns="http://schemas.openxmlformats.org/package/2006/relationships"><Relationship Id="rId8" Type="http://schemas.openxmlformats.org/officeDocument/2006/relationships/image" Target="../media/image118.png"/><Relationship Id="rId13" Type="http://schemas.openxmlformats.org/officeDocument/2006/relationships/image" Target="../media/image121.png"/><Relationship Id="rId18" Type="http://schemas.openxmlformats.org/officeDocument/2006/relationships/image" Target="../media/image126.png"/><Relationship Id="rId3" Type="http://schemas.openxmlformats.org/officeDocument/2006/relationships/image" Target="../media/image135.png"/><Relationship Id="rId21" Type="http://schemas.openxmlformats.org/officeDocument/2006/relationships/image" Target="../media/image129.png"/><Relationship Id="rId7" Type="http://schemas.openxmlformats.org/officeDocument/2006/relationships/image" Target="../media/image116.png"/><Relationship Id="rId12" Type="http://schemas.openxmlformats.org/officeDocument/2006/relationships/image" Target="../media/image120.png"/><Relationship Id="rId17" Type="http://schemas.openxmlformats.org/officeDocument/2006/relationships/image" Target="../media/image124.png"/><Relationship Id="rId25" Type="http://schemas.openxmlformats.org/officeDocument/2006/relationships/image" Target="../media/image133.png"/><Relationship Id="rId2" Type="http://schemas.openxmlformats.org/officeDocument/2006/relationships/image" Target="../media/image69.jpg"/><Relationship Id="rId16" Type="http://schemas.openxmlformats.org/officeDocument/2006/relationships/image" Target="../media/image125.png"/><Relationship Id="rId20" Type="http://schemas.openxmlformats.org/officeDocument/2006/relationships/image" Target="../media/image128.png"/><Relationship Id="rId1" Type="http://schemas.openxmlformats.org/officeDocument/2006/relationships/slideLayout" Target="../slideLayouts/slideLayout7.xml"/><Relationship Id="rId6" Type="http://schemas.openxmlformats.org/officeDocument/2006/relationships/image" Target="../media/image114.png"/><Relationship Id="rId11" Type="http://schemas.openxmlformats.org/officeDocument/2006/relationships/image" Target="../media/image104.png"/><Relationship Id="rId24" Type="http://schemas.openxmlformats.org/officeDocument/2006/relationships/image" Target="../media/image132.png"/><Relationship Id="rId5" Type="http://schemas.openxmlformats.org/officeDocument/2006/relationships/image" Target="../media/image137.png"/><Relationship Id="rId15" Type="http://schemas.openxmlformats.org/officeDocument/2006/relationships/image" Target="../media/image123.png"/><Relationship Id="rId23" Type="http://schemas.openxmlformats.org/officeDocument/2006/relationships/image" Target="../media/image131.png"/><Relationship Id="rId10" Type="http://schemas.openxmlformats.org/officeDocument/2006/relationships/image" Target="../media/image119.png"/><Relationship Id="rId19" Type="http://schemas.openxmlformats.org/officeDocument/2006/relationships/image" Target="../media/image127.png"/><Relationship Id="rId4" Type="http://schemas.openxmlformats.org/officeDocument/2006/relationships/image" Target="../media/image136.png"/><Relationship Id="rId9" Type="http://schemas.openxmlformats.org/officeDocument/2006/relationships/image" Target="../media/image117.png"/><Relationship Id="rId14" Type="http://schemas.openxmlformats.org/officeDocument/2006/relationships/image" Target="../media/image122.png"/><Relationship Id="rId22" Type="http://schemas.openxmlformats.org/officeDocument/2006/relationships/image" Target="../media/image130.png"/></Relationships>
</file>

<file path=ppt/slides/_rels/slide83.xml.rels><?xml version="1.0" encoding="UTF-8" standalone="yes"?>
<Relationships xmlns="http://schemas.openxmlformats.org/package/2006/relationships"><Relationship Id="rId8" Type="http://schemas.openxmlformats.org/officeDocument/2006/relationships/image" Target="../media/image116.png"/><Relationship Id="rId13" Type="http://schemas.openxmlformats.org/officeDocument/2006/relationships/image" Target="../media/image121.png"/><Relationship Id="rId18" Type="http://schemas.openxmlformats.org/officeDocument/2006/relationships/image" Target="../media/image126.png"/><Relationship Id="rId3" Type="http://schemas.openxmlformats.org/officeDocument/2006/relationships/image" Target="../media/image136.png"/><Relationship Id="rId21" Type="http://schemas.openxmlformats.org/officeDocument/2006/relationships/image" Target="../media/image129.png"/><Relationship Id="rId7" Type="http://schemas.openxmlformats.org/officeDocument/2006/relationships/image" Target="../media/image115.png"/><Relationship Id="rId12" Type="http://schemas.openxmlformats.org/officeDocument/2006/relationships/image" Target="../media/image120.png"/><Relationship Id="rId17" Type="http://schemas.openxmlformats.org/officeDocument/2006/relationships/image" Target="../media/image124.png"/><Relationship Id="rId25" Type="http://schemas.openxmlformats.org/officeDocument/2006/relationships/image" Target="../media/image133.png"/><Relationship Id="rId2" Type="http://schemas.openxmlformats.org/officeDocument/2006/relationships/image" Target="../media/image69.jpg"/><Relationship Id="rId16" Type="http://schemas.openxmlformats.org/officeDocument/2006/relationships/image" Target="../media/image125.png"/><Relationship Id="rId20" Type="http://schemas.openxmlformats.org/officeDocument/2006/relationships/image" Target="../media/image128.png"/><Relationship Id="rId1" Type="http://schemas.openxmlformats.org/officeDocument/2006/relationships/slideLayout" Target="../slideLayouts/slideLayout7.xml"/><Relationship Id="rId6" Type="http://schemas.openxmlformats.org/officeDocument/2006/relationships/image" Target="../media/image114.png"/><Relationship Id="rId11" Type="http://schemas.openxmlformats.org/officeDocument/2006/relationships/image" Target="../media/image104.png"/><Relationship Id="rId24" Type="http://schemas.openxmlformats.org/officeDocument/2006/relationships/image" Target="../media/image132.png"/><Relationship Id="rId5" Type="http://schemas.openxmlformats.org/officeDocument/2006/relationships/image" Target="../media/image138.png"/><Relationship Id="rId15" Type="http://schemas.openxmlformats.org/officeDocument/2006/relationships/image" Target="../media/image123.png"/><Relationship Id="rId23" Type="http://schemas.openxmlformats.org/officeDocument/2006/relationships/image" Target="../media/image131.png"/><Relationship Id="rId10" Type="http://schemas.openxmlformats.org/officeDocument/2006/relationships/image" Target="../media/image119.png"/><Relationship Id="rId19" Type="http://schemas.openxmlformats.org/officeDocument/2006/relationships/image" Target="../media/image127.png"/><Relationship Id="rId4" Type="http://schemas.openxmlformats.org/officeDocument/2006/relationships/image" Target="../media/image137.png"/><Relationship Id="rId9" Type="http://schemas.openxmlformats.org/officeDocument/2006/relationships/image" Target="../media/image118.png"/><Relationship Id="rId14" Type="http://schemas.openxmlformats.org/officeDocument/2006/relationships/image" Target="../media/image122.png"/><Relationship Id="rId22" Type="http://schemas.openxmlformats.org/officeDocument/2006/relationships/image" Target="../media/image130.png"/></Relationships>
</file>

<file path=ppt/slides/_rels/slide84.xml.rels><?xml version="1.0" encoding="UTF-8" standalone="yes"?>
<Relationships xmlns="http://schemas.openxmlformats.org/package/2006/relationships"><Relationship Id="rId8" Type="http://schemas.openxmlformats.org/officeDocument/2006/relationships/image" Target="../media/image116.png"/><Relationship Id="rId13" Type="http://schemas.openxmlformats.org/officeDocument/2006/relationships/image" Target="../media/image121.png"/><Relationship Id="rId18" Type="http://schemas.openxmlformats.org/officeDocument/2006/relationships/image" Target="../media/image126.png"/><Relationship Id="rId3" Type="http://schemas.openxmlformats.org/officeDocument/2006/relationships/image" Target="../media/image136.png"/><Relationship Id="rId21" Type="http://schemas.openxmlformats.org/officeDocument/2006/relationships/image" Target="../media/image129.png"/><Relationship Id="rId7" Type="http://schemas.openxmlformats.org/officeDocument/2006/relationships/image" Target="../media/image115.png"/><Relationship Id="rId12" Type="http://schemas.openxmlformats.org/officeDocument/2006/relationships/image" Target="../media/image120.png"/><Relationship Id="rId17" Type="http://schemas.openxmlformats.org/officeDocument/2006/relationships/image" Target="../media/image124.png"/><Relationship Id="rId25" Type="http://schemas.openxmlformats.org/officeDocument/2006/relationships/image" Target="../media/image133.png"/><Relationship Id="rId2" Type="http://schemas.openxmlformats.org/officeDocument/2006/relationships/image" Target="../media/image69.jpg"/><Relationship Id="rId16" Type="http://schemas.openxmlformats.org/officeDocument/2006/relationships/image" Target="../media/image125.png"/><Relationship Id="rId20" Type="http://schemas.openxmlformats.org/officeDocument/2006/relationships/image" Target="../media/image128.png"/><Relationship Id="rId1" Type="http://schemas.openxmlformats.org/officeDocument/2006/relationships/slideLayout" Target="../slideLayouts/slideLayout7.xml"/><Relationship Id="rId6" Type="http://schemas.openxmlformats.org/officeDocument/2006/relationships/image" Target="../media/image140.png"/><Relationship Id="rId11" Type="http://schemas.openxmlformats.org/officeDocument/2006/relationships/image" Target="../media/image119.png"/><Relationship Id="rId24" Type="http://schemas.openxmlformats.org/officeDocument/2006/relationships/image" Target="../media/image132.png"/><Relationship Id="rId5" Type="http://schemas.openxmlformats.org/officeDocument/2006/relationships/image" Target="../media/image114.png"/><Relationship Id="rId15" Type="http://schemas.openxmlformats.org/officeDocument/2006/relationships/image" Target="../media/image123.png"/><Relationship Id="rId23" Type="http://schemas.openxmlformats.org/officeDocument/2006/relationships/image" Target="../media/image131.png"/><Relationship Id="rId10" Type="http://schemas.openxmlformats.org/officeDocument/2006/relationships/image" Target="../media/image118.png"/><Relationship Id="rId19" Type="http://schemas.openxmlformats.org/officeDocument/2006/relationships/image" Target="../media/image127.png"/><Relationship Id="rId4" Type="http://schemas.openxmlformats.org/officeDocument/2006/relationships/image" Target="../media/image139.png"/><Relationship Id="rId9" Type="http://schemas.openxmlformats.org/officeDocument/2006/relationships/image" Target="../media/image117.png"/><Relationship Id="rId14" Type="http://schemas.openxmlformats.org/officeDocument/2006/relationships/image" Target="../media/image122.png"/><Relationship Id="rId22" Type="http://schemas.openxmlformats.org/officeDocument/2006/relationships/image" Target="../media/image130.png"/></Relationships>
</file>

<file path=ppt/slides/_rels/slide85.xml.rels><?xml version="1.0" encoding="UTF-8" standalone="yes"?>
<Relationships xmlns="http://schemas.openxmlformats.org/package/2006/relationships"><Relationship Id="rId8" Type="http://schemas.openxmlformats.org/officeDocument/2006/relationships/image" Target="../media/image117.png"/><Relationship Id="rId13" Type="http://schemas.openxmlformats.org/officeDocument/2006/relationships/image" Target="../media/image122.png"/><Relationship Id="rId18" Type="http://schemas.openxmlformats.org/officeDocument/2006/relationships/image" Target="../media/image127.png"/><Relationship Id="rId3" Type="http://schemas.openxmlformats.org/officeDocument/2006/relationships/image" Target="../media/image136.png"/><Relationship Id="rId21" Type="http://schemas.openxmlformats.org/officeDocument/2006/relationships/image" Target="../media/image130.png"/><Relationship Id="rId7" Type="http://schemas.openxmlformats.org/officeDocument/2006/relationships/image" Target="../media/image116.png"/><Relationship Id="rId12" Type="http://schemas.openxmlformats.org/officeDocument/2006/relationships/image" Target="../media/image121.png"/><Relationship Id="rId17" Type="http://schemas.openxmlformats.org/officeDocument/2006/relationships/image" Target="../media/image126.png"/><Relationship Id="rId2" Type="http://schemas.openxmlformats.org/officeDocument/2006/relationships/image" Target="../media/image69.jpg"/><Relationship Id="rId16" Type="http://schemas.openxmlformats.org/officeDocument/2006/relationships/image" Target="../media/image124.png"/><Relationship Id="rId20" Type="http://schemas.openxmlformats.org/officeDocument/2006/relationships/image" Target="../media/image129.png"/><Relationship Id="rId1" Type="http://schemas.openxmlformats.org/officeDocument/2006/relationships/slideLayout" Target="../slideLayouts/slideLayout7.xml"/><Relationship Id="rId6" Type="http://schemas.openxmlformats.org/officeDocument/2006/relationships/image" Target="../media/image141.png"/><Relationship Id="rId11" Type="http://schemas.openxmlformats.org/officeDocument/2006/relationships/image" Target="../media/image120.png"/><Relationship Id="rId24" Type="http://schemas.openxmlformats.org/officeDocument/2006/relationships/image" Target="../media/image133.png"/><Relationship Id="rId5" Type="http://schemas.openxmlformats.org/officeDocument/2006/relationships/image" Target="../media/image115.png"/><Relationship Id="rId15" Type="http://schemas.openxmlformats.org/officeDocument/2006/relationships/image" Target="../media/image125.png"/><Relationship Id="rId23" Type="http://schemas.openxmlformats.org/officeDocument/2006/relationships/image" Target="../media/image132.png"/><Relationship Id="rId10" Type="http://schemas.openxmlformats.org/officeDocument/2006/relationships/image" Target="../media/image119.png"/><Relationship Id="rId19" Type="http://schemas.openxmlformats.org/officeDocument/2006/relationships/image" Target="../media/image128.png"/><Relationship Id="rId4" Type="http://schemas.openxmlformats.org/officeDocument/2006/relationships/image" Target="../media/image114.png"/><Relationship Id="rId9" Type="http://schemas.openxmlformats.org/officeDocument/2006/relationships/image" Target="../media/image118.png"/><Relationship Id="rId14" Type="http://schemas.openxmlformats.org/officeDocument/2006/relationships/image" Target="../media/image123.png"/><Relationship Id="rId22" Type="http://schemas.openxmlformats.org/officeDocument/2006/relationships/image" Target="../media/image131.png"/></Relationships>
</file>

<file path=ppt/slides/_rels/slide86.xml.rels><?xml version="1.0" encoding="UTF-8" standalone="yes"?>
<Relationships xmlns="http://schemas.openxmlformats.org/package/2006/relationships"><Relationship Id="rId3" Type="http://schemas.openxmlformats.org/officeDocument/2006/relationships/image" Target="../media/image143.png"/><Relationship Id="rId2" Type="http://schemas.openxmlformats.org/officeDocument/2006/relationships/image" Target="../media/image142.png"/><Relationship Id="rId1" Type="http://schemas.openxmlformats.org/officeDocument/2006/relationships/slideLayout" Target="../slideLayouts/slideLayout2.xml"/><Relationship Id="rId5" Type="http://schemas.openxmlformats.org/officeDocument/2006/relationships/image" Target="../media/image145.png"/><Relationship Id="rId4" Type="http://schemas.openxmlformats.org/officeDocument/2006/relationships/image" Target="../media/image14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138631-FE08-43E6-BD0B-F8AE6735371F}"/>
              </a:ext>
            </a:extLst>
          </p:cNvPr>
          <p:cNvSpPr>
            <a:spLocks noGrp="1"/>
          </p:cNvSpPr>
          <p:nvPr>
            <p:ph type="ctrTitle"/>
          </p:nvPr>
        </p:nvSpPr>
        <p:spPr>
          <a:xfrm>
            <a:off x="698500" y="687778"/>
            <a:ext cx="7562850" cy="1974191"/>
          </a:xfrm>
          <a:solidFill>
            <a:schemeClr val="bg1"/>
          </a:solidFill>
        </p:spPr>
        <p:txBody>
          <a:bodyPr/>
          <a:lstStyle/>
          <a:p>
            <a:r>
              <a:rPr lang="en-US" dirty="0"/>
              <a:t>Recurrent Neural Network</a:t>
            </a:r>
          </a:p>
        </p:txBody>
      </p:sp>
      <p:sp>
        <p:nvSpPr>
          <p:cNvPr id="3" name="Subtitle 2">
            <a:extLst>
              <a:ext uri="{FF2B5EF4-FFF2-40B4-BE49-F238E27FC236}">
                <a16:creationId xmlns:a16="http://schemas.microsoft.com/office/drawing/2014/main" id="{6D94D05B-F6A3-405F-B183-6A7FEC871837}"/>
              </a:ext>
            </a:extLst>
          </p:cNvPr>
          <p:cNvSpPr>
            <a:spLocks noGrp="1"/>
          </p:cNvSpPr>
          <p:nvPr>
            <p:ph type="subTitle" idx="1"/>
          </p:nvPr>
        </p:nvSpPr>
        <p:spPr/>
        <p:txBody>
          <a:bodyPr/>
          <a:lstStyle/>
          <a:p>
            <a:r>
              <a:rPr lang="en-US" dirty="0"/>
              <a:t>Introduction</a:t>
            </a:r>
          </a:p>
        </p:txBody>
      </p:sp>
    </p:spTree>
    <p:extLst>
      <p:ext uri="{BB962C8B-B14F-4D97-AF65-F5344CB8AC3E}">
        <p14:creationId xmlns:p14="http://schemas.microsoft.com/office/powerpoint/2010/main" val="428176728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Diagram&#10;&#10;Description automatically generated">
            <a:extLst>
              <a:ext uri="{FF2B5EF4-FFF2-40B4-BE49-F238E27FC236}">
                <a16:creationId xmlns:a16="http://schemas.microsoft.com/office/drawing/2014/main" id="{0A1660DA-F402-4567-873D-25D88D7F322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89100" y="320675"/>
            <a:ext cx="6074130" cy="3386622"/>
          </a:xfrm>
          <a:prstGeom prst="rect">
            <a:avLst/>
          </a:prstGeom>
        </p:spPr>
      </p:pic>
      <p:sp>
        <p:nvSpPr>
          <p:cNvPr id="4" name="TextBox 3">
            <a:extLst>
              <a:ext uri="{FF2B5EF4-FFF2-40B4-BE49-F238E27FC236}">
                <a16:creationId xmlns:a16="http://schemas.microsoft.com/office/drawing/2014/main" id="{3BADD47F-316E-4FF5-A352-9942FE5D15AD}"/>
              </a:ext>
            </a:extLst>
          </p:cNvPr>
          <p:cNvSpPr txBox="1"/>
          <p:nvPr/>
        </p:nvSpPr>
        <p:spPr>
          <a:xfrm flipH="1">
            <a:off x="3819581" y="3814348"/>
            <a:ext cx="3220534" cy="1084977"/>
          </a:xfrm>
          <a:prstGeom prst="rect">
            <a:avLst/>
          </a:prstGeom>
          <a:noFill/>
        </p:spPr>
        <p:txBody>
          <a:bodyPr wrap="square" rtlCol="0">
            <a:spAutoFit/>
          </a:bodyPr>
          <a:lstStyle/>
          <a:p>
            <a:r>
              <a:rPr lang="en-US" sz="1654" b="1" dirty="0"/>
              <a:t>Feature Extraction</a:t>
            </a:r>
          </a:p>
          <a:p>
            <a:r>
              <a:rPr lang="en-US" sz="1654" b="1" dirty="0"/>
              <a:t>Feature Selection</a:t>
            </a:r>
          </a:p>
          <a:p>
            <a:r>
              <a:rPr lang="en-US" sz="1654" b="1" dirty="0"/>
              <a:t>Small data sets</a:t>
            </a:r>
          </a:p>
          <a:p>
            <a:endParaRPr lang="en-US" sz="1488" dirty="0"/>
          </a:p>
        </p:txBody>
      </p:sp>
      <p:sp>
        <p:nvSpPr>
          <p:cNvPr id="5" name="TextBox 4">
            <a:extLst>
              <a:ext uri="{FF2B5EF4-FFF2-40B4-BE49-F238E27FC236}">
                <a16:creationId xmlns:a16="http://schemas.microsoft.com/office/drawing/2014/main" id="{91ECA37F-8549-4290-A7BF-2CA1895F964A}"/>
              </a:ext>
            </a:extLst>
          </p:cNvPr>
          <p:cNvSpPr txBox="1"/>
          <p:nvPr/>
        </p:nvSpPr>
        <p:spPr>
          <a:xfrm>
            <a:off x="681028" y="4845385"/>
            <a:ext cx="8628072" cy="372281"/>
          </a:xfrm>
          <a:prstGeom prst="rect">
            <a:avLst/>
          </a:prstGeom>
          <a:noFill/>
        </p:spPr>
        <p:txBody>
          <a:bodyPr wrap="square" rtlCol="0">
            <a:spAutoFit/>
          </a:bodyPr>
          <a:lstStyle/>
          <a:p>
            <a:r>
              <a:rPr lang="en-US" sz="1819" dirty="0">
                <a:solidFill>
                  <a:srgbClr val="FF0000"/>
                </a:solidFill>
              </a:rPr>
              <a:t>With large data sets with large Features </a:t>
            </a:r>
            <a:r>
              <a:rPr lang="en-US" sz="1819" dirty="0">
                <a:solidFill>
                  <a:srgbClr val="FF0000"/>
                </a:solidFill>
                <a:sym typeface="Wingdings" panose="05000000000000000000" pitchFamily="2" charset="2"/>
              </a:rPr>
              <a:t>very difficult to do feature engineering</a:t>
            </a:r>
            <a:r>
              <a:rPr lang="en-US" sz="1819" dirty="0">
                <a:solidFill>
                  <a:srgbClr val="FF0000"/>
                </a:solidFill>
              </a:rPr>
              <a:t> </a:t>
            </a:r>
          </a:p>
        </p:txBody>
      </p:sp>
    </p:spTree>
    <p:extLst>
      <p:ext uri="{BB962C8B-B14F-4D97-AF65-F5344CB8AC3E}">
        <p14:creationId xmlns:p14="http://schemas.microsoft.com/office/powerpoint/2010/main" val="328236392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D5F462B-3940-4AD1-985F-B261A65CAB7D}"/>
              </a:ext>
            </a:extLst>
          </p:cNvPr>
          <p:cNvPicPr>
            <a:picLocks noChangeAspect="1"/>
          </p:cNvPicPr>
          <p:nvPr/>
        </p:nvPicPr>
        <p:blipFill>
          <a:blip r:embed="rId2"/>
          <a:stretch>
            <a:fillRect/>
          </a:stretch>
        </p:blipFill>
        <p:spPr>
          <a:xfrm>
            <a:off x="1715704" y="787577"/>
            <a:ext cx="8135664" cy="4095397"/>
          </a:xfrm>
          <a:prstGeom prst="rect">
            <a:avLst/>
          </a:prstGeom>
        </p:spPr>
      </p:pic>
      <p:sp>
        <p:nvSpPr>
          <p:cNvPr id="4" name="TextBox 3">
            <a:extLst>
              <a:ext uri="{FF2B5EF4-FFF2-40B4-BE49-F238E27FC236}">
                <a16:creationId xmlns:a16="http://schemas.microsoft.com/office/drawing/2014/main" id="{70B5DD5C-81E7-4844-B5EA-7FD43CF0C688}"/>
              </a:ext>
            </a:extLst>
          </p:cNvPr>
          <p:cNvSpPr txBox="1"/>
          <p:nvPr/>
        </p:nvSpPr>
        <p:spPr>
          <a:xfrm>
            <a:off x="2580462" y="140115"/>
            <a:ext cx="4381841" cy="512320"/>
          </a:xfrm>
          <a:prstGeom prst="rect">
            <a:avLst/>
          </a:prstGeom>
          <a:noFill/>
        </p:spPr>
        <p:txBody>
          <a:bodyPr wrap="none" rtlCol="0">
            <a:spAutoFit/>
          </a:bodyPr>
          <a:lstStyle/>
          <a:p>
            <a:r>
              <a:rPr lang="en-US" sz="2729" dirty="0"/>
              <a:t>Feed Forward Network (ANN)</a:t>
            </a:r>
          </a:p>
        </p:txBody>
      </p:sp>
      <p:sp>
        <p:nvSpPr>
          <p:cNvPr id="5" name="TextBox 4">
            <a:extLst>
              <a:ext uri="{FF2B5EF4-FFF2-40B4-BE49-F238E27FC236}">
                <a16:creationId xmlns:a16="http://schemas.microsoft.com/office/drawing/2014/main" id="{D958FD31-5DE1-4CF3-8D83-E32DB54F3B1E}"/>
              </a:ext>
            </a:extLst>
          </p:cNvPr>
          <p:cNvSpPr txBox="1"/>
          <p:nvPr/>
        </p:nvSpPr>
        <p:spPr>
          <a:xfrm flipH="1">
            <a:off x="232433" y="2835275"/>
            <a:ext cx="3220534" cy="2103204"/>
          </a:xfrm>
          <a:prstGeom prst="rect">
            <a:avLst/>
          </a:prstGeom>
          <a:noFill/>
        </p:spPr>
        <p:txBody>
          <a:bodyPr wrap="square" rtlCol="0">
            <a:spAutoFit/>
          </a:bodyPr>
          <a:lstStyle/>
          <a:p>
            <a:pPr marL="283544" indent="-283544">
              <a:buFont typeface="Arial" panose="020B0604020202020204" pitchFamily="34" charset="0"/>
              <a:buChar char="•"/>
            </a:pPr>
            <a:r>
              <a:rPr lang="en-US" sz="1654" b="1" dirty="0"/>
              <a:t>Auto Feature Engineering</a:t>
            </a:r>
          </a:p>
          <a:p>
            <a:pPr marL="283544" indent="-283544">
              <a:buFont typeface="Arial" panose="020B0604020202020204" pitchFamily="34" charset="0"/>
              <a:buChar char="•"/>
            </a:pPr>
            <a:r>
              <a:rPr lang="en-US" sz="1654" b="1" dirty="0"/>
              <a:t>Activation function, Bias, Weights</a:t>
            </a:r>
          </a:p>
          <a:p>
            <a:pPr marL="283544" indent="-283544">
              <a:buFont typeface="Arial" panose="020B0604020202020204" pitchFamily="34" charset="0"/>
              <a:buChar char="•"/>
            </a:pPr>
            <a:r>
              <a:rPr lang="en-US" sz="1654" b="1" dirty="0"/>
              <a:t>Capable of learning any non-linear function</a:t>
            </a:r>
          </a:p>
          <a:p>
            <a:r>
              <a:rPr lang="en-US" sz="1654" b="1" dirty="0">
                <a:solidFill>
                  <a:schemeClr val="accent6">
                    <a:lumMod val="75000"/>
                  </a:schemeClr>
                </a:solidFill>
                <a:sym typeface="Wingdings" panose="05000000000000000000" pitchFamily="2" charset="2"/>
              </a:rPr>
              <a:t>Universal function approximator</a:t>
            </a:r>
            <a:endParaRPr lang="en-US" sz="1654" b="1" dirty="0">
              <a:solidFill>
                <a:schemeClr val="accent6">
                  <a:lumMod val="75000"/>
                </a:schemeClr>
              </a:solidFill>
            </a:endParaRPr>
          </a:p>
          <a:p>
            <a:endParaRPr lang="en-US" sz="1488" dirty="0"/>
          </a:p>
        </p:txBody>
      </p:sp>
    </p:spTree>
    <p:extLst>
      <p:ext uri="{BB962C8B-B14F-4D97-AF65-F5344CB8AC3E}">
        <p14:creationId xmlns:p14="http://schemas.microsoft.com/office/powerpoint/2010/main" val="107597990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2C3AA0C-FB58-4DCC-A1A5-28FE1B453B31}"/>
              </a:ext>
            </a:extLst>
          </p:cNvPr>
          <p:cNvPicPr>
            <a:picLocks noChangeAspect="1"/>
          </p:cNvPicPr>
          <p:nvPr/>
        </p:nvPicPr>
        <p:blipFill>
          <a:blip r:embed="rId2"/>
          <a:stretch>
            <a:fillRect/>
          </a:stretch>
        </p:blipFill>
        <p:spPr>
          <a:xfrm>
            <a:off x="871683" y="519801"/>
            <a:ext cx="8340434" cy="4630949"/>
          </a:xfrm>
          <a:prstGeom prst="rect">
            <a:avLst/>
          </a:prstGeom>
        </p:spPr>
      </p:pic>
      <p:sp>
        <p:nvSpPr>
          <p:cNvPr id="5" name="TextBox 4">
            <a:extLst>
              <a:ext uri="{FF2B5EF4-FFF2-40B4-BE49-F238E27FC236}">
                <a16:creationId xmlns:a16="http://schemas.microsoft.com/office/drawing/2014/main" id="{D99D4AC9-F7F3-4D7D-82F1-17ACBB14B601}"/>
              </a:ext>
            </a:extLst>
          </p:cNvPr>
          <p:cNvSpPr txBox="1"/>
          <p:nvPr/>
        </p:nvSpPr>
        <p:spPr>
          <a:xfrm>
            <a:off x="2454449" y="23554"/>
            <a:ext cx="4942635" cy="512320"/>
          </a:xfrm>
          <a:prstGeom prst="rect">
            <a:avLst/>
          </a:prstGeom>
          <a:noFill/>
        </p:spPr>
        <p:txBody>
          <a:bodyPr wrap="none" rtlCol="0">
            <a:spAutoFit/>
          </a:bodyPr>
          <a:lstStyle/>
          <a:p>
            <a:r>
              <a:rPr lang="en-US" sz="2729" dirty="0"/>
              <a:t>Backpropagation to reduce errors</a:t>
            </a:r>
          </a:p>
        </p:txBody>
      </p:sp>
      <p:sp>
        <p:nvSpPr>
          <p:cNvPr id="4" name="Rectangle: Rounded Corners 3">
            <a:extLst>
              <a:ext uri="{FF2B5EF4-FFF2-40B4-BE49-F238E27FC236}">
                <a16:creationId xmlns:a16="http://schemas.microsoft.com/office/drawing/2014/main" id="{C432D609-F325-40C0-B297-873129A6DF5A}"/>
              </a:ext>
            </a:extLst>
          </p:cNvPr>
          <p:cNvSpPr/>
          <p:nvPr/>
        </p:nvSpPr>
        <p:spPr>
          <a:xfrm>
            <a:off x="3118113" y="4797155"/>
            <a:ext cx="3713160" cy="353595"/>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88"/>
          </a:p>
        </p:txBody>
      </p:sp>
    </p:spTree>
    <p:extLst>
      <p:ext uri="{BB962C8B-B14F-4D97-AF65-F5344CB8AC3E}">
        <p14:creationId xmlns:p14="http://schemas.microsoft.com/office/powerpoint/2010/main" val="137839999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F79F5AD-490A-4713-811F-A5D53333F0A6}"/>
              </a:ext>
            </a:extLst>
          </p:cNvPr>
          <p:cNvSpPr txBox="1"/>
          <p:nvPr/>
        </p:nvSpPr>
        <p:spPr>
          <a:xfrm>
            <a:off x="903740" y="549275"/>
            <a:ext cx="5738360" cy="1772024"/>
          </a:xfrm>
          <a:prstGeom prst="rect">
            <a:avLst/>
          </a:prstGeom>
          <a:solidFill>
            <a:schemeClr val="bg1"/>
          </a:solidFill>
        </p:spPr>
        <p:txBody>
          <a:bodyPr wrap="square" rtlCol="0">
            <a:spAutoFit/>
          </a:bodyPr>
          <a:lstStyle/>
          <a:p>
            <a:r>
              <a:rPr lang="en-US" sz="1819" dirty="0">
                <a:solidFill>
                  <a:srgbClr val="FF0000"/>
                </a:solidFill>
              </a:rPr>
              <a:t>Problems cannot be handled by ANN due to huge input of features which increases the time complexity</a:t>
            </a:r>
          </a:p>
          <a:p>
            <a:endParaRPr lang="en-US" sz="1819" dirty="0">
              <a:solidFill>
                <a:srgbClr val="FF0000"/>
              </a:solidFill>
            </a:endParaRPr>
          </a:p>
          <a:p>
            <a:r>
              <a:rPr lang="en-US" sz="1819" dirty="0">
                <a:solidFill>
                  <a:srgbClr val="FF0000"/>
                </a:solidFill>
              </a:rPr>
              <a:t>1- Image Recognition</a:t>
            </a:r>
          </a:p>
          <a:p>
            <a:r>
              <a:rPr lang="en-US" sz="1819" dirty="0">
                <a:solidFill>
                  <a:srgbClr val="FF0000"/>
                </a:solidFill>
              </a:rPr>
              <a:t>2- Speech Recognition</a:t>
            </a:r>
          </a:p>
          <a:p>
            <a:r>
              <a:rPr lang="en-US" sz="1819" dirty="0">
                <a:solidFill>
                  <a:srgbClr val="FF0000"/>
                </a:solidFill>
              </a:rPr>
              <a:t>3- Text Recognition</a:t>
            </a:r>
          </a:p>
        </p:txBody>
      </p:sp>
      <p:sp>
        <p:nvSpPr>
          <p:cNvPr id="3" name="Arrow: Right 2">
            <a:extLst>
              <a:ext uri="{FF2B5EF4-FFF2-40B4-BE49-F238E27FC236}">
                <a16:creationId xmlns:a16="http://schemas.microsoft.com/office/drawing/2014/main" id="{88B0A964-3062-4D5F-B297-3B90629388AB}"/>
              </a:ext>
            </a:extLst>
          </p:cNvPr>
          <p:cNvSpPr/>
          <p:nvPr/>
        </p:nvSpPr>
        <p:spPr>
          <a:xfrm>
            <a:off x="3738326" y="2500555"/>
            <a:ext cx="3988939" cy="2035885"/>
          </a:xfrm>
          <a:prstGeom prst="rightArrow">
            <a:avLst/>
          </a:prstGeom>
          <a:solidFill>
            <a:schemeClr val="accent6">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88" dirty="0"/>
              <a:t>Convolutional Neural Network</a:t>
            </a:r>
          </a:p>
        </p:txBody>
      </p:sp>
    </p:spTree>
    <p:extLst>
      <p:ext uri="{BB962C8B-B14F-4D97-AF65-F5344CB8AC3E}">
        <p14:creationId xmlns:p14="http://schemas.microsoft.com/office/powerpoint/2010/main" val="193339651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A vanilla Convolutional Neural Network (CNN) representation.">
            <a:extLst>
              <a:ext uri="{FF2B5EF4-FFF2-40B4-BE49-F238E27FC236}">
                <a16:creationId xmlns:a16="http://schemas.microsoft.com/office/drawing/2014/main" id="{0B6148CD-DA45-4FDA-BE91-A33FD635DDE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01121" y="638317"/>
            <a:ext cx="7154728" cy="4023483"/>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EB5B5320-D07F-4393-AAA5-440B2765980C}"/>
              </a:ext>
            </a:extLst>
          </p:cNvPr>
          <p:cNvSpPr txBox="1"/>
          <p:nvPr/>
        </p:nvSpPr>
        <p:spPr>
          <a:xfrm>
            <a:off x="2580462" y="140115"/>
            <a:ext cx="5413085" cy="512320"/>
          </a:xfrm>
          <a:prstGeom prst="rect">
            <a:avLst/>
          </a:prstGeom>
          <a:noFill/>
        </p:spPr>
        <p:txBody>
          <a:bodyPr wrap="none" rtlCol="0">
            <a:spAutoFit/>
          </a:bodyPr>
          <a:lstStyle/>
          <a:p>
            <a:r>
              <a:rPr lang="en-US" sz="2729" dirty="0"/>
              <a:t>Convolutional Neural Network (CNN)</a:t>
            </a:r>
          </a:p>
        </p:txBody>
      </p:sp>
      <p:sp>
        <p:nvSpPr>
          <p:cNvPr id="4" name="TextBox 3">
            <a:extLst>
              <a:ext uri="{FF2B5EF4-FFF2-40B4-BE49-F238E27FC236}">
                <a16:creationId xmlns:a16="http://schemas.microsoft.com/office/drawing/2014/main" id="{1FB8C085-FEAD-40EB-AA8D-7D2E7C78CEC2}"/>
              </a:ext>
            </a:extLst>
          </p:cNvPr>
          <p:cNvSpPr txBox="1"/>
          <p:nvPr/>
        </p:nvSpPr>
        <p:spPr>
          <a:xfrm flipH="1">
            <a:off x="2135652" y="4034563"/>
            <a:ext cx="3220534" cy="1110560"/>
          </a:xfrm>
          <a:prstGeom prst="rect">
            <a:avLst/>
          </a:prstGeom>
          <a:noFill/>
        </p:spPr>
        <p:txBody>
          <a:bodyPr wrap="square" rtlCol="0">
            <a:spAutoFit/>
          </a:bodyPr>
          <a:lstStyle/>
          <a:p>
            <a:r>
              <a:rPr lang="en-US" sz="1654" b="1" dirty="0"/>
              <a:t>Reduce Feature extraction by focusing on the most important features</a:t>
            </a:r>
          </a:p>
          <a:p>
            <a:r>
              <a:rPr lang="en-US" sz="1654" b="1" dirty="0">
                <a:solidFill>
                  <a:schemeClr val="accent6">
                    <a:lumMod val="75000"/>
                  </a:schemeClr>
                </a:solidFill>
                <a:sym typeface="Wingdings" panose="05000000000000000000" pitchFamily="2" charset="2"/>
              </a:rPr>
              <a:t>Reduce the dimension</a:t>
            </a:r>
            <a:endParaRPr lang="en-US" sz="1488" dirty="0"/>
          </a:p>
        </p:txBody>
      </p:sp>
      <p:sp>
        <p:nvSpPr>
          <p:cNvPr id="5" name="TextBox 4">
            <a:extLst>
              <a:ext uri="{FF2B5EF4-FFF2-40B4-BE49-F238E27FC236}">
                <a16:creationId xmlns:a16="http://schemas.microsoft.com/office/drawing/2014/main" id="{C2A52EB6-37A5-478F-A885-12E8F94040C3}"/>
              </a:ext>
            </a:extLst>
          </p:cNvPr>
          <p:cNvSpPr txBox="1"/>
          <p:nvPr/>
        </p:nvSpPr>
        <p:spPr>
          <a:xfrm flipH="1">
            <a:off x="6194114" y="4347422"/>
            <a:ext cx="3220534" cy="575863"/>
          </a:xfrm>
          <a:prstGeom prst="rect">
            <a:avLst/>
          </a:prstGeom>
          <a:noFill/>
        </p:spPr>
        <p:txBody>
          <a:bodyPr wrap="square" rtlCol="0">
            <a:spAutoFit/>
          </a:bodyPr>
          <a:lstStyle/>
          <a:p>
            <a:r>
              <a:rPr lang="en-US" sz="1654" b="1" dirty="0">
                <a:solidFill>
                  <a:schemeClr val="accent6">
                    <a:lumMod val="75000"/>
                  </a:schemeClr>
                </a:solidFill>
                <a:sym typeface="Wingdings" panose="05000000000000000000" pitchFamily="2" charset="2"/>
              </a:rPr>
              <a:t>Apply ANN and SoftMax(dense)</a:t>
            </a:r>
            <a:endParaRPr lang="en-US" sz="1654" b="1" dirty="0">
              <a:solidFill>
                <a:schemeClr val="accent6">
                  <a:lumMod val="75000"/>
                </a:schemeClr>
              </a:solidFill>
            </a:endParaRPr>
          </a:p>
          <a:p>
            <a:endParaRPr lang="en-US" sz="1488" dirty="0"/>
          </a:p>
        </p:txBody>
      </p:sp>
    </p:spTree>
    <p:extLst>
      <p:ext uri="{BB962C8B-B14F-4D97-AF65-F5344CB8AC3E}">
        <p14:creationId xmlns:p14="http://schemas.microsoft.com/office/powerpoint/2010/main" val="412243955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F79F5AD-490A-4713-811F-A5D53333F0A6}"/>
              </a:ext>
            </a:extLst>
          </p:cNvPr>
          <p:cNvSpPr txBox="1"/>
          <p:nvPr/>
        </p:nvSpPr>
        <p:spPr>
          <a:xfrm>
            <a:off x="1159006" y="882518"/>
            <a:ext cx="4816782" cy="3451714"/>
          </a:xfrm>
          <a:prstGeom prst="rect">
            <a:avLst/>
          </a:prstGeom>
          <a:noFill/>
        </p:spPr>
        <p:txBody>
          <a:bodyPr wrap="square" rtlCol="0">
            <a:spAutoFit/>
          </a:bodyPr>
          <a:lstStyle/>
          <a:p>
            <a:r>
              <a:rPr lang="en-US" sz="1819" dirty="0">
                <a:solidFill>
                  <a:srgbClr val="FF0000"/>
                </a:solidFill>
              </a:rPr>
              <a:t>Problems cannot be handled by ANN due to Lack of memory (only one input one output)</a:t>
            </a:r>
          </a:p>
          <a:p>
            <a:endParaRPr lang="en-US" sz="1819" dirty="0">
              <a:solidFill>
                <a:srgbClr val="FF0000"/>
              </a:solidFill>
            </a:endParaRPr>
          </a:p>
          <a:p>
            <a:r>
              <a:rPr lang="en-US" sz="1819" dirty="0">
                <a:solidFill>
                  <a:srgbClr val="FF0000"/>
                </a:solidFill>
              </a:rPr>
              <a:t>1- Time series case</a:t>
            </a:r>
          </a:p>
          <a:p>
            <a:r>
              <a:rPr lang="en-US" sz="1819" dirty="0">
                <a:solidFill>
                  <a:srgbClr val="FF0000"/>
                </a:solidFill>
              </a:rPr>
              <a:t>	Stock market Analysis</a:t>
            </a:r>
          </a:p>
          <a:p>
            <a:r>
              <a:rPr lang="en-US" sz="1819" dirty="0">
                <a:solidFill>
                  <a:srgbClr val="FF0000"/>
                </a:solidFill>
              </a:rPr>
              <a:t>	Forecast Revenue Accurately </a:t>
            </a:r>
          </a:p>
          <a:p>
            <a:r>
              <a:rPr lang="en-US" sz="1819" dirty="0">
                <a:solidFill>
                  <a:srgbClr val="FF0000"/>
                </a:solidFill>
              </a:rPr>
              <a:t>	</a:t>
            </a:r>
          </a:p>
          <a:p>
            <a:r>
              <a:rPr lang="en-US" sz="1819" dirty="0">
                <a:solidFill>
                  <a:srgbClr val="FF0000"/>
                </a:solidFill>
              </a:rPr>
              <a:t>2- Language translation</a:t>
            </a:r>
          </a:p>
          <a:p>
            <a:r>
              <a:rPr lang="en-US" sz="1819" dirty="0">
                <a:solidFill>
                  <a:srgbClr val="FF0000"/>
                </a:solidFill>
              </a:rPr>
              <a:t>3- Image Captions</a:t>
            </a:r>
          </a:p>
          <a:p>
            <a:r>
              <a:rPr lang="en-US" sz="1819" dirty="0">
                <a:solidFill>
                  <a:srgbClr val="FF0000"/>
                </a:solidFill>
              </a:rPr>
              <a:t>4- NLP</a:t>
            </a:r>
          </a:p>
          <a:p>
            <a:r>
              <a:rPr lang="en-US" sz="1819" dirty="0">
                <a:solidFill>
                  <a:srgbClr val="FF0000"/>
                </a:solidFill>
              </a:rPr>
              <a:t>5- any sequence problem which requests memory</a:t>
            </a:r>
          </a:p>
        </p:txBody>
      </p:sp>
      <p:sp>
        <p:nvSpPr>
          <p:cNvPr id="3" name="Arrow: Right 2">
            <a:extLst>
              <a:ext uri="{FF2B5EF4-FFF2-40B4-BE49-F238E27FC236}">
                <a16:creationId xmlns:a16="http://schemas.microsoft.com/office/drawing/2014/main" id="{88B0A964-3062-4D5F-B297-3B90629388AB}"/>
              </a:ext>
            </a:extLst>
          </p:cNvPr>
          <p:cNvSpPr/>
          <p:nvPr/>
        </p:nvSpPr>
        <p:spPr>
          <a:xfrm>
            <a:off x="5328687" y="2752147"/>
            <a:ext cx="3988939" cy="2035885"/>
          </a:xfrm>
          <a:prstGeom prst="rightArrow">
            <a:avLst/>
          </a:prstGeom>
          <a:solidFill>
            <a:schemeClr val="accent6">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88" dirty="0"/>
              <a:t>Recurrent Neural Network</a:t>
            </a:r>
          </a:p>
        </p:txBody>
      </p:sp>
    </p:spTree>
    <p:extLst>
      <p:ext uri="{BB962C8B-B14F-4D97-AF65-F5344CB8AC3E}">
        <p14:creationId xmlns:p14="http://schemas.microsoft.com/office/powerpoint/2010/main" val="263055830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C30F893-7C77-4C3B-841B-76276C31A79A}"/>
              </a:ext>
            </a:extLst>
          </p:cNvPr>
          <p:cNvSpPr txBox="1"/>
          <p:nvPr/>
        </p:nvSpPr>
        <p:spPr>
          <a:xfrm>
            <a:off x="2580461" y="140115"/>
            <a:ext cx="4853508" cy="512320"/>
          </a:xfrm>
          <a:prstGeom prst="rect">
            <a:avLst/>
          </a:prstGeom>
          <a:noFill/>
        </p:spPr>
        <p:txBody>
          <a:bodyPr wrap="none" rtlCol="0">
            <a:spAutoFit/>
          </a:bodyPr>
          <a:lstStyle/>
          <a:p>
            <a:r>
              <a:rPr lang="en-US" sz="2729" dirty="0"/>
              <a:t>Recurrent Neural Network (RNN)</a:t>
            </a:r>
          </a:p>
        </p:txBody>
      </p:sp>
      <p:pic>
        <p:nvPicPr>
          <p:cNvPr id="3074" name="Picture 2">
            <a:extLst>
              <a:ext uri="{FF2B5EF4-FFF2-40B4-BE49-F238E27FC236}">
                <a16:creationId xmlns:a16="http://schemas.microsoft.com/office/drawing/2014/main" id="{785D0055-D335-46DA-8EAE-72B78F4CCB41}"/>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412" y="636362"/>
            <a:ext cx="2579050" cy="1158558"/>
          </a:xfrm>
          <a:prstGeom prst="rect">
            <a:avLst/>
          </a:prstGeom>
          <a:noFill/>
          <a:extLst>
            <a:ext uri="{909E8E84-426E-40DD-AFC4-6F175D3DCCD1}">
              <a14:hiddenFill xmlns:a14="http://schemas.microsoft.com/office/drawing/2010/main">
                <a:solidFill>
                  <a:srgbClr val="FFFFFF"/>
                </a:solidFill>
              </a14:hiddenFill>
            </a:ext>
          </a:extLst>
        </p:spPr>
      </p:pic>
      <p:pic>
        <p:nvPicPr>
          <p:cNvPr id="3076" name="Picture 4">
            <a:extLst>
              <a:ext uri="{FF2B5EF4-FFF2-40B4-BE49-F238E27FC236}">
                <a16:creationId xmlns:a16="http://schemas.microsoft.com/office/drawing/2014/main" id="{E5F797C6-AB39-463B-B2EC-CA8EEC5DD670}"/>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393578" y="1678013"/>
            <a:ext cx="7688811" cy="3359850"/>
          </a:xfrm>
          <a:prstGeom prst="rect">
            <a:avLst/>
          </a:prstGeom>
          <a:noFill/>
          <a:extLst>
            <a:ext uri="{909E8E84-426E-40DD-AFC4-6F175D3DCCD1}">
              <a14:hiddenFill xmlns:a14="http://schemas.microsoft.com/office/drawing/2010/main">
                <a:solidFill>
                  <a:srgbClr val="FFFFFF"/>
                </a:solidFill>
              </a14:hiddenFill>
            </a:ext>
          </a:extLst>
        </p:spPr>
      </p:pic>
      <p:pic>
        <p:nvPicPr>
          <p:cNvPr id="3078" name="Picture 6">
            <a:extLst>
              <a:ext uri="{FF2B5EF4-FFF2-40B4-BE49-F238E27FC236}">
                <a16:creationId xmlns:a16="http://schemas.microsoft.com/office/drawing/2014/main" id="{516B2B6C-36DF-409C-9CCB-CFA167D6C903}"/>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5113" y="2511554"/>
            <a:ext cx="2535348" cy="205530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8546082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a:extLst>
              <a:ext uri="{FF2B5EF4-FFF2-40B4-BE49-F238E27FC236}">
                <a16:creationId xmlns:a16="http://schemas.microsoft.com/office/drawing/2014/main" id="{6760777F-CFDC-480B-9E37-76AB05E514B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58905" y="1016790"/>
            <a:ext cx="9406162" cy="3139307"/>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19637576-059F-4CFF-B41E-9E6527CD6D93}"/>
              </a:ext>
            </a:extLst>
          </p:cNvPr>
          <p:cNvSpPr txBox="1"/>
          <p:nvPr/>
        </p:nvSpPr>
        <p:spPr>
          <a:xfrm>
            <a:off x="2580461" y="140115"/>
            <a:ext cx="4853508" cy="512320"/>
          </a:xfrm>
          <a:prstGeom prst="rect">
            <a:avLst/>
          </a:prstGeom>
          <a:noFill/>
        </p:spPr>
        <p:txBody>
          <a:bodyPr wrap="none" rtlCol="0">
            <a:spAutoFit/>
          </a:bodyPr>
          <a:lstStyle/>
          <a:p>
            <a:r>
              <a:rPr lang="en-US" sz="2729" dirty="0"/>
              <a:t>Recurrent Neural Network (RNN)</a:t>
            </a:r>
          </a:p>
        </p:txBody>
      </p:sp>
    </p:spTree>
    <p:extLst>
      <p:ext uri="{BB962C8B-B14F-4D97-AF65-F5344CB8AC3E}">
        <p14:creationId xmlns:p14="http://schemas.microsoft.com/office/powerpoint/2010/main" val="426373757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258194B4-C9D6-440B-AF21-4F1C006C5210}"/>
              </a:ext>
            </a:extLst>
          </p:cNvPr>
          <p:cNvPicPr>
            <a:picLocks noChangeAspect="1"/>
          </p:cNvPicPr>
          <p:nvPr/>
        </p:nvPicPr>
        <p:blipFill>
          <a:blip r:embed="rId2"/>
          <a:stretch>
            <a:fillRect/>
          </a:stretch>
        </p:blipFill>
        <p:spPr>
          <a:xfrm>
            <a:off x="622300" y="140115"/>
            <a:ext cx="1676400" cy="1297379"/>
          </a:xfrm>
          <a:prstGeom prst="rect">
            <a:avLst/>
          </a:prstGeom>
        </p:spPr>
      </p:pic>
      <p:pic>
        <p:nvPicPr>
          <p:cNvPr id="5122" name="Picture 2" descr="Illustration of the vanilla recurrent neural network.">
            <a:extLst>
              <a:ext uri="{FF2B5EF4-FFF2-40B4-BE49-F238E27FC236}">
                <a16:creationId xmlns:a16="http://schemas.microsoft.com/office/drawing/2014/main" id="{2A085C36-37A8-428A-829A-1BA4DDCCA4E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06625" y="1622408"/>
            <a:ext cx="5670550" cy="2425735"/>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9D8148E0-2970-42AD-B6D5-0E9B29FE65CA}"/>
              </a:ext>
            </a:extLst>
          </p:cNvPr>
          <p:cNvSpPr txBox="1"/>
          <p:nvPr/>
        </p:nvSpPr>
        <p:spPr>
          <a:xfrm>
            <a:off x="2580461" y="140115"/>
            <a:ext cx="5872762" cy="932307"/>
          </a:xfrm>
          <a:prstGeom prst="rect">
            <a:avLst/>
          </a:prstGeom>
          <a:solidFill>
            <a:schemeClr val="bg1"/>
          </a:solidFill>
        </p:spPr>
        <p:txBody>
          <a:bodyPr wrap="none" rtlCol="0">
            <a:spAutoFit/>
          </a:bodyPr>
          <a:lstStyle/>
          <a:p>
            <a:r>
              <a:rPr lang="en-US" sz="2729" dirty="0"/>
              <a:t>Vanilla Recurrent Neural Network (RNN)</a:t>
            </a:r>
          </a:p>
          <a:p>
            <a:r>
              <a:rPr lang="en-US" sz="2729" dirty="0"/>
              <a:t>(one-to-one) Timeseries applications</a:t>
            </a:r>
          </a:p>
        </p:txBody>
      </p:sp>
    </p:spTree>
    <p:extLst>
      <p:ext uri="{BB962C8B-B14F-4D97-AF65-F5344CB8AC3E}">
        <p14:creationId xmlns:p14="http://schemas.microsoft.com/office/powerpoint/2010/main" val="167803434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6" name="Picture 2">
            <a:extLst>
              <a:ext uri="{FF2B5EF4-FFF2-40B4-BE49-F238E27FC236}">
                <a16:creationId xmlns:a16="http://schemas.microsoft.com/office/drawing/2014/main" id="{383450B2-582B-43FD-A1A8-1BD31DE0BA2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97806" y="1633814"/>
            <a:ext cx="7088188" cy="3150306"/>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2BC445CC-FEDC-45E3-8C26-D9FD2ED19E13}"/>
              </a:ext>
            </a:extLst>
          </p:cNvPr>
          <p:cNvSpPr txBox="1"/>
          <p:nvPr/>
        </p:nvSpPr>
        <p:spPr>
          <a:xfrm>
            <a:off x="88900" y="92075"/>
            <a:ext cx="8857809" cy="1352293"/>
          </a:xfrm>
          <a:prstGeom prst="rect">
            <a:avLst/>
          </a:prstGeom>
          <a:solidFill>
            <a:schemeClr val="bg1"/>
          </a:solidFill>
        </p:spPr>
        <p:txBody>
          <a:bodyPr wrap="none" rtlCol="0">
            <a:spAutoFit/>
          </a:bodyPr>
          <a:lstStyle/>
          <a:p>
            <a:r>
              <a:rPr lang="en-US" sz="2729" dirty="0"/>
              <a:t>Recurrent Neural Network (RNN)</a:t>
            </a:r>
          </a:p>
          <a:p>
            <a:r>
              <a:rPr lang="en-US" sz="2729" dirty="0"/>
              <a:t>(one-to-many) Music generations –</a:t>
            </a:r>
          </a:p>
          <a:p>
            <a:r>
              <a:rPr lang="en-US" sz="2729" dirty="0"/>
              <a:t>Image captioning(one image as input many words as output) </a:t>
            </a:r>
          </a:p>
        </p:txBody>
      </p:sp>
    </p:spTree>
    <p:extLst>
      <p:ext uri="{BB962C8B-B14F-4D97-AF65-F5344CB8AC3E}">
        <p14:creationId xmlns:p14="http://schemas.microsoft.com/office/powerpoint/2010/main" val="316763219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70" name="Picture 2">
            <a:extLst>
              <a:ext uri="{FF2B5EF4-FFF2-40B4-BE49-F238E27FC236}">
                <a16:creationId xmlns:a16="http://schemas.microsoft.com/office/drawing/2014/main" id="{43A23241-6E53-499C-8D35-42672DEE149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05904" y="1720855"/>
            <a:ext cx="5071992" cy="2228841"/>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286280CB-7A61-4043-AA5A-05EDFCADCEF5}"/>
              </a:ext>
            </a:extLst>
          </p:cNvPr>
          <p:cNvSpPr txBox="1"/>
          <p:nvPr/>
        </p:nvSpPr>
        <p:spPr>
          <a:xfrm>
            <a:off x="-63500" y="92075"/>
            <a:ext cx="8991600" cy="1772280"/>
          </a:xfrm>
          <a:prstGeom prst="rect">
            <a:avLst/>
          </a:prstGeom>
          <a:solidFill>
            <a:schemeClr val="bg1"/>
          </a:solidFill>
        </p:spPr>
        <p:txBody>
          <a:bodyPr wrap="square" rtlCol="0">
            <a:spAutoFit/>
          </a:bodyPr>
          <a:lstStyle/>
          <a:p>
            <a:r>
              <a:rPr lang="en-US" sz="2729" dirty="0"/>
              <a:t>Recurrent Neural Network (RNN)</a:t>
            </a:r>
          </a:p>
          <a:p>
            <a:r>
              <a:rPr lang="en-US" sz="2729" dirty="0"/>
              <a:t>(many-to-one)</a:t>
            </a:r>
          </a:p>
          <a:p>
            <a:r>
              <a:rPr lang="en-US" sz="2729" dirty="0"/>
              <a:t>Sequence analysis (a sentence as input, which language as output) </a:t>
            </a:r>
          </a:p>
        </p:txBody>
      </p:sp>
    </p:spTree>
    <p:extLst>
      <p:ext uri="{BB962C8B-B14F-4D97-AF65-F5344CB8AC3E}">
        <p14:creationId xmlns:p14="http://schemas.microsoft.com/office/powerpoint/2010/main" val="342654228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194" name="Picture 2">
            <a:extLst>
              <a:ext uri="{FF2B5EF4-FFF2-40B4-BE49-F238E27FC236}">
                <a16:creationId xmlns:a16="http://schemas.microsoft.com/office/drawing/2014/main" id="{DB457C3F-E1BF-4355-9431-45B53B57F26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09509" y="1819302"/>
            <a:ext cx="8064782" cy="2031947"/>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753923E4-6057-48E6-994C-24A076455560}"/>
              </a:ext>
            </a:extLst>
          </p:cNvPr>
          <p:cNvSpPr txBox="1"/>
          <p:nvPr/>
        </p:nvSpPr>
        <p:spPr>
          <a:xfrm>
            <a:off x="820332" y="280520"/>
            <a:ext cx="7942880" cy="1352293"/>
          </a:xfrm>
          <a:prstGeom prst="rect">
            <a:avLst/>
          </a:prstGeom>
          <a:solidFill>
            <a:schemeClr val="bg1"/>
          </a:solidFill>
        </p:spPr>
        <p:txBody>
          <a:bodyPr wrap="none" rtlCol="0">
            <a:spAutoFit/>
          </a:bodyPr>
          <a:lstStyle/>
          <a:p>
            <a:r>
              <a:rPr lang="en-US" sz="2729" dirty="0"/>
              <a:t>Recurrent Neural Network (RNN)</a:t>
            </a:r>
          </a:p>
          <a:p>
            <a:r>
              <a:rPr lang="en-US" sz="2729" dirty="0"/>
              <a:t>(many-to-many: sequence input and sequence output)</a:t>
            </a:r>
          </a:p>
          <a:p>
            <a:r>
              <a:rPr lang="en-US" sz="2729" dirty="0"/>
              <a:t>Language translation, Encodes – decodes </a:t>
            </a:r>
          </a:p>
        </p:txBody>
      </p:sp>
    </p:spTree>
    <p:extLst>
      <p:ext uri="{BB962C8B-B14F-4D97-AF65-F5344CB8AC3E}">
        <p14:creationId xmlns:p14="http://schemas.microsoft.com/office/powerpoint/2010/main" val="286176249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1A1976B-9029-48CE-BF38-936B2C38B212}"/>
              </a:ext>
            </a:extLst>
          </p:cNvPr>
          <p:cNvSpPr txBox="1"/>
          <p:nvPr/>
        </p:nvSpPr>
        <p:spPr>
          <a:xfrm>
            <a:off x="1536700" y="320675"/>
            <a:ext cx="4532908" cy="512320"/>
          </a:xfrm>
          <a:prstGeom prst="rect">
            <a:avLst/>
          </a:prstGeom>
          <a:noFill/>
        </p:spPr>
        <p:txBody>
          <a:bodyPr wrap="none" rtlCol="0">
            <a:spAutoFit/>
          </a:bodyPr>
          <a:lstStyle/>
          <a:p>
            <a:r>
              <a:rPr lang="en-US" sz="2729" dirty="0"/>
              <a:t>Recurrent Neural Network 101</a:t>
            </a:r>
          </a:p>
        </p:txBody>
      </p:sp>
    </p:spTree>
    <p:extLst>
      <p:ext uri="{BB962C8B-B14F-4D97-AF65-F5344CB8AC3E}">
        <p14:creationId xmlns:p14="http://schemas.microsoft.com/office/powerpoint/2010/main" val="159255011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Angelo State University Registrar's Office - Home | Facebook">
            <a:extLst>
              <a:ext uri="{FF2B5EF4-FFF2-40B4-BE49-F238E27FC236}">
                <a16:creationId xmlns:a16="http://schemas.microsoft.com/office/drawing/2014/main" id="{EACA9846-0D66-4306-9E7B-2C3978A6587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5123" y="325270"/>
            <a:ext cx="2173711" cy="1441265"/>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841E9AB3-6162-43DF-9DA7-19852CCA0714}"/>
              </a:ext>
            </a:extLst>
          </p:cNvPr>
          <p:cNvSpPr txBox="1"/>
          <p:nvPr/>
        </p:nvSpPr>
        <p:spPr>
          <a:xfrm>
            <a:off x="3492941" y="1656565"/>
            <a:ext cx="3916329" cy="2192267"/>
          </a:xfrm>
          <a:prstGeom prst="rect">
            <a:avLst/>
          </a:prstGeom>
          <a:noFill/>
        </p:spPr>
        <p:txBody>
          <a:bodyPr wrap="none" rtlCol="0">
            <a:spAutoFit/>
          </a:bodyPr>
          <a:lstStyle/>
          <a:p>
            <a:r>
              <a:rPr lang="en-US" sz="2729" dirty="0"/>
              <a:t>Job description is to admit</a:t>
            </a:r>
          </a:p>
          <a:p>
            <a:endParaRPr lang="en-US" sz="2729" dirty="0"/>
          </a:p>
          <a:p>
            <a:r>
              <a:rPr lang="en-US" sz="2729" dirty="0"/>
              <a:t>CS Major</a:t>
            </a:r>
          </a:p>
          <a:p>
            <a:r>
              <a:rPr lang="en-US" sz="2729" dirty="0"/>
              <a:t>MIS Major</a:t>
            </a:r>
          </a:p>
          <a:p>
            <a:r>
              <a:rPr lang="en-US" sz="2729" dirty="0"/>
              <a:t>CCE Major</a:t>
            </a:r>
          </a:p>
        </p:txBody>
      </p:sp>
    </p:spTree>
    <p:extLst>
      <p:ext uri="{BB962C8B-B14F-4D97-AF65-F5344CB8AC3E}">
        <p14:creationId xmlns:p14="http://schemas.microsoft.com/office/powerpoint/2010/main" val="63358657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Angelo State University Registrar's Office - Home | Facebook">
            <a:extLst>
              <a:ext uri="{FF2B5EF4-FFF2-40B4-BE49-F238E27FC236}">
                <a16:creationId xmlns:a16="http://schemas.microsoft.com/office/drawing/2014/main" id="{A9B4DDE4-E4A8-4FCA-A824-D864E2B9657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5123" y="325270"/>
            <a:ext cx="2173711" cy="1441265"/>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1B918E67-AB27-4912-A105-E95DFC0C939E}"/>
              </a:ext>
            </a:extLst>
          </p:cNvPr>
          <p:cNvSpPr txBox="1"/>
          <p:nvPr/>
        </p:nvSpPr>
        <p:spPr>
          <a:xfrm>
            <a:off x="3546555" y="882086"/>
            <a:ext cx="4673523" cy="397801"/>
          </a:xfrm>
          <a:prstGeom prst="rect">
            <a:avLst/>
          </a:prstGeom>
          <a:noFill/>
        </p:spPr>
        <p:txBody>
          <a:bodyPr wrap="none" rtlCol="0">
            <a:spAutoFit/>
          </a:bodyPr>
          <a:lstStyle/>
          <a:p>
            <a:r>
              <a:rPr lang="en-US" sz="1985" dirty="0"/>
              <a:t>The admission in major is based on the GPA</a:t>
            </a:r>
          </a:p>
        </p:txBody>
      </p:sp>
      <p:sp>
        <p:nvSpPr>
          <p:cNvPr id="4" name="Isosceles Triangle 3">
            <a:extLst>
              <a:ext uri="{FF2B5EF4-FFF2-40B4-BE49-F238E27FC236}">
                <a16:creationId xmlns:a16="http://schemas.microsoft.com/office/drawing/2014/main" id="{EC41CA55-7EE1-4402-B16E-F12CB2812284}"/>
              </a:ext>
            </a:extLst>
          </p:cNvPr>
          <p:cNvSpPr/>
          <p:nvPr/>
        </p:nvSpPr>
        <p:spPr>
          <a:xfrm>
            <a:off x="-15061" y="94147"/>
            <a:ext cx="588057" cy="643400"/>
          </a:xfrm>
          <a:prstGeom prs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88" dirty="0"/>
              <a:t>1</a:t>
            </a:r>
          </a:p>
        </p:txBody>
      </p:sp>
      <p:sp>
        <p:nvSpPr>
          <p:cNvPr id="5" name="Rectangle 4">
            <a:extLst>
              <a:ext uri="{FF2B5EF4-FFF2-40B4-BE49-F238E27FC236}">
                <a16:creationId xmlns:a16="http://schemas.microsoft.com/office/drawing/2014/main" id="{F164B88B-E461-4220-8B15-C9E8141C3215}"/>
              </a:ext>
            </a:extLst>
          </p:cNvPr>
          <p:cNvSpPr/>
          <p:nvPr/>
        </p:nvSpPr>
        <p:spPr>
          <a:xfrm>
            <a:off x="2999633" y="2120481"/>
            <a:ext cx="756073" cy="94726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88" dirty="0"/>
              <a:t>GPA&gt; 3</a:t>
            </a:r>
          </a:p>
        </p:txBody>
      </p:sp>
      <p:sp>
        <p:nvSpPr>
          <p:cNvPr id="6" name="Oval 5">
            <a:extLst>
              <a:ext uri="{FF2B5EF4-FFF2-40B4-BE49-F238E27FC236}">
                <a16:creationId xmlns:a16="http://schemas.microsoft.com/office/drawing/2014/main" id="{7099948B-3E5B-4A7D-A45D-C1B61438BAED}"/>
              </a:ext>
            </a:extLst>
          </p:cNvPr>
          <p:cNvSpPr/>
          <p:nvPr/>
        </p:nvSpPr>
        <p:spPr>
          <a:xfrm>
            <a:off x="6906881" y="2120481"/>
            <a:ext cx="1092106" cy="1097031"/>
          </a:xfrm>
          <a:prstGeom prst="ellipse">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sz="1488" dirty="0"/>
              <a:t>CS</a:t>
            </a:r>
          </a:p>
        </p:txBody>
      </p:sp>
      <p:sp>
        <p:nvSpPr>
          <p:cNvPr id="8" name="Rectangle 7">
            <a:extLst>
              <a:ext uri="{FF2B5EF4-FFF2-40B4-BE49-F238E27FC236}">
                <a16:creationId xmlns:a16="http://schemas.microsoft.com/office/drawing/2014/main" id="{A8DE9B4B-1687-4F47-8FA6-65897682D7B2}"/>
              </a:ext>
            </a:extLst>
          </p:cNvPr>
          <p:cNvSpPr/>
          <p:nvPr/>
        </p:nvSpPr>
        <p:spPr>
          <a:xfrm>
            <a:off x="2999633" y="3585329"/>
            <a:ext cx="756073" cy="947265"/>
          </a:xfrm>
          <a:prstGeom prst="rect">
            <a:avLst/>
          </a:prstGeom>
          <a:solidFill>
            <a:schemeClr val="accent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88" dirty="0"/>
              <a:t>GPA&lt; 3</a:t>
            </a:r>
          </a:p>
        </p:txBody>
      </p:sp>
      <p:sp>
        <p:nvSpPr>
          <p:cNvPr id="10" name="Oval 9">
            <a:extLst>
              <a:ext uri="{FF2B5EF4-FFF2-40B4-BE49-F238E27FC236}">
                <a16:creationId xmlns:a16="http://schemas.microsoft.com/office/drawing/2014/main" id="{68BCE4DE-DCA7-455F-BD89-31A0E8559699}"/>
              </a:ext>
            </a:extLst>
          </p:cNvPr>
          <p:cNvSpPr/>
          <p:nvPr/>
        </p:nvSpPr>
        <p:spPr>
          <a:xfrm>
            <a:off x="6906881" y="3585329"/>
            <a:ext cx="953492" cy="947265"/>
          </a:xfrm>
          <a:prstGeom prst="ellipse">
            <a:avLst/>
          </a:prstGeom>
          <a:solidFill>
            <a:schemeClr val="accent1">
              <a:lumMod val="60000"/>
              <a:lumOff val="40000"/>
            </a:schemeClr>
          </a:solidFill>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sz="1819" dirty="0"/>
              <a:t>MIS</a:t>
            </a:r>
          </a:p>
        </p:txBody>
      </p:sp>
      <p:cxnSp>
        <p:nvCxnSpPr>
          <p:cNvPr id="11" name="Straight Arrow Connector 10">
            <a:extLst>
              <a:ext uri="{FF2B5EF4-FFF2-40B4-BE49-F238E27FC236}">
                <a16:creationId xmlns:a16="http://schemas.microsoft.com/office/drawing/2014/main" id="{DCD6D3BD-61D9-4370-932C-31F98F929695}"/>
              </a:ext>
            </a:extLst>
          </p:cNvPr>
          <p:cNvCxnSpPr>
            <a:cxnSpLocks/>
            <a:endCxn id="6" idx="2"/>
          </p:cNvCxnSpPr>
          <p:nvPr/>
        </p:nvCxnSpPr>
        <p:spPr>
          <a:xfrm>
            <a:off x="3815381" y="2668997"/>
            <a:ext cx="309150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E2C7B495-9E9B-49BC-B8B1-FFB3C5EB1980}"/>
              </a:ext>
            </a:extLst>
          </p:cNvPr>
          <p:cNvCxnSpPr>
            <a:cxnSpLocks/>
          </p:cNvCxnSpPr>
          <p:nvPr/>
        </p:nvCxnSpPr>
        <p:spPr>
          <a:xfrm>
            <a:off x="3815381" y="4046730"/>
            <a:ext cx="309150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3" name="Rectangle: Rounded Corners 12">
            <a:extLst>
              <a:ext uri="{FF2B5EF4-FFF2-40B4-BE49-F238E27FC236}">
                <a16:creationId xmlns:a16="http://schemas.microsoft.com/office/drawing/2014/main" id="{F5C05EE7-CA2F-4258-9DBA-DCF6A98E3C2E}"/>
              </a:ext>
            </a:extLst>
          </p:cNvPr>
          <p:cNvSpPr/>
          <p:nvPr/>
        </p:nvSpPr>
        <p:spPr>
          <a:xfrm>
            <a:off x="4705868" y="2427836"/>
            <a:ext cx="1167713" cy="639884"/>
          </a:xfrm>
          <a:prstGeom prst="round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sz="1488" dirty="0"/>
              <a:t>NN</a:t>
            </a:r>
          </a:p>
        </p:txBody>
      </p:sp>
      <p:sp>
        <p:nvSpPr>
          <p:cNvPr id="16" name="Rectangle: Rounded Corners 15">
            <a:extLst>
              <a:ext uri="{FF2B5EF4-FFF2-40B4-BE49-F238E27FC236}">
                <a16:creationId xmlns:a16="http://schemas.microsoft.com/office/drawing/2014/main" id="{219CFF87-03C4-4901-A801-A7973B4148F1}"/>
              </a:ext>
            </a:extLst>
          </p:cNvPr>
          <p:cNvSpPr/>
          <p:nvPr/>
        </p:nvSpPr>
        <p:spPr>
          <a:xfrm>
            <a:off x="4785675" y="3739019"/>
            <a:ext cx="1167713" cy="639884"/>
          </a:xfrm>
          <a:prstGeom prst="round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sz="1488" dirty="0"/>
              <a:t>NN</a:t>
            </a:r>
          </a:p>
        </p:txBody>
      </p:sp>
    </p:spTree>
    <p:extLst>
      <p:ext uri="{BB962C8B-B14F-4D97-AF65-F5344CB8AC3E}">
        <p14:creationId xmlns:p14="http://schemas.microsoft.com/office/powerpoint/2010/main" val="215457157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70FC4432-2CB0-41B0-BC59-226E6A5648C2}"/>
              </a:ext>
            </a:extLst>
          </p:cNvPr>
          <p:cNvPicPr>
            <a:picLocks noChangeAspect="1"/>
          </p:cNvPicPr>
          <p:nvPr/>
        </p:nvPicPr>
        <p:blipFill>
          <a:blip r:embed="rId2"/>
          <a:stretch>
            <a:fillRect/>
          </a:stretch>
        </p:blipFill>
        <p:spPr>
          <a:xfrm>
            <a:off x="2865778" y="407006"/>
            <a:ext cx="5072596" cy="2720559"/>
          </a:xfrm>
          <a:prstGeom prst="rect">
            <a:avLst/>
          </a:prstGeom>
        </p:spPr>
      </p:pic>
      <p:sp>
        <p:nvSpPr>
          <p:cNvPr id="10" name="Oval 9">
            <a:extLst>
              <a:ext uri="{FF2B5EF4-FFF2-40B4-BE49-F238E27FC236}">
                <a16:creationId xmlns:a16="http://schemas.microsoft.com/office/drawing/2014/main" id="{ADCF2965-D30E-41EB-AB82-E67C6219FE67}"/>
              </a:ext>
            </a:extLst>
          </p:cNvPr>
          <p:cNvSpPr/>
          <p:nvPr/>
        </p:nvSpPr>
        <p:spPr>
          <a:xfrm>
            <a:off x="2865777" y="1068606"/>
            <a:ext cx="954599" cy="730118"/>
          </a:xfrm>
          <a:prstGeom prst="ellipse">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sz="1819" dirty="0"/>
              <a:t>CS</a:t>
            </a:r>
          </a:p>
        </p:txBody>
      </p:sp>
      <p:sp>
        <p:nvSpPr>
          <p:cNvPr id="11" name="Oval 10">
            <a:extLst>
              <a:ext uri="{FF2B5EF4-FFF2-40B4-BE49-F238E27FC236}">
                <a16:creationId xmlns:a16="http://schemas.microsoft.com/office/drawing/2014/main" id="{9F852068-9808-4A72-86AB-C41C4E2836D1}"/>
              </a:ext>
            </a:extLst>
          </p:cNvPr>
          <p:cNvSpPr/>
          <p:nvPr/>
        </p:nvSpPr>
        <p:spPr>
          <a:xfrm>
            <a:off x="4909291" y="1068606"/>
            <a:ext cx="900224" cy="698680"/>
          </a:xfrm>
          <a:prstGeom prst="ellipse">
            <a:avLst/>
          </a:prstGeom>
          <a:solidFill>
            <a:schemeClr val="accent1">
              <a:lumMod val="60000"/>
              <a:lumOff val="40000"/>
            </a:schemeClr>
          </a:solidFill>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sz="1819" dirty="0"/>
              <a:t>MIS</a:t>
            </a:r>
          </a:p>
        </p:txBody>
      </p:sp>
      <p:sp>
        <p:nvSpPr>
          <p:cNvPr id="12" name="Oval 11">
            <a:extLst>
              <a:ext uri="{FF2B5EF4-FFF2-40B4-BE49-F238E27FC236}">
                <a16:creationId xmlns:a16="http://schemas.microsoft.com/office/drawing/2014/main" id="{A05DA95D-03E6-4D1D-B30D-D72590726679}"/>
              </a:ext>
            </a:extLst>
          </p:cNvPr>
          <p:cNvSpPr/>
          <p:nvPr/>
        </p:nvSpPr>
        <p:spPr>
          <a:xfrm>
            <a:off x="6644729" y="999409"/>
            <a:ext cx="954599" cy="767877"/>
          </a:xfrm>
          <a:prstGeom prst="ellipse">
            <a:avLst/>
          </a:prstGeom>
          <a:solidFill>
            <a:srgbClr val="FF0000"/>
          </a:solidFill>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sz="1819" dirty="0"/>
              <a:t>CCE</a:t>
            </a:r>
          </a:p>
        </p:txBody>
      </p:sp>
      <p:sp>
        <p:nvSpPr>
          <p:cNvPr id="13" name="Rectangle 12">
            <a:extLst>
              <a:ext uri="{FF2B5EF4-FFF2-40B4-BE49-F238E27FC236}">
                <a16:creationId xmlns:a16="http://schemas.microsoft.com/office/drawing/2014/main" id="{686A8A8F-6194-43D3-BF1C-0D7D203A0825}"/>
              </a:ext>
            </a:extLst>
          </p:cNvPr>
          <p:cNvSpPr/>
          <p:nvPr/>
        </p:nvSpPr>
        <p:spPr>
          <a:xfrm>
            <a:off x="3838932" y="1924163"/>
            <a:ext cx="756073" cy="94726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88" dirty="0"/>
              <a:t>GPA&gt; 3</a:t>
            </a:r>
          </a:p>
        </p:txBody>
      </p:sp>
      <p:sp>
        <p:nvSpPr>
          <p:cNvPr id="14" name="Rectangle 13">
            <a:extLst>
              <a:ext uri="{FF2B5EF4-FFF2-40B4-BE49-F238E27FC236}">
                <a16:creationId xmlns:a16="http://schemas.microsoft.com/office/drawing/2014/main" id="{2C36786E-B07A-40DE-B9D5-C7C7D24FFB54}"/>
              </a:ext>
            </a:extLst>
          </p:cNvPr>
          <p:cNvSpPr/>
          <p:nvPr/>
        </p:nvSpPr>
        <p:spPr>
          <a:xfrm>
            <a:off x="5568160" y="2047696"/>
            <a:ext cx="756073" cy="947265"/>
          </a:xfrm>
          <a:prstGeom prst="rect">
            <a:avLst/>
          </a:prstGeom>
          <a:solidFill>
            <a:schemeClr val="accent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88" dirty="0"/>
              <a:t>GPA&lt; 3</a:t>
            </a:r>
          </a:p>
        </p:txBody>
      </p:sp>
      <p:pic>
        <p:nvPicPr>
          <p:cNvPr id="3" name="Picture 2">
            <a:extLst>
              <a:ext uri="{FF2B5EF4-FFF2-40B4-BE49-F238E27FC236}">
                <a16:creationId xmlns:a16="http://schemas.microsoft.com/office/drawing/2014/main" id="{5DF0150A-3730-4D7A-B672-F11894DFDE93}"/>
              </a:ext>
            </a:extLst>
          </p:cNvPr>
          <p:cNvPicPr>
            <a:picLocks noChangeAspect="1"/>
          </p:cNvPicPr>
          <p:nvPr/>
        </p:nvPicPr>
        <p:blipFill>
          <a:blip r:embed="rId3"/>
          <a:stretch>
            <a:fillRect/>
          </a:stretch>
        </p:blipFill>
        <p:spPr>
          <a:xfrm>
            <a:off x="2650818" y="2994961"/>
            <a:ext cx="5134998" cy="2843151"/>
          </a:xfrm>
          <a:prstGeom prst="rect">
            <a:avLst/>
          </a:prstGeom>
        </p:spPr>
      </p:pic>
      <p:pic>
        <p:nvPicPr>
          <p:cNvPr id="6" name="Picture 5">
            <a:extLst>
              <a:ext uri="{FF2B5EF4-FFF2-40B4-BE49-F238E27FC236}">
                <a16:creationId xmlns:a16="http://schemas.microsoft.com/office/drawing/2014/main" id="{A44F8AB1-5A04-4155-9ED0-D54D853DD732}"/>
              </a:ext>
            </a:extLst>
          </p:cNvPr>
          <p:cNvPicPr>
            <a:picLocks noChangeAspect="1"/>
          </p:cNvPicPr>
          <p:nvPr/>
        </p:nvPicPr>
        <p:blipFill>
          <a:blip r:embed="rId4"/>
          <a:stretch>
            <a:fillRect/>
          </a:stretch>
        </p:blipFill>
        <p:spPr>
          <a:xfrm>
            <a:off x="2456257" y="3418082"/>
            <a:ext cx="275652" cy="598558"/>
          </a:xfrm>
          <a:prstGeom prst="rect">
            <a:avLst/>
          </a:prstGeom>
        </p:spPr>
      </p:pic>
      <p:pic>
        <p:nvPicPr>
          <p:cNvPr id="8" name="Picture 7">
            <a:extLst>
              <a:ext uri="{FF2B5EF4-FFF2-40B4-BE49-F238E27FC236}">
                <a16:creationId xmlns:a16="http://schemas.microsoft.com/office/drawing/2014/main" id="{A3A95DE2-08B1-4BB8-BDA9-E47E2DF1256D}"/>
              </a:ext>
            </a:extLst>
          </p:cNvPr>
          <p:cNvPicPr>
            <a:picLocks noChangeAspect="1"/>
          </p:cNvPicPr>
          <p:nvPr/>
        </p:nvPicPr>
        <p:blipFill>
          <a:blip r:embed="rId5"/>
          <a:stretch>
            <a:fillRect/>
          </a:stretch>
        </p:blipFill>
        <p:spPr>
          <a:xfrm>
            <a:off x="7803173" y="3444368"/>
            <a:ext cx="354409" cy="630061"/>
          </a:xfrm>
          <a:prstGeom prst="rect">
            <a:avLst/>
          </a:prstGeom>
        </p:spPr>
      </p:pic>
      <p:pic>
        <p:nvPicPr>
          <p:cNvPr id="16" name="Picture 15">
            <a:extLst>
              <a:ext uri="{FF2B5EF4-FFF2-40B4-BE49-F238E27FC236}">
                <a16:creationId xmlns:a16="http://schemas.microsoft.com/office/drawing/2014/main" id="{F116D332-2941-444B-B975-55EC4A73307A}"/>
              </a:ext>
            </a:extLst>
          </p:cNvPr>
          <p:cNvPicPr>
            <a:picLocks noChangeAspect="1"/>
          </p:cNvPicPr>
          <p:nvPr/>
        </p:nvPicPr>
        <p:blipFill>
          <a:blip r:embed="rId6"/>
          <a:stretch>
            <a:fillRect/>
          </a:stretch>
        </p:blipFill>
        <p:spPr>
          <a:xfrm>
            <a:off x="2424754" y="4758799"/>
            <a:ext cx="307155" cy="622185"/>
          </a:xfrm>
          <a:prstGeom prst="rect">
            <a:avLst/>
          </a:prstGeom>
        </p:spPr>
      </p:pic>
      <p:pic>
        <p:nvPicPr>
          <p:cNvPr id="18" name="Picture 17">
            <a:extLst>
              <a:ext uri="{FF2B5EF4-FFF2-40B4-BE49-F238E27FC236}">
                <a16:creationId xmlns:a16="http://schemas.microsoft.com/office/drawing/2014/main" id="{63EA1227-AC19-40EC-BAC0-7F0DFE5A5DA3}"/>
              </a:ext>
            </a:extLst>
          </p:cNvPr>
          <p:cNvPicPr>
            <a:picLocks noChangeAspect="1"/>
          </p:cNvPicPr>
          <p:nvPr/>
        </p:nvPicPr>
        <p:blipFill>
          <a:blip r:embed="rId7"/>
          <a:stretch>
            <a:fillRect/>
          </a:stretch>
        </p:blipFill>
        <p:spPr>
          <a:xfrm>
            <a:off x="7834675" y="4694777"/>
            <a:ext cx="291403" cy="653688"/>
          </a:xfrm>
          <a:prstGeom prst="rect">
            <a:avLst/>
          </a:prstGeom>
        </p:spPr>
      </p:pic>
    </p:spTree>
    <p:extLst>
      <p:ext uri="{BB962C8B-B14F-4D97-AF65-F5344CB8AC3E}">
        <p14:creationId xmlns:p14="http://schemas.microsoft.com/office/powerpoint/2010/main" val="55074939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F5CFD755-2574-41A0-8C70-938FE69A9860}"/>
              </a:ext>
            </a:extLst>
          </p:cNvPr>
          <p:cNvPicPr>
            <a:picLocks noChangeAspect="1"/>
          </p:cNvPicPr>
          <p:nvPr/>
        </p:nvPicPr>
        <p:blipFill>
          <a:blip r:embed="rId2"/>
          <a:stretch>
            <a:fillRect/>
          </a:stretch>
        </p:blipFill>
        <p:spPr>
          <a:xfrm>
            <a:off x="-74196" y="0"/>
            <a:ext cx="10080978" cy="5670550"/>
          </a:xfrm>
          <a:prstGeom prst="rect">
            <a:avLst/>
          </a:prstGeom>
        </p:spPr>
      </p:pic>
      <p:sp>
        <p:nvSpPr>
          <p:cNvPr id="6" name="Rectangle 5">
            <a:extLst>
              <a:ext uri="{FF2B5EF4-FFF2-40B4-BE49-F238E27FC236}">
                <a16:creationId xmlns:a16="http://schemas.microsoft.com/office/drawing/2014/main" id="{554183AF-AC0C-4445-858D-258F14BF5847}"/>
              </a:ext>
            </a:extLst>
          </p:cNvPr>
          <p:cNvSpPr/>
          <p:nvPr/>
        </p:nvSpPr>
        <p:spPr>
          <a:xfrm>
            <a:off x="1617743" y="1604932"/>
            <a:ext cx="756073" cy="94726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88" dirty="0"/>
              <a:t>GPA&gt; 3</a:t>
            </a:r>
          </a:p>
        </p:txBody>
      </p:sp>
      <p:sp>
        <p:nvSpPr>
          <p:cNvPr id="7" name="Rectangle 6">
            <a:extLst>
              <a:ext uri="{FF2B5EF4-FFF2-40B4-BE49-F238E27FC236}">
                <a16:creationId xmlns:a16="http://schemas.microsoft.com/office/drawing/2014/main" id="{E2ECBF09-1C9A-412B-92D9-A997F6F86A9B}"/>
              </a:ext>
            </a:extLst>
          </p:cNvPr>
          <p:cNvSpPr/>
          <p:nvPr/>
        </p:nvSpPr>
        <p:spPr>
          <a:xfrm>
            <a:off x="4588256" y="2361643"/>
            <a:ext cx="756073" cy="94726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88" dirty="0"/>
              <a:t>GPA&gt; 3</a:t>
            </a:r>
          </a:p>
        </p:txBody>
      </p:sp>
      <p:sp>
        <p:nvSpPr>
          <p:cNvPr id="8" name="Oval 7">
            <a:extLst>
              <a:ext uri="{FF2B5EF4-FFF2-40B4-BE49-F238E27FC236}">
                <a16:creationId xmlns:a16="http://schemas.microsoft.com/office/drawing/2014/main" id="{D8C07B44-3FAA-4076-8292-868BD830B296}"/>
              </a:ext>
            </a:extLst>
          </p:cNvPr>
          <p:cNvSpPr/>
          <p:nvPr/>
        </p:nvSpPr>
        <p:spPr>
          <a:xfrm>
            <a:off x="6134006" y="2286760"/>
            <a:ext cx="1092106" cy="1097031"/>
          </a:xfrm>
          <a:prstGeom prst="ellipse">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sz="1488" dirty="0"/>
              <a:t>CS</a:t>
            </a:r>
          </a:p>
        </p:txBody>
      </p:sp>
      <p:sp>
        <p:nvSpPr>
          <p:cNvPr id="9" name="Rectangle 8">
            <a:extLst>
              <a:ext uri="{FF2B5EF4-FFF2-40B4-BE49-F238E27FC236}">
                <a16:creationId xmlns:a16="http://schemas.microsoft.com/office/drawing/2014/main" id="{8CAE901F-A7DC-40E0-91F6-B3C92D20B15D}"/>
              </a:ext>
            </a:extLst>
          </p:cNvPr>
          <p:cNvSpPr/>
          <p:nvPr/>
        </p:nvSpPr>
        <p:spPr>
          <a:xfrm>
            <a:off x="1617743" y="3164109"/>
            <a:ext cx="756073" cy="947265"/>
          </a:xfrm>
          <a:prstGeom prst="rect">
            <a:avLst/>
          </a:prstGeom>
          <a:solidFill>
            <a:schemeClr val="accent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88" dirty="0"/>
              <a:t>GPA&lt; 3</a:t>
            </a:r>
          </a:p>
        </p:txBody>
      </p:sp>
    </p:spTree>
    <p:extLst>
      <p:ext uri="{BB962C8B-B14F-4D97-AF65-F5344CB8AC3E}">
        <p14:creationId xmlns:p14="http://schemas.microsoft.com/office/powerpoint/2010/main" val="410758549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7CDB106F-DC5A-43E1-B6A7-49A0CCDBCE09}"/>
              </a:ext>
            </a:extLst>
          </p:cNvPr>
          <p:cNvPicPr>
            <a:picLocks noChangeAspect="1"/>
          </p:cNvPicPr>
          <p:nvPr/>
        </p:nvPicPr>
        <p:blipFill>
          <a:blip r:embed="rId2"/>
          <a:stretch>
            <a:fillRect/>
          </a:stretch>
        </p:blipFill>
        <p:spPr>
          <a:xfrm>
            <a:off x="1450987" y="545730"/>
            <a:ext cx="6051166" cy="3572245"/>
          </a:xfrm>
          <a:prstGeom prst="rect">
            <a:avLst/>
          </a:prstGeom>
        </p:spPr>
      </p:pic>
      <p:sp>
        <p:nvSpPr>
          <p:cNvPr id="6" name="Rectangle 5">
            <a:extLst>
              <a:ext uri="{FF2B5EF4-FFF2-40B4-BE49-F238E27FC236}">
                <a16:creationId xmlns:a16="http://schemas.microsoft.com/office/drawing/2014/main" id="{2976D54B-063C-4025-863D-F5987423FD64}"/>
              </a:ext>
            </a:extLst>
          </p:cNvPr>
          <p:cNvSpPr/>
          <p:nvPr/>
        </p:nvSpPr>
        <p:spPr>
          <a:xfrm>
            <a:off x="2999633" y="2120481"/>
            <a:ext cx="756073" cy="94726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88" dirty="0"/>
              <a:t>GPA&gt; 3</a:t>
            </a:r>
          </a:p>
        </p:txBody>
      </p:sp>
      <p:sp>
        <p:nvSpPr>
          <p:cNvPr id="7" name="Oval 6">
            <a:extLst>
              <a:ext uri="{FF2B5EF4-FFF2-40B4-BE49-F238E27FC236}">
                <a16:creationId xmlns:a16="http://schemas.microsoft.com/office/drawing/2014/main" id="{3E2AE53A-2F10-4208-8809-90EFC1A4BE41}"/>
              </a:ext>
            </a:extLst>
          </p:cNvPr>
          <p:cNvSpPr/>
          <p:nvPr/>
        </p:nvSpPr>
        <p:spPr>
          <a:xfrm>
            <a:off x="6906881" y="2120481"/>
            <a:ext cx="1092106" cy="1097031"/>
          </a:xfrm>
          <a:prstGeom prst="ellipse">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sz="1488" dirty="0"/>
              <a:t>CS</a:t>
            </a:r>
          </a:p>
        </p:txBody>
      </p:sp>
    </p:spTree>
    <p:extLst>
      <p:ext uri="{BB962C8B-B14F-4D97-AF65-F5344CB8AC3E}">
        <p14:creationId xmlns:p14="http://schemas.microsoft.com/office/powerpoint/2010/main" val="61152124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1C470C98-AACB-4169-9B99-D452BAEFE517}"/>
              </a:ext>
            </a:extLst>
          </p:cNvPr>
          <p:cNvPicPr>
            <a:picLocks noChangeAspect="1"/>
          </p:cNvPicPr>
          <p:nvPr/>
        </p:nvPicPr>
        <p:blipFill>
          <a:blip r:embed="rId2"/>
          <a:stretch>
            <a:fillRect/>
          </a:stretch>
        </p:blipFill>
        <p:spPr>
          <a:xfrm>
            <a:off x="93820" y="-92409"/>
            <a:ext cx="10080978" cy="5670550"/>
          </a:xfrm>
          <a:prstGeom prst="rect">
            <a:avLst/>
          </a:prstGeom>
        </p:spPr>
      </p:pic>
      <p:sp>
        <p:nvSpPr>
          <p:cNvPr id="4" name="Rectangle 3">
            <a:extLst>
              <a:ext uri="{FF2B5EF4-FFF2-40B4-BE49-F238E27FC236}">
                <a16:creationId xmlns:a16="http://schemas.microsoft.com/office/drawing/2014/main" id="{36814EA6-2DBF-4B04-9FFE-D1FBC318F7BB}"/>
              </a:ext>
            </a:extLst>
          </p:cNvPr>
          <p:cNvSpPr/>
          <p:nvPr/>
        </p:nvSpPr>
        <p:spPr>
          <a:xfrm>
            <a:off x="1752156" y="1527293"/>
            <a:ext cx="756073" cy="94726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88" dirty="0"/>
              <a:t>GPA&gt; 3</a:t>
            </a:r>
          </a:p>
        </p:txBody>
      </p:sp>
      <p:sp>
        <p:nvSpPr>
          <p:cNvPr id="5" name="Oval 4">
            <a:extLst>
              <a:ext uri="{FF2B5EF4-FFF2-40B4-BE49-F238E27FC236}">
                <a16:creationId xmlns:a16="http://schemas.microsoft.com/office/drawing/2014/main" id="{ED40168B-5A80-45FB-9750-736BE576A6EB}"/>
              </a:ext>
            </a:extLst>
          </p:cNvPr>
          <p:cNvSpPr/>
          <p:nvPr/>
        </p:nvSpPr>
        <p:spPr>
          <a:xfrm>
            <a:off x="8390450" y="1455166"/>
            <a:ext cx="1092106" cy="1097031"/>
          </a:xfrm>
          <a:prstGeom prst="ellipse">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sz="1488" dirty="0"/>
              <a:t>CS</a:t>
            </a:r>
          </a:p>
        </p:txBody>
      </p:sp>
      <p:sp>
        <p:nvSpPr>
          <p:cNvPr id="6" name="Rectangle 5">
            <a:extLst>
              <a:ext uri="{FF2B5EF4-FFF2-40B4-BE49-F238E27FC236}">
                <a16:creationId xmlns:a16="http://schemas.microsoft.com/office/drawing/2014/main" id="{1942252D-CEFA-44E9-8E96-C650C0DA7337}"/>
              </a:ext>
            </a:extLst>
          </p:cNvPr>
          <p:cNvSpPr/>
          <p:nvPr/>
        </p:nvSpPr>
        <p:spPr>
          <a:xfrm>
            <a:off x="1752156" y="3079084"/>
            <a:ext cx="756073" cy="947265"/>
          </a:xfrm>
          <a:prstGeom prst="rect">
            <a:avLst/>
          </a:prstGeom>
          <a:solidFill>
            <a:schemeClr val="accent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88" dirty="0"/>
              <a:t>GPA&lt; 3</a:t>
            </a:r>
          </a:p>
        </p:txBody>
      </p:sp>
      <p:sp>
        <p:nvSpPr>
          <p:cNvPr id="7" name="Oval 6">
            <a:extLst>
              <a:ext uri="{FF2B5EF4-FFF2-40B4-BE49-F238E27FC236}">
                <a16:creationId xmlns:a16="http://schemas.microsoft.com/office/drawing/2014/main" id="{C893458F-CE84-4E61-ACB2-537FB6D31B51}"/>
              </a:ext>
            </a:extLst>
          </p:cNvPr>
          <p:cNvSpPr/>
          <p:nvPr/>
        </p:nvSpPr>
        <p:spPr>
          <a:xfrm>
            <a:off x="8486391" y="3118354"/>
            <a:ext cx="900224" cy="868728"/>
          </a:xfrm>
          <a:prstGeom prst="ellipse">
            <a:avLst/>
          </a:prstGeom>
          <a:solidFill>
            <a:schemeClr val="accent1">
              <a:lumMod val="60000"/>
              <a:lumOff val="40000"/>
            </a:schemeClr>
          </a:solidFill>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sz="1819" dirty="0"/>
              <a:t>MIS</a:t>
            </a:r>
          </a:p>
        </p:txBody>
      </p:sp>
      <p:sp>
        <p:nvSpPr>
          <p:cNvPr id="8" name="Rectangle 7">
            <a:extLst>
              <a:ext uri="{FF2B5EF4-FFF2-40B4-BE49-F238E27FC236}">
                <a16:creationId xmlns:a16="http://schemas.microsoft.com/office/drawing/2014/main" id="{DD1A800C-F8F3-4197-8036-BBBAE9C2BB77}"/>
              </a:ext>
            </a:extLst>
          </p:cNvPr>
          <p:cNvSpPr/>
          <p:nvPr/>
        </p:nvSpPr>
        <p:spPr>
          <a:xfrm>
            <a:off x="4682430" y="2269234"/>
            <a:ext cx="756073" cy="947265"/>
          </a:xfrm>
          <a:prstGeom prst="rect">
            <a:avLst/>
          </a:prstGeom>
          <a:solidFill>
            <a:schemeClr val="accent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88" dirty="0"/>
              <a:t>GPA&lt; 3</a:t>
            </a:r>
          </a:p>
        </p:txBody>
      </p:sp>
      <p:pic>
        <p:nvPicPr>
          <p:cNvPr id="10" name="Picture 9">
            <a:extLst>
              <a:ext uri="{FF2B5EF4-FFF2-40B4-BE49-F238E27FC236}">
                <a16:creationId xmlns:a16="http://schemas.microsoft.com/office/drawing/2014/main" id="{DB0B87D2-5462-4ECA-AD12-17C8EE6FFD6A}"/>
              </a:ext>
            </a:extLst>
          </p:cNvPr>
          <p:cNvPicPr>
            <a:picLocks noChangeAspect="1"/>
          </p:cNvPicPr>
          <p:nvPr/>
        </p:nvPicPr>
        <p:blipFill>
          <a:blip r:embed="rId3"/>
          <a:stretch>
            <a:fillRect/>
          </a:stretch>
        </p:blipFill>
        <p:spPr>
          <a:xfrm>
            <a:off x="5770671" y="2136919"/>
            <a:ext cx="441043" cy="1094731"/>
          </a:xfrm>
          <a:prstGeom prst="rect">
            <a:avLst/>
          </a:prstGeom>
        </p:spPr>
      </p:pic>
    </p:spTree>
    <p:extLst>
      <p:ext uri="{BB962C8B-B14F-4D97-AF65-F5344CB8AC3E}">
        <p14:creationId xmlns:p14="http://schemas.microsoft.com/office/powerpoint/2010/main" val="419606043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Angelo State University Registrar's Office - Home | Facebook">
            <a:extLst>
              <a:ext uri="{FF2B5EF4-FFF2-40B4-BE49-F238E27FC236}">
                <a16:creationId xmlns:a16="http://schemas.microsoft.com/office/drawing/2014/main" id="{A9B4DDE4-E4A8-4FCA-A824-D864E2B9657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5123" y="325270"/>
            <a:ext cx="2173711" cy="1441265"/>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1B918E67-AB27-4912-A105-E95DFC0C939E}"/>
              </a:ext>
            </a:extLst>
          </p:cNvPr>
          <p:cNvSpPr txBox="1"/>
          <p:nvPr/>
        </p:nvSpPr>
        <p:spPr>
          <a:xfrm>
            <a:off x="2963090" y="430179"/>
            <a:ext cx="5792611" cy="346890"/>
          </a:xfrm>
          <a:prstGeom prst="rect">
            <a:avLst/>
          </a:prstGeom>
          <a:noFill/>
        </p:spPr>
        <p:txBody>
          <a:bodyPr wrap="none" rtlCol="0">
            <a:spAutoFit/>
          </a:bodyPr>
          <a:lstStyle/>
          <a:p>
            <a:r>
              <a:rPr lang="en-US" sz="1654" b="1" dirty="0"/>
              <a:t>The admission is based on </a:t>
            </a:r>
            <a:r>
              <a:rPr lang="en-US" sz="1654" b="1" dirty="0">
                <a:solidFill>
                  <a:srgbClr val="FF0000"/>
                </a:solidFill>
              </a:rPr>
              <a:t>sequence </a:t>
            </a:r>
            <a:r>
              <a:rPr lang="en-US" sz="1654" b="1" dirty="0"/>
              <a:t>which is not related to GPA</a:t>
            </a:r>
          </a:p>
        </p:txBody>
      </p:sp>
      <p:sp>
        <p:nvSpPr>
          <p:cNvPr id="3" name="TextBox 2">
            <a:extLst>
              <a:ext uri="{FF2B5EF4-FFF2-40B4-BE49-F238E27FC236}">
                <a16:creationId xmlns:a16="http://schemas.microsoft.com/office/drawing/2014/main" id="{C43C62C1-EC12-4320-9808-E19161E9816F}"/>
              </a:ext>
            </a:extLst>
          </p:cNvPr>
          <p:cNvSpPr txBox="1"/>
          <p:nvPr/>
        </p:nvSpPr>
        <p:spPr>
          <a:xfrm>
            <a:off x="3916191" y="1848179"/>
            <a:ext cx="2032929" cy="321306"/>
          </a:xfrm>
          <a:prstGeom prst="rect">
            <a:avLst/>
          </a:prstGeom>
          <a:noFill/>
        </p:spPr>
        <p:txBody>
          <a:bodyPr wrap="none" rtlCol="0">
            <a:spAutoFit/>
          </a:bodyPr>
          <a:lstStyle/>
          <a:p>
            <a:r>
              <a:rPr lang="en-US" sz="1488" b="1" dirty="0">
                <a:solidFill>
                  <a:srgbClr val="FF0000"/>
                </a:solidFill>
              </a:rPr>
              <a:t>ADMISSION SCHEDULE </a:t>
            </a:r>
          </a:p>
        </p:txBody>
      </p:sp>
      <p:graphicFrame>
        <p:nvGraphicFramePr>
          <p:cNvPr id="5" name="Object 4">
            <a:extLst>
              <a:ext uri="{FF2B5EF4-FFF2-40B4-BE49-F238E27FC236}">
                <a16:creationId xmlns:a16="http://schemas.microsoft.com/office/drawing/2014/main" id="{164BA2DF-5018-4825-93E8-205D285A08B3}"/>
              </a:ext>
            </a:extLst>
          </p:cNvPr>
          <p:cNvGraphicFramePr>
            <a:graphicFrameLocks noChangeAspect="1"/>
          </p:cNvGraphicFramePr>
          <p:nvPr/>
        </p:nvGraphicFramePr>
        <p:xfrm>
          <a:off x="77499" y="3075131"/>
          <a:ext cx="9928803" cy="883715"/>
        </p:xfrm>
        <a:graphic>
          <a:graphicData uri="http://schemas.openxmlformats.org/presentationml/2006/ole">
            <mc:AlternateContent xmlns:mc="http://schemas.openxmlformats.org/markup-compatibility/2006">
              <mc:Choice xmlns:v="urn:schemas-microsoft-com:vml" Requires="v">
                <p:oleObj name="Worksheet" r:id="rId3" imgW="6064344" imgH="539639" progId="Excel.Sheet.12">
                  <p:embed/>
                </p:oleObj>
              </mc:Choice>
              <mc:Fallback>
                <p:oleObj name="Worksheet" r:id="rId3" imgW="6064344" imgH="539639" progId="Excel.Sheet.12">
                  <p:embed/>
                  <p:pic>
                    <p:nvPicPr>
                      <p:cNvPr id="5" name="Object 4">
                        <a:extLst>
                          <a:ext uri="{FF2B5EF4-FFF2-40B4-BE49-F238E27FC236}">
                            <a16:creationId xmlns:a16="http://schemas.microsoft.com/office/drawing/2014/main" id="{164BA2DF-5018-4825-93E8-205D285A08B3}"/>
                          </a:ext>
                        </a:extLst>
                      </p:cNvPr>
                      <p:cNvPicPr/>
                      <p:nvPr/>
                    </p:nvPicPr>
                    <p:blipFill>
                      <a:blip r:embed="rId4"/>
                      <a:stretch>
                        <a:fillRect/>
                      </a:stretch>
                    </p:blipFill>
                    <p:spPr>
                      <a:xfrm>
                        <a:off x="77499" y="3075131"/>
                        <a:ext cx="9928803" cy="883715"/>
                      </a:xfrm>
                      <a:prstGeom prst="rect">
                        <a:avLst/>
                      </a:prstGeom>
                    </p:spPr>
                  </p:pic>
                </p:oleObj>
              </mc:Fallback>
            </mc:AlternateContent>
          </a:graphicData>
        </a:graphic>
      </p:graphicFrame>
      <p:sp>
        <p:nvSpPr>
          <p:cNvPr id="4" name="Isosceles Triangle 3">
            <a:extLst>
              <a:ext uri="{FF2B5EF4-FFF2-40B4-BE49-F238E27FC236}">
                <a16:creationId xmlns:a16="http://schemas.microsoft.com/office/drawing/2014/main" id="{F3D41F85-0574-407A-A354-E2975AE300F0}"/>
              </a:ext>
            </a:extLst>
          </p:cNvPr>
          <p:cNvSpPr/>
          <p:nvPr/>
        </p:nvSpPr>
        <p:spPr>
          <a:xfrm>
            <a:off x="-15061" y="94147"/>
            <a:ext cx="588057" cy="643400"/>
          </a:xfrm>
          <a:prstGeom prs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88" dirty="0"/>
              <a:t>2</a:t>
            </a:r>
          </a:p>
        </p:txBody>
      </p:sp>
    </p:spTree>
    <p:extLst>
      <p:ext uri="{BB962C8B-B14F-4D97-AF65-F5344CB8AC3E}">
        <p14:creationId xmlns:p14="http://schemas.microsoft.com/office/powerpoint/2010/main" val="404374699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FC82DE0C-69CC-44E9-8CEB-10054B510F4B}"/>
              </a:ext>
            </a:extLst>
          </p:cNvPr>
          <p:cNvPicPr>
            <a:picLocks noChangeAspect="1"/>
          </p:cNvPicPr>
          <p:nvPr/>
        </p:nvPicPr>
        <p:blipFill>
          <a:blip r:embed="rId2"/>
          <a:stretch>
            <a:fillRect/>
          </a:stretch>
        </p:blipFill>
        <p:spPr>
          <a:xfrm>
            <a:off x="143700" y="318181"/>
            <a:ext cx="4268664" cy="2110705"/>
          </a:xfrm>
          <a:prstGeom prst="rect">
            <a:avLst/>
          </a:prstGeom>
        </p:spPr>
      </p:pic>
      <p:pic>
        <p:nvPicPr>
          <p:cNvPr id="7" name="Picture 6">
            <a:extLst>
              <a:ext uri="{FF2B5EF4-FFF2-40B4-BE49-F238E27FC236}">
                <a16:creationId xmlns:a16="http://schemas.microsoft.com/office/drawing/2014/main" id="{146F88CE-3EAF-4824-ACAC-6395696516EC}"/>
              </a:ext>
            </a:extLst>
          </p:cNvPr>
          <p:cNvPicPr>
            <a:picLocks noChangeAspect="1"/>
          </p:cNvPicPr>
          <p:nvPr/>
        </p:nvPicPr>
        <p:blipFill>
          <a:blip r:embed="rId3"/>
          <a:stretch>
            <a:fillRect/>
          </a:stretch>
        </p:blipFill>
        <p:spPr>
          <a:xfrm>
            <a:off x="3293743" y="1574365"/>
            <a:ext cx="5394898" cy="2874654"/>
          </a:xfrm>
          <a:prstGeom prst="rect">
            <a:avLst/>
          </a:prstGeom>
        </p:spPr>
      </p:pic>
      <p:sp>
        <p:nvSpPr>
          <p:cNvPr id="8" name="Oval 7">
            <a:extLst>
              <a:ext uri="{FF2B5EF4-FFF2-40B4-BE49-F238E27FC236}">
                <a16:creationId xmlns:a16="http://schemas.microsoft.com/office/drawing/2014/main" id="{3616E0C1-37A9-4751-AE5C-4C8373FCC08E}"/>
              </a:ext>
            </a:extLst>
          </p:cNvPr>
          <p:cNvSpPr/>
          <p:nvPr/>
        </p:nvSpPr>
        <p:spPr>
          <a:xfrm>
            <a:off x="3706170" y="2079546"/>
            <a:ext cx="814879" cy="698680"/>
          </a:xfrm>
          <a:prstGeom prst="ellipse">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sz="1819" dirty="0"/>
              <a:t>CS</a:t>
            </a:r>
          </a:p>
        </p:txBody>
      </p:sp>
      <p:sp>
        <p:nvSpPr>
          <p:cNvPr id="9" name="Oval 8">
            <a:extLst>
              <a:ext uri="{FF2B5EF4-FFF2-40B4-BE49-F238E27FC236}">
                <a16:creationId xmlns:a16="http://schemas.microsoft.com/office/drawing/2014/main" id="{1F47FC73-5F94-4A3E-9BDF-081335CCE6DA}"/>
              </a:ext>
            </a:extLst>
          </p:cNvPr>
          <p:cNvSpPr/>
          <p:nvPr/>
        </p:nvSpPr>
        <p:spPr>
          <a:xfrm>
            <a:off x="7965384" y="3440478"/>
            <a:ext cx="814879" cy="698680"/>
          </a:xfrm>
          <a:prstGeom prst="ellipse">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sz="1819" dirty="0"/>
              <a:t>CS</a:t>
            </a:r>
          </a:p>
        </p:txBody>
      </p:sp>
      <p:sp>
        <p:nvSpPr>
          <p:cNvPr id="10" name="Oval 9">
            <a:extLst>
              <a:ext uri="{FF2B5EF4-FFF2-40B4-BE49-F238E27FC236}">
                <a16:creationId xmlns:a16="http://schemas.microsoft.com/office/drawing/2014/main" id="{9B239359-F3CB-49FF-BD91-D121FB221487}"/>
              </a:ext>
            </a:extLst>
          </p:cNvPr>
          <p:cNvSpPr/>
          <p:nvPr/>
        </p:nvSpPr>
        <p:spPr>
          <a:xfrm>
            <a:off x="3751981" y="2778225"/>
            <a:ext cx="814879" cy="698680"/>
          </a:xfrm>
          <a:prstGeom prst="ellipse">
            <a:avLst/>
          </a:prstGeom>
          <a:solidFill>
            <a:schemeClr val="accent1">
              <a:lumMod val="60000"/>
              <a:lumOff val="40000"/>
            </a:schemeClr>
          </a:solidFill>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sz="1819" dirty="0"/>
              <a:t>MIS</a:t>
            </a:r>
          </a:p>
        </p:txBody>
      </p:sp>
      <p:sp>
        <p:nvSpPr>
          <p:cNvPr id="11" name="Oval 10">
            <a:extLst>
              <a:ext uri="{FF2B5EF4-FFF2-40B4-BE49-F238E27FC236}">
                <a16:creationId xmlns:a16="http://schemas.microsoft.com/office/drawing/2014/main" id="{9439EBC2-AFEA-4425-BDF7-13C11E099465}"/>
              </a:ext>
            </a:extLst>
          </p:cNvPr>
          <p:cNvSpPr/>
          <p:nvPr/>
        </p:nvSpPr>
        <p:spPr>
          <a:xfrm>
            <a:off x="7996325" y="2017807"/>
            <a:ext cx="814879" cy="698680"/>
          </a:xfrm>
          <a:prstGeom prst="ellipse">
            <a:avLst/>
          </a:prstGeom>
          <a:solidFill>
            <a:schemeClr val="accent1">
              <a:lumMod val="60000"/>
              <a:lumOff val="40000"/>
            </a:schemeClr>
          </a:solidFill>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sz="1819" dirty="0"/>
              <a:t>MIS</a:t>
            </a:r>
          </a:p>
        </p:txBody>
      </p:sp>
      <p:sp>
        <p:nvSpPr>
          <p:cNvPr id="12" name="Oval 11">
            <a:extLst>
              <a:ext uri="{FF2B5EF4-FFF2-40B4-BE49-F238E27FC236}">
                <a16:creationId xmlns:a16="http://schemas.microsoft.com/office/drawing/2014/main" id="{034D143E-BFC6-41E0-8533-4B25C512CE02}"/>
              </a:ext>
            </a:extLst>
          </p:cNvPr>
          <p:cNvSpPr/>
          <p:nvPr/>
        </p:nvSpPr>
        <p:spPr>
          <a:xfrm>
            <a:off x="3758893" y="3581032"/>
            <a:ext cx="814879" cy="698680"/>
          </a:xfrm>
          <a:prstGeom prst="ellipse">
            <a:avLst/>
          </a:prstGeom>
          <a:solidFill>
            <a:srgbClr val="FF0000"/>
          </a:solidFill>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sz="1819" dirty="0"/>
              <a:t>CCE</a:t>
            </a:r>
          </a:p>
        </p:txBody>
      </p:sp>
      <p:sp>
        <p:nvSpPr>
          <p:cNvPr id="14" name="Oval 13">
            <a:extLst>
              <a:ext uri="{FF2B5EF4-FFF2-40B4-BE49-F238E27FC236}">
                <a16:creationId xmlns:a16="http://schemas.microsoft.com/office/drawing/2014/main" id="{56042D23-B86D-4A82-A965-DFE9C364DB12}"/>
              </a:ext>
            </a:extLst>
          </p:cNvPr>
          <p:cNvSpPr/>
          <p:nvPr/>
        </p:nvSpPr>
        <p:spPr>
          <a:xfrm>
            <a:off x="5529329" y="2875835"/>
            <a:ext cx="814879" cy="698680"/>
          </a:xfrm>
          <a:prstGeom prst="ellipse">
            <a:avLst/>
          </a:prstGeom>
          <a:solidFill>
            <a:srgbClr val="FF0000"/>
          </a:solidFill>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sz="1819" dirty="0"/>
              <a:t>CCE</a:t>
            </a:r>
          </a:p>
        </p:txBody>
      </p:sp>
      <p:sp>
        <p:nvSpPr>
          <p:cNvPr id="15" name="Oval 14">
            <a:extLst>
              <a:ext uri="{FF2B5EF4-FFF2-40B4-BE49-F238E27FC236}">
                <a16:creationId xmlns:a16="http://schemas.microsoft.com/office/drawing/2014/main" id="{D0B49F39-FDC4-4617-AC38-B3B9BE385F4C}"/>
              </a:ext>
            </a:extLst>
          </p:cNvPr>
          <p:cNvSpPr/>
          <p:nvPr/>
        </p:nvSpPr>
        <p:spPr>
          <a:xfrm>
            <a:off x="7965384" y="2778225"/>
            <a:ext cx="814879" cy="698680"/>
          </a:xfrm>
          <a:prstGeom prst="ellipse">
            <a:avLst/>
          </a:prstGeom>
          <a:solidFill>
            <a:srgbClr val="FF0000"/>
          </a:solidFill>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sz="1819" dirty="0"/>
              <a:t>CCE</a:t>
            </a:r>
          </a:p>
        </p:txBody>
      </p:sp>
      <p:sp>
        <p:nvSpPr>
          <p:cNvPr id="16" name="Arrow: Right 15">
            <a:extLst>
              <a:ext uri="{FF2B5EF4-FFF2-40B4-BE49-F238E27FC236}">
                <a16:creationId xmlns:a16="http://schemas.microsoft.com/office/drawing/2014/main" id="{C827DAEC-1104-45E7-AE32-0E74CD66ABFA}"/>
              </a:ext>
            </a:extLst>
          </p:cNvPr>
          <p:cNvSpPr/>
          <p:nvPr/>
        </p:nvSpPr>
        <p:spPr>
          <a:xfrm rot="20046395">
            <a:off x="4711662" y="3476905"/>
            <a:ext cx="1095002" cy="66225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88" dirty="0"/>
              <a:t>INPUT</a:t>
            </a:r>
          </a:p>
        </p:txBody>
      </p:sp>
      <p:sp>
        <p:nvSpPr>
          <p:cNvPr id="17" name="Arrow: Right 16">
            <a:extLst>
              <a:ext uri="{FF2B5EF4-FFF2-40B4-BE49-F238E27FC236}">
                <a16:creationId xmlns:a16="http://schemas.microsoft.com/office/drawing/2014/main" id="{A2A3E5A6-63BF-4AF8-A5A8-811BCEF345A3}"/>
              </a:ext>
            </a:extLst>
          </p:cNvPr>
          <p:cNvSpPr/>
          <p:nvPr/>
        </p:nvSpPr>
        <p:spPr>
          <a:xfrm rot="1469365">
            <a:off x="6523837" y="3249907"/>
            <a:ext cx="1095002" cy="66225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88" dirty="0"/>
              <a:t>OUPUT</a:t>
            </a:r>
          </a:p>
        </p:txBody>
      </p:sp>
      <p:cxnSp>
        <p:nvCxnSpPr>
          <p:cNvPr id="19" name="Straight Arrow Connector 18">
            <a:extLst>
              <a:ext uri="{FF2B5EF4-FFF2-40B4-BE49-F238E27FC236}">
                <a16:creationId xmlns:a16="http://schemas.microsoft.com/office/drawing/2014/main" id="{B88EB4BD-1667-4C06-9E82-EAFEE3A6C412}"/>
              </a:ext>
            </a:extLst>
          </p:cNvPr>
          <p:cNvCxnSpPr>
            <a:stCxn id="8" idx="6"/>
          </p:cNvCxnSpPr>
          <p:nvPr/>
        </p:nvCxnSpPr>
        <p:spPr>
          <a:xfrm>
            <a:off x="4521050" y="2428886"/>
            <a:ext cx="1375252" cy="34934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id="{A64178EC-4A2A-4689-AD61-DCD7BD7E7F80}"/>
              </a:ext>
            </a:extLst>
          </p:cNvPr>
          <p:cNvCxnSpPr/>
          <p:nvPr/>
        </p:nvCxnSpPr>
        <p:spPr>
          <a:xfrm flipV="1">
            <a:off x="6206427" y="2367147"/>
            <a:ext cx="1500418" cy="50868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6168439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B74AA105-314E-497E-8CE8-9FC13DD78AF9}"/>
              </a:ext>
            </a:extLst>
          </p:cNvPr>
          <p:cNvPicPr>
            <a:picLocks noChangeAspect="1"/>
          </p:cNvPicPr>
          <p:nvPr/>
        </p:nvPicPr>
        <p:blipFill>
          <a:blip r:embed="rId2"/>
          <a:stretch>
            <a:fillRect/>
          </a:stretch>
        </p:blipFill>
        <p:spPr>
          <a:xfrm>
            <a:off x="2498029" y="1867778"/>
            <a:ext cx="2543872" cy="1709041"/>
          </a:xfrm>
          <a:prstGeom prst="rect">
            <a:avLst/>
          </a:prstGeom>
        </p:spPr>
      </p:pic>
      <p:pic>
        <p:nvPicPr>
          <p:cNvPr id="3" name="Picture 2">
            <a:extLst>
              <a:ext uri="{FF2B5EF4-FFF2-40B4-BE49-F238E27FC236}">
                <a16:creationId xmlns:a16="http://schemas.microsoft.com/office/drawing/2014/main" id="{AD9262DE-2B71-4884-8E39-16DD4E605E0F}"/>
              </a:ext>
            </a:extLst>
          </p:cNvPr>
          <p:cNvPicPr>
            <a:picLocks noChangeAspect="1"/>
          </p:cNvPicPr>
          <p:nvPr/>
        </p:nvPicPr>
        <p:blipFill>
          <a:blip r:embed="rId3"/>
          <a:stretch>
            <a:fillRect/>
          </a:stretch>
        </p:blipFill>
        <p:spPr>
          <a:xfrm>
            <a:off x="3502188" y="1402022"/>
            <a:ext cx="5095619" cy="2449363"/>
          </a:xfrm>
          <a:prstGeom prst="rect">
            <a:avLst/>
          </a:prstGeom>
        </p:spPr>
      </p:pic>
      <p:sp>
        <p:nvSpPr>
          <p:cNvPr id="6" name="Oval 5">
            <a:extLst>
              <a:ext uri="{FF2B5EF4-FFF2-40B4-BE49-F238E27FC236}">
                <a16:creationId xmlns:a16="http://schemas.microsoft.com/office/drawing/2014/main" id="{BE69BBCF-2FD3-4971-ACBE-61C345C624FE}"/>
              </a:ext>
            </a:extLst>
          </p:cNvPr>
          <p:cNvSpPr/>
          <p:nvPr/>
        </p:nvSpPr>
        <p:spPr>
          <a:xfrm>
            <a:off x="7782928" y="2485935"/>
            <a:ext cx="814879" cy="698680"/>
          </a:xfrm>
          <a:prstGeom prst="ellipse">
            <a:avLst/>
          </a:prstGeom>
          <a:solidFill>
            <a:schemeClr val="accent1">
              <a:lumMod val="60000"/>
              <a:lumOff val="40000"/>
            </a:schemeClr>
          </a:solidFill>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sz="1819" dirty="0"/>
              <a:t>MIS</a:t>
            </a:r>
          </a:p>
        </p:txBody>
      </p:sp>
      <p:sp>
        <p:nvSpPr>
          <p:cNvPr id="7" name="Oval 6">
            <a:extLst>
              <a:ext uri="{FF2B5EF4-FFF2-40B4-BE49-F238E27FC236}">
                <a16:creationId xmlns:a16="http://schemas.microsoft.com/office/drawing/2014/main" id="{D421263A-8208-4D58-A139-D70E2F2861A1}"/>
              </a:ext>
            </a:extLst>
          </p:cNvPr>
          <p:cNvSpPr/>
          <p:nvPr/>
        </p:nvSpPr>
        <p:spPr>
          <a:xfrm>
            <a:off x="4207612" y="2451625"/>
            <a:ext cx="1026059" cy="781693"/>
          </a:xfrm>
          <a:prstGeom prst="ellipse">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sz="1819" dirty="0"/>
              <a:t>CS</a:t>
            </a:r>
          </a:p>
        </p:txBody>
      </p:sp>
      <p:pic>
        <p:nvPicPr>
          <p:cNvPr id="13" name="Picture 12">
            <a:extLst>
              <a:ext uri="{FF2B5EF4-FFF2-40B4-BE49-F238E27FC236}">
                <a16:creationId xmlns:a16="http://schemas.microsoft.com/office/drawing/2014/main" id="{FC3B93A9-6D5D-4B58-8920-D51847724306}"/>
              </a:ext>
            </a:extLst>
          </p:cNvPr>
          <p:cNvPicPr>
            <a:picLocks noChangeAspect="1"/>
          </p:cNvPicPr>
          <p:nvPr/>
        </p:nvPicPr>
        <p:blipFill>
          <a:blip r:embed="rId4"/>
          <a:stretch>
            <a:fillRect/>
          </a:stretch>
        </p:blipFill>
        <p:spPr>
          <a:xfrm>
            <a:off x="746621" y="130086"/>
            <a:ext cx="4158403" cy="456794"/>
          </a:xfrm>
          <a:prstGeom prst="rect">
            <a:avLst/>
          </a:prstGeom>
        </p:spPr>
      </p:pic>
      <p:sp>
        <p:nvSpPr>
          <p:cNvPr id="14" name="Rectangle 13">
            <a:extLst>
              <a:ext uri="{FF2B5EF4-FFF2-40B4-BE49-F238E27FC236}">
                <a16:creationId xmlns:a16="http://schemas.microsoft.com/office/drawing/2014/main" id="{42F62065-A151-4656-BE32-8174952CFE49}"/>
              </a:ext>
            </a:extLst>
          </p:cNvPr>
          <p:cNvSpPr/>
          <p:nvPr/>
        </p:nvSpPr>
        <p:spPr>
          <a:xfrm>
            <a:off x="3390705" y="1249711"/>
            <a:ext cx="4788464" cy="53514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88"/>
          </a:p>
        </p:txBody>
      </p:sp>
      <p:sp>
        <p:nvSpPr>
          <p:cNvPr id="15" name="TextBox 14">
            <a:extLst>
              <a:ext uri="{FF2B5EF4-FFF2-40B4-BE49-F238E27FC236}">
                <a16:creationId xmlns:a16="http://schemas.microsoft.com/office/drawing/2014/main" id="{6D4D7A3C-9795-40C8-9A39-56468423C729}"/>
              </a:ext>
            </a:extLst>
          </p:cNvPr>
          <p:cNvSpPr txBox="1"/>
          <p:nvPr/>
        </p:nvSpPr>
        <p:spPr>
          <a:xfrm>
            <a:off x="5111424" y="469287"/>
            <a:ext cx="2282613" cy="321306"/>
          </a:xfrm>
          <a:prstGeom prst="rect">
            <a:avLst/>
          </a:prstGeom>
          <a:noFill/>
        </p:spPr>
        <p:txBody>
          <a:bodyPr wrap="none" rtlCol="0">
            <a:spAutoFit/>
          </a:bodyPr>
          <a:lstStyle/>
          <a:p>
            <a:r>
              <a:rPr lang="en-US" sz="1488" dirty="0">
                <a:solidFill>
                  <a:srgbClr val="FF0000"/>
                </a:solidFill>
              </a:rPr>
              <a:t>Only draw the lines with 1s</a:t>
            </a:r>
          </a:p>
        </p:txBody>
      </p:sp>
    </p:spTree>
    <p:extLst>
      <p:ext uri="{BB962C8B-B14F-4D97-AF65-F5344CB8AC3E}">
        <p14:creationId xmlns:p14="http://schemas.microsoft.com/office/powerpoint/2010/main" val="51412781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5B026CCF-1727-47C0-B699-B8B4F266ABE0}"/>
              </a:ext>
            </a:extLst>
          </p:cNvPr>
          <p:cNvPicPr>
            <a:picLocks noChangeAspect="1"/>
          </p:cNvPicPr>
          <p:nvPr/>
        </p:nvPicPr>
        <p:blipFill>
          <a:blip r:embed="rId2"/>
          <a:stretch>
            <a:fillRect/>
          </a:stretch>
        </p:blipFill>
        <p:spPr>
          <a:xfrm>
            <a:off x="1625447" y="869050"/>
            <a:ext cx="5893381" cy="3391739"/>
          </a:xfrm>
          <a:prstGeom prst="rect">
            <a:avLst/>
          </a:prstGeom>
        </p:spPr>
      </p:pic>
    </p:spTree>
    <p:extLst>
      <p:ext uri="{BB962C8B-B14F-4D97-AF65-F5344CB8AC3E}">
        <p14:creationId xmlns:p14="http://schemas.microsoft.com/office/powerpoint/2010/main" val="306544245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Angelo State University Registrar's Office - Home | Facebook">
            <a:extLst>
              <a:ext uri="{FF2B5EF4-FFF2-40B4-BE49-F238E27FC236}">
                <a16:creationId xmlns:a16="http://schemas.microsoft.com/office/drawing/2014/main" id="{A9B4DDE4-E4A8-4FCA-A824-D864E2B9657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5123" y="325270"/>
            <a:ext cx="2173711" cy="1441265"/>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1B918E67-AB27-4912-A105-E95DFC0C939E}"/>
              </a:ext>
            </a:extLst>
          </p:cNvPr>
          <p:cNvSpPr txBox="1"/>
          <p:nvPr/>
        </p:nvSpPr>
        <p:spPr>
          <a:xfrm>
            <a:off x="2963090" y="430180"/>
            <a:ext cx="6608989" cy="1365117"/>
          </a:xfrm>
          <a:prstGeom prst="rect">
            <a:avLst/>
          </a:prstGeom>
          <a:noFill/>
        </p:spPr>
        <p:txBody>
          <a:bodyPr wrap="none" rtlCol="0">
            <a:spAutoFit/>
          </a:bodyPr>
          <a:lstStyle/>
          <a:p>
            <a:r>
              <a:rPr lang="en-US" sz="1654" b="1" dirty="0"/>
              <a:t>The admission is based on combination of </a:t>
            </a:r>
            <a:r>
              <a:rPr lang="en-US" sz="1654" b="1" dirty="0" err="1">
                <a:solidFill>
                  <a:srgbClr val="FF0000"/>
                </a:solidFill>
              </a:rPr>
              <a:t>gpa</a:t>
            </a:r>
            <a:r>
              <a:rPr lang="en-US" sz="1654" b="1" dirty="0">
                <a:solidFill>
                  <a:srgbClr val="FF0000"/>
                </a:solidFill>
              </a:rPr>
              <a:t> </a:t>
            </a:r>
            <a:r>
              <a:rPr lang="en-US" sz="1654" b="1" dirty="0"/>
              <a:t>rule and </a:t>
            </a:r>
            <a:r>
              <a:rPr lang="en-US" sz="1654" b="1" dirty="0">
                <a:solidFill>
                  <a:srgbClr val="FF0000"/>
                </a:solidFill>
              </a:rPr>
              <a:t>sequence </a:t>
            </a:r>
          </a:p>
          <a:p>
            <a:endParaRPr lang="en-US" sz="1654" b="1" dirty="0">
              <a:solidFill>
                <a:srgbClr val="FF0000"/>
              </a:solidFill>
            </a:endParaRPr>
          </a:p>
          <a:p>
            <a:r>
              <a:rPr lang="en-US" sz="1654" b="1" dirty="0">
                <a:solidFill>
                  <a:srgbClr val="FF0000"/>
                </a:solidFill>
              </a:rPr>
              <a:t>If a person GPA is &gt;3 , he will be admitted in the same major as yesterday</a:t>
            </a:r>
          </a:p>
          <a:p>
            <a:r>
              <a:rPr lang="en-US" sz="1654" b="1" dirty="0">
                <a:solidFill>
                  <a:srgbClr val="FF0000"/>
                </a:solidFill>
              </a:rPr>
              <a:t>If a person GPA is &lt;3, he will be admitted in a different major</a:t>
            </a:r>
          </a:p>
          <a:p>
            <a:endParaRPr lang="en-US" sz="1654" b="1" dirty="0"/>
          </a:p>
        </p:txBody>
      </p:sp>
      <p:sp>
        <p:nvSpPr>
          <p:cNvPr id="3" name="TextBox 2">
            <a:extLst>
              <a:ext uri="{FF2B5EF4-FFF2-40B4-BE49-F238E27FC236}">
                <a16:creationId xmlns:a16="http://schemas.microsoft.com/office/drawing/2014/main" id="{C43C62C1-EC12-4320-9808-E19161E9816F}"/>
              </a:ext>
            </a:extLst>
          </p:cNvPr>
          <p:cNvSpPr txBox="1"/>
          <p:nvPr/>
        </p:nvSpPr>
        <p:spPr>
          <a:xfrm>
            <a:off x="3916191" y="1848179"/>
            <a:ext cx="2032929" cy="321306"/>
          </a:xfrm>
          <a:prstGeom prst="rect">
            <a:avLst/>
          </a:prstGeom>
          <a:noFill/>
        </p:spPr>
        <p:txBody>
          <a:bodyPr wrap="none" rtlCol="0">
            <a:spAutoFit/>
          </a:bodyPr>
          <a:lstStyle/>
          <a:p>
            <a:r>
              <a:rPr lang="en-US" sz="1488" b="1" dirty="0">
                <a:solidFill>
                  <a:srgbClr val="FF0000"/>
                </a:solidFill>
              </a:rPr>
              <a:t>ADMISSION SCHEDULE </a:t>
            </a:r>
          </a:p>
        </p:txBody>
      </p:sp>
      <p:graphicFrame>
        <p:nvGraphicFramePr>
          <p:cNvPr id="4" name="Table 3">
            <a:extLst>
              <a:ext uri="{FF2B5EF4-FFF2-40B4-BE49-F238E27FC236}">
                <a16:creationId xmlns:a16="http://schemas.microsoft.com/office/drawing/2014/main" id="{3CAD2D1B-7726-497E-9622-1E078307FCE4}"/>
              </a:ext>
            </a:extLst>
          </p:cNvPr>
          <p:cNvGraphicFramePr>
            <a:graphicFrameLocks noGrp="1"/>
          </p:cNvGraphicFramePr>
          <p:nvPr/>
        </p:nvGraphicFramePr>
        <p:xfrm>
          <a:off x="740103" y="2386357"/>
          <a:ext cx="8342878" cy="897837"/>
        </p:xfrm>
        <a:graphic>
          <a:graphicData uri="http://schemas.openxmlformats.org/drawingml/2006/table">
            <a:tbl>
              <a:tblPr>
                <a:tableStyleId>{5C22544A-7EE6-4342-B048-85BDC9FD1C3A}</a:tableStyleId>
              </a:tblPr>
              <a:tblGrid>
                <a:gridCol w="1165301">
                  <a:extLst>
                    <a:ext uri="{9D8B030D-6E8A-4147-A177-3AD203B41FA5}">
                      <a16:colId xmlns:a16="http://schemas.microsoft.com/office/drawing/2014/main" val="2218223897"/>
                    </a:ext>
                  </a:extLst>
                </a:gridCol>
                <a:gridCol w="1486181">
                  <a:extLst>
                    <a:ext uri="{9D8B030D-6E8A-4147-A177-3AD203B41FA5}">
                      <a16:colId xmlns:a16="http://schemas.microsoft.com/office/drawing/2014/main" val="1958167505"/>
                    </a:ext>
                  </a:extLst>
                </a:gridCol>
                <a:gridCol w="1351073">
                  <a:extLst>
                    <a:ext uri="{9D8B030D-6E8A-4147-A177-3AD203B41FA5}">
                      <a16:colId xmlns:a16="http://schemas.microsoft.com/office/drawing/2014/main" val="2955204734"/>
                    </a:ext>
                  </a:extLst>
                </a:gridCol>
                <a:gridCol w="1114635">
                  <a:extLst>
                    <a:ext uri="{9D8B030D-6E8A-4147-A177-3AD203B41FA5}">
                      <a16:colId xmlns:a16="http://schemas.microsoft.com/office/drawing/2014/main" val="3866573386"/>
                    </a:ext>
                  </a:extLst>
                </a:gridCol>
                <a:gridCol w="810644">
                  <a:extLst>
                    <a:ext uri="{9D8B030D-6E8A-4147-A177-3AD203B41FA5}">
                      <a16:colId xmlns:a16="http://schemas.microsoft.com/office/drawing/2014/main" val="3799949758"/>
                    </a:ext>
                  </a:extLst>
                </a:gridCol>
                <a:gridCol w="1182190">
                  <a:extLst>
                    <a:ext uri="{9D8B030D-6E8A-4147-A177-3AD203B41FA5}">
                      <a16:colId xmlns:a16="http://schemas.microsoft.com/office/drawing/2014/main" val="839470291"/>
                    </a:ext>
                  </a:extLst>
                </a:gridCol>
                <a:gridCol w="1232854">
                  <a:extLst>
                    <a:ext uri="{9D8B030D-6E8A-4147-A177-3AD203B41FA5}">
                      <a16:colId xmlns:a16="http://schemas.microsoft.com/office/drawing/2014/main" val="2038703244"/>
                    </a:ext>
                  </a:extLst>
                </a:gridCol>
              </a:tblGrid>
              <a:tr h="220521">
                <a:tc>
                  <a:txBody>
                    <a:bodyPr/>
                    <a:lstStyle/>
                    <a:p>
                      <a:pPr algn="ctr" fontAlgn="b"/>
                      <a:r>
                        <a:rPr lang="en-US" sz="1300" u="none" strike="noStrike">
                          <a:effectLst/>
                        </a:rPr>
                        <a:t>Monday</a:t>
                      </a:r>
                      <a:endParaRPr lang="en-US" sz="1300" b="0" i="0" u="none" strike="noStrike">
                        <a:solidFill>
                          <a:srgbClr val="000000"/>
                        </a:solidFill>
                        <a:effectLst/>
                        <a:latin typeface="Calibri" panose="020F0502020204030204" pitchFamily="34" charset="0"/>
                      </a:endParaRPr>
                    </a:p>
                  </a:txBody>
                  <a:tcPr marL="5251" marR="5251" marT="5251" marB="0" anchor="b"/>
                </a:tc>
                <a:tc>
                  <a:txBody>
                    <a:bodyPr/>
                    <a:lstStyle/>
                    <a:p>
                      <a:pPr algn="ctr" fontAlgn="b"/>
                      <a:r>
                        <a:rPr lang="en-US" sz="1300" u="none" strike="noStrike">
                          <a:effectLst/>
                        </a:rPr>
                        <a:t>Tuesday</a:t>
                      </a:r>
                      <a:endParaRPr lang="en-US" sz="1300" b="0" i="0" u="none" strike="noStrike">
                        <a:solidFill>
                          <a:srgbClr val="000000"/>
                        </a:solidFill>
                        <a:effectLst/>
                        <a:latin typeface="Calibri" panose="020F0502020204030204" pitchFamily="34" charset="0"/>
                      </a:endParaRPr>
                    </a:p>
                  </a:txBody>
                  <a:tcPr marL="5251" marR="5251" marT="5251" marB="0" anchor="b"/>
                </a:tc>
                <a:tc>
                  <a:txBody>
                    <a:bodyPr/>
                    <a:lstStyle/>
                    <a:p>
                      <a:pPr algn="ctr" fontAlgn="b"/>
                      <a:r>
                        <a:rPr lang="en-US" sz="1300" u="none" strike="noStrike">
                          <a:effectLst/>
                        </a:rPr>
                        <a:t>Wednesday</a:t>
                      </a:r>
                      <a:endParaRPr lang="en-US" sz="1300" b="0" i="0" u="none" strike="noStrike">
                        <a:solidFill>
                          <a:srgbClr val="000000"/>
                        </a:solidFill>
                        <a:effectLst/>
                        <a:latin typeface="Calibri" panose="020F0502020204030204" pitchFamily="34" charset="0"/>
                      </a:endParaRPr>
                    </a:p>
                  </a:txBody>
                  <a:tcPr marL="5251" marR="5251" marT="5251" marB="0" anchor="b"/>
                </a:tc>
                <a:tc>
                  <a:txBody>
                    <a:bodyPr/>
                    <a:lstStyle/>
                    <a:p>
                      <a:pPr algn="ctr" fontAlgn="b"/>
                      <a:r>
                        <a:rPr lang="en-US" sz="1300" u="none" strike="noStrike">
                          <a:effectLst/>
                        </a:rPr>
                        <a:t>Thursday</a:t>
                      </a:r>
                      <a:endParaRPr lang="en-US" sz="1300" b="0" i="0" u="none" strike="noStrike">
                        <a:solidFill>
                          <a:srgbClr val="000000"/>
                        </a:solidFill>
                        <a:effectLst/>
                        <a:latin typeface="Calibri" panose="020F0502020204030204" pitchFamily="34" charset="0"/>
                      </a:endParaRPr>
                    </a:p>
                  </a:txBody>
                  <a:tcPr marL="5251" marR="5251" marT="5251" marB="0" anchor="b"/>
                </a:tc>
                <a:tc>
                  <a:txBody>
                    <a:bodyPr/>
                    <a:lstStyle/>
                    <a:p>
                      <a:pPr algn="ctr" fontAlgn="b"/>
                      <a:r>
                        <a:rPr lang="en-US" sz="1300" u="none" strike="noStrike">
                          <a:effectLst/>
                        </a:rPr>
                        <a:t>Friday</a:t>
                      </a:r>
                      <a:endParaRPr lang="en-US" sz="1300" b="0" i="0" u="none" strike="noStrike">
                        <a:solidFill>
                          <a:srgbClr val="000000"/>
                        </a:solidFill>
                        <a:effectLst/>
                        <a:latin typeface="Calibri" panose="020F0502020204030204" pitchFamily="34" charset="0"/>
                      </a:endParaRPr>
                    </a:p>
                  </a:txBody>
                  <a:tcPr marL="5251" marR="5251" marT="5251" marB="0" anchor="b"/>
                </a:tc>
                <a:tc>
                  <a:txBody>
                    <a:bodyPr/>
                    <a:lstStyle/>
                    <a:p>
                      <a:pPr algn="ctr" fontAlgn="b"/>
                      <a:r>
                        <a:rPr lang="en-US" sz="1300" u="none" strike="noStrike">
                          <a:effectLst/>
                        </a:rPr>
                        <a:t>Saturday</a:t>
                      </a:r>
                      <a:endParaRPr lang="en-US" sz="1300" b="0" i="0" u="none" strike="noStrike">
                        <a:solidFill>
                          <a:srgbClr val="000000"/>
                        </a:solidFill>
                        <a:effectLst/>
                        <a:latin typeface="Calibri" panose="020F0502020204030204" pitchFamily="34" charset="0"/>
                      </a:endParaRPr>
                    </a:p>
                  </a:txBody>
                  <a:tcPr marL="5251" marR="5251" marT="5251" marB="0" anchor="b"/>
                </a:tc>
                <a:tc>
                  <a:txBody>
                    <a:bodyPr/>
                    <a:lstStyle/>
                    <a:p>
                      <a:pPr algn="ctr" fontAlgn="b"/>
                      <a:r>
                        <a:rPr lang="en-US" sz="1300" u="none" strike="noStrike">
                          <a:effectLst/>
                        </a:rPr>
                        <a:t>Sunday</a:t>
                      </a:r>
                      <a:endParaRPr lang="en-US" sz="1300" b="0" i="0" u="none" strike="noStrike">
                        <a:solidFill>
                          <a:srgbClr val="000000"/>
                        </a:solidFill>
                        <a:effectLst/>
                        <a:latin typeface="Calibri" panose="020F0502020204030204" pitchFamily="34" charset="0"/>
                      </a:endParaRPr>
                    </a:p>
                  </a:txBody>
                  <a:tcPr marL="5251" marR="5251" marT="5251" marB="0" anchor="b"/>
                </a:tc>
                <a:extLst>
                  <a:ext uri="{0D108BD9-81ED-4DB2-BD59-A6C34878D82A}">
                    <a16:rowId xmlns:a16="http://schemas.microsoft.com/office/drawing/2014/main" val="1514112145"/>
                  </a:ext>
                </a:extLst>
              </a:tr>
              <a:tr h="220521">
                <a:tc>
                  <a:txBody>
                    <a:bodyPr/>
                    <a:lstStyle/>
                    <a:p>
                      <a:pPr algn="ctr" fontAlgn="b"/>
                      <a:r>
                        <a:rPr lang="en-US" sz="1300" u="none" strike="noStrike">
                          <a:effectLst/>
                        </a:rPr>
                        <a:t>CS</a:t>
                      </a:r>
                      <a:endParaRPr lang="en-US" sz="1300" b="0" i="0" u="none" strike="noStrike">
                        <a:solidFill>
                          <a:srgbClr val="000000"/>
                        </a:solidFill>
                        <a:effectLst/>
                        <a:latin typeface="Calibri" panose="020F0502020204030204" pitchFamily="34" charset="0"/>
                      </a:endParaRPr>
                    </a:p>
                  </a:txBody>
                  <a:tcPr marL="5251" marR="5251" marT="5251" marB="0" anchor="b"/>
                </a:tc>
                <a:tc>
                  <a:txBody>
                    <a:bodyPr/>
                    <a:lstStyle/>
                    <a:p>
                      <a:pPr algn="ctr" fontAlgn="b"/>
                      <a:r>
                        <a:rPr lang="en-US" sz="1300" u="none" strike="noStrike">
                          <a:effectLst/>
                        </a:rPr>
                        <a:t>(3) CS</a:t>
                      </a:r>
                      <a:endParaRPr lang="en-US" sz="1300" b="0" i="0" u="none" strike="noStrike">
                        <a:solidFill>
                          <a:srgbClr val="000000"/>
                        </a:solidFill>
                        <a:effectLst/>
                        <a:latin typeface="Calibri" panose="020F0502020204030204" pitchFamily="34" charset="0"/>
                      </a:endParaRPr>
                    </a:p>
                  </a:txBody>
                  <a:tcPr marL="5251" marR="5251" marT="5251" marB="0" anchor="b"/>
                </a:tc>
                <a:tc>
                  <a:txBody>
                    <a:bodyPr/>
                    <a:lstStyle/>
                    <a:p>
                      <a:pPr algn="ctr" fontAlgn="b"/>
                      <a:r>
                        <a:rPr lang="en-US" sz="1300" u="none" strike="noStrike">
                          <a:effectLst/>
                        </a:rPr>
                        <a:t>MIS</a:t>
                      </a:r>
                      <a:endParaRPr lang="en-US" sz="1300" b="0" i="0" u="none" strike="noStrike">
                        <a:solidFill>
                          <a:srgbClr val="000000"/>
                        </a:solidFill>
                        <a:effectLst/>
                        <a:latin typeface="Calibri" panose="020F0502020204030204" pitchFamily="34" charset="0"/>
                      </a:endParaRPr>
                    </a:p>
                  </a:txBody>
                  <a:tcPr marL="5251" marR="5251" marT="5251" marB="0" anchor="b"/>
                </a:tc>
                <a:tc>
                  <a:txBody>
                    <a:bodyPr/>
                    <a:lstStyle/>
                    <a:p>
                      <a:pPr algn="ctr" fontAlgn="b"/>
                      <a:r>
                        <a:rPr lang="en-US" sz="1300" u="none" strike="noStrike">
                          <a:effectLst/>
                        </a:rPr>
                        <a:t>CCE</a:t>
                      </a:r>
                      <a:endParaRPr lang="en-US" sz="1300" b="0" i="0" u="none" strike="noStrike">
                        <a:solidFill>
                          <a:srgbClr val="000000"/>
                        </a:solidFill>
                        <a:effectLst/>
                        <a:latin typeface="Calibri" panose="020F0502020204030204" pitchFamily="34" charset="0"/>
                      </a:endParaRPr>
                    </a:p>
                  </a:txBody>
                  <a:tcPr marL="5251" marR="5251" marT="5251" marB="0" anchor="b"/>
                </a:tc>
                <a:tc>
                  <a:txBody>
                    <a:bodyPr/>
                    <a:lstStyle/>
                    <a:p>
                      <a:pPr algn="ctr" fontAlgn="b"/>
                      <a:r>
                        <a:rPr lang="en-US" sz="1300" u="none" strike="noStrike">
                          <a:effectLst/>
                        </a:rPr>
                        <a:t>CCE</a:t>
                      </a:r>
                      <a:endParaRPr lang="en-US" sz="1300" b="0" i="0" u="none" strike="noStrike">
                        <a:solidFill>
                          <a:srgbClr val="000000"/>
                        </a:solidFill>
                        <a:effectLst/>
                        <a:latin typeface="Calibri" panose="020F0502020204030204" pitchFamily="34" charset="0"/>
                      </a:endParaRPr>
                    </a:p>
                  </a:txBody>
                  <a:tcPr marL="5251" marR="5251" marT="5251" marB="0" anchor="b"/>
                </a:tc>
                <a:tc>
                  <a:txBody>
                    <a:bodyPr/>
                    <a:lstStyle/>
                    <a:p>
                      <a:pPr algn="ctr" fontAlgn="b"/>
                      <a:r>
                        <a:rPr lang="en-US" sz="1300" u="none" strike="noStrike">
                          <a:effectLst/>
                        </a:rPr>
                        <a:t>CS</a:t>
                      </a:r>
                      <a:endParaRPr lang="en-US" sz="1300" b="0" i="0" u="none" strike="noStrike">
                        <a:solidFill>
                          <a:srgbClr val="000000"/>
                        </a:solidFill>
                        <a:effectLst/>
                        <a:latin typeface="Calibri" panose="020F0502020204030204" pitchFamily="34" charset="0"/>
                      </a:endParaRPr>
                    </a:p>
                  </a:txBody>
                  <a:tcPr marL="5251" marR="5251" marT="5251" marB="0" anchor="b"/>
                </a:tc>
                <a:tc>
                  <a:txBody>
                    <a:bodyPr/>
                    <a:lstStyle/>
                    <a:p>
                      <a:pPr algn="ctr" fontAlgn="b"/>
                      <a:r>
                        <a:rPr lang="en-US" sz="1300" u="none" strike="noStrike">
                          <a:effectLst/>
                        </a:rPr>
                        <a:t>CS</a:t>
                      </a:r>
                      <a:endParaRPr lang="en-US" sz="1300" b="0" i="0" u="none" strike="noStrike">
                        <a:solidFill>
                          <a:srgbClr val="000000"/>
                        </a:solidFill>
                        <a:effectLst/>
                        <a:latin typeface="Calibri" panose="020F0502020204030204" pitchFamily="34" charset="0"/>
                      </a:endParaRPr>
                    </a:p>
                  </a:txBody>
                  <a:tcPr marL="5251" marR="5251" marT="5251" marB="0" anchor="b"/>
                </a:tc>
                <a:extLst>
                  <a:ext uri="{0D108BD9-81ED-4DB2-BD59-A6C34878D82A}">
                    <a16:rowId xmlns:a16="http://schemas.microsoft.com/office/drawing/2014/main" val="3373700084"/>
                  </a:ext>
                </a:extLst>
              </a:tr>
              <a:tr h="152265">
                <a:tc>
                  <a:txBody>
                    <a:bodyPr/>
                    <a:lstStyle/>
                    <a:p>
                      <a:pPr algn="l" fontAlgn="b"/>
                      <a:endParaRPr lang="en-US" sz="900" b="0" i="0" u="none" strike="noStrike">
                        <a:solidFill>
                          <a:srgbClr val="000000"/>
                        </a:solidFill>
                        <a:effectLst/>
                        <a:latin typeface="Calibri" panose="020F0502020204030204" pitchFamily="34" charset="0"/>
                      </a:endParaRPr>
                    </a:p>
                  </a:txBody>
                  <a:tcPr marL="5251" marR="5251" marT="5251" marB="0" anchor="b"/>
                </a:tc>
                <a:tc gridSpan="2">
                  <a:txBody>
                    <a:bodyPr/>
                    <a:lstStyle/>
                    <a:p>
                      <a:pPr algn="l" fontAlgn="b"/>
                      <a:r>
                        <a:rPr lang="en-US" sz="900" u="none" strike="noStrike">
                          <a:effectLst/>
                        </a:rPr>
                        <a:t>(2 ) check yesterday</a:t>
                      </a:r>
                      <a:endParaRPr lang="en-US" sz="900" b="0" i="0" u="none" strike="noStrike">
                        <a:solidFill>
                          <a:srgbClr val="000000"/>
                        </a:solidFill>
                        <a:effectLst/>
                        <a:latin typeface="Calibri" panose="020F0502020204030204" pitchFamily="34" charset="0"/>
                      </a:endParaRPr>
                    </a:p>
                  </a:txBody>
                  <a:tcPr marL="5251" marR="5251" marT="5251" marB="0" anchor="b"/>
                </a:tc>
                <a:tc hMerge="1">
                  <a:txBody>
                    <a:bodyPr/>
                    <a:lstStyle/>
                    <a:p>
                      <a:endParaRPr lang="en-US"/>
                    </a:p>
                  </a:txBody>
                  <a:tcPr/>
                </a:tc>
                <a:tc>
                  <a:txBody>
                    <a:bodyPr/>
                    <a:lstStyle/>
                    <a:p>
                      <a:pPr algn="l" fontAlgn="b"/>
                      <a:endParaRPr lang="en-US" sz="900" b="0" i="0" u="none" strike="noStrike">
                        <a:solidFill>
                          <a:srgbClr val="000000"/>
                        </a:solidFill>
                        <a:effectLst/>
                        <a:latin typeface="Calibri" panose="020F0502020204030204" pitchFamily="34" charset="0"/>
                      </a:endParaRPr>
                    </a:p>
                  </a:txBody>
                  <a:tcPr marL="5251" marR="5251" marT="5251" marB="0" anchor="b"/>
                </a:tc>
                <a:tc>
                  <a:txBody>
                    <a:bodyPr/>
                    <a:lstStyle/>
                    <a:p>
                      <a:pPr algn="l" fontAlgn="b"/>
                      <a:endParaRPr lang="en-US" sz="900" b="0" i="0" u="none" strike="noStrike">
                        <a:solidFill>
                          <a:srgbClr val="000000"/>
                        </a:solidFill>
                        <a:effectLst/>
                        <a:latin typeface="Calibri" panose="020F0502020204030204" pitchFamily="34" charset="0"/>
                      </a:endParaRPr>
                    </a:p>
                  </a:txBody>
                  <a:tcPr marL="5251" marR="5251" marT="5251" marB="0" anchor="b"/>
                </a:tc>
                <a:tc>
                  <a:txBody>
                    <a:bodyPr/>
                    <a:lstStyle/>
                    <a:p>
                      <a:pPr algn="l" fontAlgn="b"/>
                      <a:endParaRPr lang="en-US" sz="900" b="0" i="0" u="none" strike="noStrike">
                        <a:solidFill>
                          <a:srgbClr val="000000"/>
                        </a:solidFill>
                        <a:effectLst/>
                        <a:latin typeface="Calibri" panose="020F0502020204030204" pitchFamily="34" charset="0"/>
                      </a:endParaRPr>
                    </a:p>
                  </a:txBody>
                  <a:tcPr marL="5251" marR="5251" marT="5251" marB="0" anchor="b"/>
                </a:tc>
                <a:tc>
                  <a:txBody>
                    <a:bodyPr/>
                    <a:lstStyle/>
                    <a:p>
                      <a:pPr algn="l" fontAlgn="b"/>
                      <a:endParaRPr lang="en-US" sz="900" b="0" i="0" u="none" strike="noStrike">
                        <a:solidFill>
                          <a:srgbClr val="000000"/>
                        </a:solidFill>
                        <a:effectLst/>
                        <a:latin typeface="Calibri" panose="020F0502020204030204" pitchFamily="34" charset="0"/>
                      </a:endParaRPr>
                    </a:p>
                  </a:txBody>
                  <a:tcPr marL="5251" marR="5251" marT="5251" marB="0" anchor="b"/>
                </a:tc>
                <a:extLst>
                  <a:ext uri="{0D108BD9-81ED-4DB2-BD59-A6C34878D82A}">
                    <a16:rowId xmlns:a16="http://schemas.microsoft.com/office/drawing/2014/main" val="591662191"/>
                  </a:ext>
                </a:extLst>
              </a:tr>
              <a:tr h="152265">
                <a:tc>
                  <a:txBody>
                    <a:bodyPr/>
                    <a:lstStyle/>
                    <a:p>
                      <a:pPr algn="l" fontAlgn="b"/>
                      <a:endParaRPr lang="en-US" sz="900" b="0" i="0" u="none" strike="noStrike">
                        <a:solidFill>
                          <a:srgbClr val="000000"/>
                        </a:solidFill>
                        <a:effectLst/>
                        <a:latin typeface="Calibri" panose="020F0502020204030204" pitchFamily="34" charset="0"/>
                      </a:endParaRPr>
                    </a:p>
                  </a:txBody>
                  <a:tcPr marL="5251" marR="5251" marT="5251" marB="0" anchor="b"/>
                </a:tc>
                <a:tc>
                  <a:txBody>
                    <a:bodyPr/>
                    <a:lstStyle/>
                    <a:p>
                      <a:pPr algn="l" fontAlgn="b"/>
                      <a:endParaRPr lang="en-US" sz="900" b="0" i="0" u="none" strike="noStrike">
                        <a:solidFill>
                          <a:srgbClr val="000000"/>
                        </a:solidFill>
                        <a:effectLst/>
                        <a:latin typeface="Calibri" panose="020F0502020204030204" pitchFamily="34" charset="0"/>
                      </a:endParaRPr>
                    </a:p>
                  </a:txBody>
                  <a:tcPr marL="5251" marR="5251" marT="5251" marB="0" anchor="b"/>
                </a:tc>
                <a:tc>
                  <a:txBody>
                    <a:bodyPr/>
                    <a:lstStyle/>
                    <a:p>
                      <a:pPr algn="l" fontAlgn="b"/>
                      <a:endParaRPr lang="en-US" sz="900" b="0" i="0" u="none" strike="noStrike">
                        <a:solidFill>
                          <a:srgbClr val="000000"/>
                        </a:solidFill>
                        <a:effectLst/>
                        <a:latin typeface="Calibri" panose="020F0502020204030204" pitchFamily="34" charset="0"/>
                      </a:endParaRPr>
                    </a:p>
                  </a:txBody>
                  <a:tcPr marL="5251" marR="5251" marT="5251" marB="0" anchor="b"/>
                </a:tc>
                <a:tc>
                  <a:txBody>
                    <a:bodyPr/>
                    <a:lstStyle/>
                    <a:p>
                      <a:pPr algn="l" fontAlgn="b"/>
                      <a:endParaRPr lang="en-US" sz="900" b="0" i="0" u="none" strike="noStrike">
                        <a:solidFill>
                          <a:srgbClr val="000000"/>
                        </a:solidFill>
                        <a:effectLst/>
                        <a:latin typeface="Calibri" panose="020F0502020204030204" pitchFamily="34" charset="0"/>
                      </a:endParaRPr>
                    </a:p>
                  </a:txBody>
                  <a:tcPr marL="5251" marR="5251" marT="5251" marB="0" anchor="b"/>
                </a:tc>
                <a:tc>
                  <a:txBody>
                    <a:bodyPr/>
                    <a:lstStyle/>
                    <a:p>
                      <a:pPr algn="l" fontAlgn="b"/>
                      <a:endParaRPr lang="en-US" sz="900" b="0" i="0" u="none" strike="noStrike">
                        <a:solidFill>
                          <a:srgbClr val="000000"/>
                        </a:solidFill>
                        <a:effectLst/>
                        <a:latin typeface="Calibri" panose="020F0502020204030204" pitchFamily="34" charset="0"/>
                      </a:endParaRPr>
                    </a:p>
                  </a:txBody>
                  <a:tcPr marL="5251" marR="5251" marT="5251" marB="0" anchor="b"/>
                </a:tc>
                <a:tc>
                  <a:txBody>
                    <a:bodyPr/>
                    <a:lstStyle/>
                    <a:p>
                      <a:pPr algn="l" fontAlgn="b"/>
                      <a:endParaRPr lang="en-US" sz="900" b="0" i="0" u="none" strike="noStrike">
                        <a:solidFill>
                          <a:srgbClr val="000000"/>
                        </a:solidFill>
                        <a:effectLst/>
                        <a:latin typeface="Calibri" panose="020F0502020204030204" pitchFamily="34" charset="0"/>
                      </a:endParaRPr>
                    </a:p>
                  </a:txBody>
                  <a:tcPr marL="5251" marR="5251" marT="5251" marB="0" anchor="b"/>
                </a:tc>
                <a:tc>
                  <a:txBody>
                    <a:bodyPr/>
                    <a:lstStyle/>
                    <a:p>
                      <a:pPr algn="l" fontAlgn="b"/>
                      <a:endParaRPr lang="en-US" sz="900" b="0" i="0" u="none" strike="noStrike">
                        <a:solidFill>
                          <a:srgbClr val="000000"/>
                        </a:solidFill>
                        <a:effectLst/>
                        <a:latin typeface="Calibri" panose="020F0502020204030204" pitchFamily="34" charset="0"/>
                      </a:endParaRPr>
                    </a:p>
                  </a:txBody>
                  <a:tcPr marL="5251" marR="5251" marT="5251" marB="0" anchor="b"/>
                </a:tc>
                <a:extLst>
                  <a:ext uri="{0D108BD9-81ED-4DB2-BD59-A6C34878D82A}">
                    <a16:rowId xmlns:a16="http://schemas.microsoft.com/office/drawing/2014/main" val="3938947185"/>
                  </a:ext>
                </a:extLst>
              </a:tr>
              <a:tr h="152265">
                <a:tc>
                  <a:txBody>
                    <a:bodyPr/>
                    <a:lstStyle/>
                    <a:p>
                      <a:pPr algn="l" fontAlgn="b"/>
                      <a:endParaRPr lang="en-US" sz="900" b="0" i="0" u="none" strike="noStrike">
                        <a:solidFill>
                          <a:srgbClr val="000000"/>
                        </a:solidFill>
                        <a:effectLst/>
                        <a:latin typeface="Calibri" panose="020F0502020204030204" pitchFamily="34" charset="0"/>
                      </a:endParaRPr>
                    </a:p>
                  </a:txBody>
                  <a:tcPr marL="5251" marR="5251" marT="5251" marB="0" anchor="b"/>
                </a:tc>
                <a:tc>
                  <a:txBody>
                    <a:bodyPr/>
                    <a:lstStyle/>
                    <a:p>
                      <a:pPr algn="l" fontAlgn="b"/>
                      <a:r>
                        <a:rPr lang="en-US" sz="900" u="none" strike="noStrike">
                          <a:effectLst/>
                        </a:rPr>
                        <a:t>(1) Gpa&gt;3</a:t>
                      </a:r>
                      <a:endParaRPr lang="en-US" sz="900" b="0" i="0" u="none" strike="noStrike">
                        <a:solidFill>
                          <a:srgbClr val="000000"/>
                        </a:solidFill>
                        <a:effectLst/>
                        <a:latin typeface="Calibri" panose="020F0502020204030204" pitchFamily="34" charset="0"/>
                      </a:endParaRPr>
                    </a:p>
                  </a:txBody>
                  <a:tcPr marL="5251" marR="5251" marT="5251" marB="0" anchor="b"/>
                </a:tc>
                <a:tc>
                  <a:txBody>
                    <a:bodyPr/>
                    <a:lstStyle/>
                    <a:p>
                      <a:pPr algn="l" fontAlgn="b"/>
                      <a:r>
                        <a:rPr lang="en-US" sz="900" u="none" strike="noStrike">
                          <a:effectLst/>
                        </a:rPr>
                        <a:t>Gpa&lt;3</a:t>
                      </a:r>
                      <a:endParaRPr lang="en-US" sz="900" b="0" i="0" u="none" strike="noStrike">
                        <a:solidFill>
                          <a:srgbClr val="000000"/>
                        </a:solidFill>
                        <a:effectLst/>
                        <a:latin typeface="Calibri" panose="020F0502020204030204" pitchFamily="34" charset="0"/>
                      </a:endParaRPr>
                    </a:p>
                  </a:txBody>
                  <a:tcPr marL="5251" marR="5251" marT="5251" marB="0" anchor="b"/>
                </a:tc>
                <a:tc>
                  <a:txBody>
                    <a:bodyPr/>
                    <a:lstStyle/>
                    <a:p>
                      <a:pPr algn="l" fontAlgn="b"/>
                      <a:r>
                        <a:rPr lang="en-US" sz="900" u="none" strike="noStrike">
                          <a:effectLst/>
                        </a:rPr>
                        <a:t>GPA &lt;3</a:t>
                      </a:r>
                      <a:endParaRPr lang="en-US" sz="900" b="0" i="0" u="none" strike="noStrike">
                        <a:solidFill>
                          <a:srgbClr val="000000"/>
                        </a:solidFill>
                        <a:effectLst/>
                        <a:latin typeface="Calibri" panose="020F0502020204030204" pitchFamily="34" charset="0"/>
                      </a:endParaRPr>
                    </a:p>
                  </a:txBody>
                  <a:tcPr marL="5251" marR="5251" marT="5251" marB="0" anchor="b"/>
                </a:tc>
                <a:tc>
                  <a:txBody>
                    <a:bodyPr/>
                    <a:lstStyle/>
                    <a:p>
                      <a:pPr algn="l" fontAlgn="b"/>
                      <a:r>
                        <a:rPr lang="en-US" sz="900" u="none" strike="noStrike">
                          <a:effectLst/>
                        </a:rPr>
                        <a:t>GPA&gt;3</a:t>
                      </a:r>
                      <a:endParaRPr lang="en-US" sz="900" b="0" i="0" u="none" strike="noStrike">
                        <a:solidFill>
                          <a:srgbClr val="000000"/>
                        </a:solidFill>
                        <a:effectLst/>
                        <a:latin typeface="Calibri" panose="020F0502020204030204" pitchFamily="34" charset="0"/>
                      </a:endParaRPr>
                    </a:p>
                  </a:txBody>
                  <a:tcPr marL="5251" marR="5251" marT="5251" marB="0" anchor="b"/>
                </a:tc>
                <a:tc>
                  <a:txBody>
                    <a:bodyPr/>
                    <a:lstStyle/>
                    <a:p>
                      <a:pPr algn="l" fontAlgn="b"/>
                      <a:r>
                        <a:rPr lang="en-US" sz="900" u="none" strike="noStrike">
                          <a:effectLst/>
                        </a:rPr>
                        <a:t>GPA&lt;3</a:t>
                      </a:r>
                      <a:endParaRPr lang="en-US" sz="900" b="0" i="0" u="none" strike="noStrike">
                        <a:solidFill>
                          <a:srgbClr val="000000"/>
                        </a:solidFill>
                        <a:effectLst/>
                        <a:latin typeface="Calibri" panose="020F0502020204030204" pitchFamily="34" charset="0"/>
                      </a:endParaRPr>
                    </a:p>
                  </a:txBody>
                  <a:tcPr marL="5251" marR="5251" marT="5251" marB="0" anchor="b"/>
                </a:tc>
                <a:tc>
                  <a:txBody>
                    <a:bodyPr/>
                    <a:lstStyle/>
                    <a:p>
                      <a:pPr algn="l" fontAlgn="b"/>
                      <a:r>
                        <a:rPr lang="en-US" sz="900" u="none" strike="noStrike" dirty="0">
                          <a:effectLst/>
                        </a:rPr>
                        <a:t>GPA&gt;3 </a:t>
                      </a:r>
                      <a:endParaRPr lang="en-US" sz="900" b="0" i="0" u="none" strike="noStrike" dirty="0">
                        <a:solidFill>
                          <a:srgbClr val="000000"/>
                        </a:solidFill>
                        <a:effectLst/>
                        <a:latin typeface="Calibri" panose="020F0502020204030204" pitchFamily="34" charset="0"/>
                      </a:endParaRPr>
                    </a:p>
                  </a:txBody>
                  <a:tcPr marL="5251" marR="5251" marT="5251" marB="0" anchor="b"/>
                </a:tc>
                <a:extLst>
                  <a:ext uri="{0D108BD9-81ED-4DB2-BD59-A6C34878D82A}">
                    <a16:rowId xmlns:a16="http://schemas.microsoft.com/office/drawing/2014/main" val="1230790006"/>
                  </a:ext>
                </a:extLst>
              </a:tr>
            </a:tbl>
          </a:graphicData>
        </a:graphic>
      </p:graphicFrame>
      <p:sp>
        <p:nvSpPr>
          <p:cNvPr id="6" name="Rectangle 5">
            <a:extLst>
              <a:ext uri="{FF2B5EF4-FFF2-40B4-BE49-F238E27FC236}">
                <a16:creationId xmlns:a16="http://schemas.microsoft.com/office/drawing/2014/main" id="{8BFB8F7D-4198-4464-B44E-68F6A4B209CD}"/>
              </a:ext>
            </a:extLst>
          </p:cNvPr>
          <p:cNvSpPr/>
          <p:nvPr/>
        </p:nvSpPr>
        <p:spPr>
          <a:xfrm>
            <a:off x="2374786" y="3458820"/>
            <a:ext cx="1781552" cy="101678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88" dirty="0"/>
              <a:t>Tuesday</a:t>
            </a:r>
          </a:p>
        </p:txBody>
      </p:sp>
      <p:sp>
        <p:nvSpPr>
          <p:cNvPr id="7" name="Arrow: Right 6">
            <a:extLst>
              <a:ext uri="{FF2B5EF4-FFF2-40B4-BE49-F238E27FC236}">
                <a16:creationId xmlns:a16="http://schemas.microsoft.com/office/drawing/2014/main" id="{E971CF18-A0DC-4796-93BB-92D5C06032DC}"/>
              </a:ext>
            </a:extLst>
          </p:cNvPr>
          <p:cNvSpPr/>
          <p:nvPr/>
        </p:nvSpPr>
        <p:spPr>
          <a:xfrm>
            <a:off x="429895" y="3736915"/>
            <a:ext cx="1944890" cy="425834"/>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88" dirty="0"/>
              <a:t>CS from Monday</a:t>
            </a:r>
          </a:p>
        </p:txBody>
      </p:sp>
      <p:sp>
        <p:nvSpPr>
          <p:cNvPr id="8" name="Arrow: Up 7">
            <a:extLst>
              <a:ext uri="{FF2B5EF4-FFF2-40B4-BE49-F238E27FC236}">
                <a16:creationId xmlns:a16="http://schemas.microsoft.com/office/drawing/2014/main" id="{B898D7D3-26EE-4489-B974-7ACD5C32A85B}"/>
              </a:ext>
            </a:extLst>
          </p:cNvPr>
          <p:cNvSpPr/>
          <p:nvPr/>
        </p:nvSpPr>
        <p:spPr>
          <a:xfrm>
            <a:off x="3065680" y="4475607"/>
            <a:ext cx="399762" cy="1095002"/>
          </a:xfrm>
          <a:prstGeom prst="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23" dirty="0" err="1"/>
              <a:t>Gpa</a:t>
            </a:r>
            <a:r>
              <a:rPr lang="en-US" sz="1488" dirty="0"/>
              <a:t>&gt;3</a:t>
            </a:r>
          </a:p>
        </p:txBody>
      </p:sp>
      <p:sp>
        <p:nvSpPr>
          <p:cNvPr id="9" name="Arrow: Right 8">
            <a:extLst>
              <a:ext uri="{FF2B5EF4-FFF2-40B4-BE49-F238E27FC236}">
                <a16:creationId xmlns:a16="http://schemas.microsoft.com/office/drawing/2014/main" id="{CB9B9AB2-BA79-43DD-AD8E-124036A807C6}"/>
              </a:ext>
            </a:extLst>
          </p:cNvPr>
          <p:cNvSpPr/>
          <p:nvPr/>
        </p:nvSpPr>
        <p:spPr>
          <a:xfrm>
            <a:off x="4121576" y="3736915"/>
            <a:ext cx="1979652" cy="53012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88" dirty="0"/>
              <a:t>CS FOR TUESDAY</a:t>
            </a:r>
          </a:p>
        </p:txBody>
      </p:sp>
      <p:sp>
        <p:nvSpPr>
          <p:cNvPr id="11" name="Rectangle 10">
            <a:extLst>
              <a:ext uri="{FF2B5EF4-FFF2-40B4-BE49-F238E27FC236}">
                <a16:creationId xmlns:a16="http://schemas.microsoft.com/office/drawing/2014/main" id="{FB74BDBE-428D-4AA2-B180-FFDC0150019A}"/>
              </a:ext>
            </a:extLst>
          </p:cNvPr>
          <p:cNvSpPr/>
          <p:nvPr/>
        </p:nvSpPr>
        <p:spPr>
          <a:xfrm>
            <a:off x="6083848" y="3493580"/>
            <a:ext cx="1781552" cy="101678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88" dirty="0"/>
              <a:t>Wednesday</a:t>
            </a:r>
          </a:p>
        </p:txBody>
      </p:sp>
      <p:sp>
        <p:nvSpPr>
          <p:cNvPr id="12" name="Arrow: Right 11">
            <a:extLst>
              <a:ext uri="{FF2B5EF4-FFF2-40B4-BE49-F238E27FC236}">
                <a16:creationId xmlns:a16="http://schemas.microsoft.com/office/drawing/2014/main" id="{8E9524D1-CDA8-4989-95C1-E34A54DDF582}"/>
              </a:ext>
            </a:extLst>
          </p:cNvPr>
          <p:cNvSpPr/>
          <p:nvPr/>
        </p:nvSpPr>
        <p:spPr>
          <a:xfrm>
            <a:off x="4156338" y="4117125"/>
            <a:ext cx="1944890" cy="425834"/>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88" dirty="0"/>
              <a:t>CS from Tuesday</a:t>
            </a:r>
          </a:p>
        </p:txBody>
      </p:sp>
      <p:sp>
        <p:nvSpPr>
          <p:cNvPr id="13" name="Arrow: Up 12">
            <a:extLst>
              <a:ext uri="{FF2B5EF4-FFF2-40B4-BE49-F238E27FC236}">
                <a16:creationId xmlns:a16="http://schemas.microsoft.com/office/drawing/2014/main" id="{EF1A93F3-1183-4B79-A308-D933FED9E6AA}"/>
              </a:ext>
            </a:extLst>
          </p:cNvPr>
          <p:cNvSpPr/>
          <p:nvPr/>
        </p:nvSpPr>
        <p:spPr>
          <a:xfrm>
            <a:off x="6774742" y="4532096"/>
            <a:ext cx="399762" cy="1095002"/>
          </a:xfrm>
          <a:prstGeom prst="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23" dirty="0"/>
              <a:t>&lt;</a:t>
            </a:r>
            <a:r>
              <a:rPr lang="en-US" sz="1488" dirty="0"/>
              <a:t>3</a:t>
            </a:r>
          </a:p>
        </p:txBody>
      </p:sp>
      <p:sp>
        <p:nvSpPr>
          <p:cNvPr id="14" name="Arrow: Right 13">
            <a:extLst>
              <a:ext uri="{FF2B5EF4-FFF2-40B4-BE49-F238E27FC236}">
                <a16:creationId xmlns:a16="http://schemas.microsoft.com/office/drawing/2014/main" id="{CCAFBB8C-81F2-49DD-AC16-D6589AA73E91}"/>
              </a:ext>
            </a:extLst>
          </p:cNvPr>
          <p:cNvSpPr/>
          <p:nvPr/>
        </p:nvSpPr>
        <p:spPr>
          <a:xfrm>
            <a:off x="7882780" y="3702154"/>
            <a:ext cx="1979652" cy="53012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88" dirty="0"/>
              <a:t>MIS FOR WEDNESDAY</a:t>
            </a:r>
          </a:p>
        </p:txBody>
      </p:sp>
      <p:sp>
        <p:nvSpPr>
          <p:cNvPr id="15" name="Isosceles Triangle 14">
            <a:extLst>
              <a:ext uri="{FF2B5EF4-FFF2-40B4-BE49-F238E27FC236}">
                <a16:creationId xmlns:a16="http://schemas.microsoft.com/office/drawing/2014/main" id="{0DA150FC-D69E-4E0F-8ACD-279053D9B731}"/>
              </a:ext>
            </a:extLst>
          </p:cNvPr>
          <p:cNvSpPr/>
          <p:nvPr/>
        </p:nvSpPr>
        <p:spPr>
          <a:xfrm>
            <a:off x="-15061" y="94147"/>
            <a:ext cx="588057" cy="643400"/>
          </a:xfrm>
          <a:prstGeom prs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88" dirty="0"/>
              <a:t>3</a:t>
            </a:r>
          </a:p>
        </p:txBody>
      </p:sp>
    </p:spTree>
    <p:extLst>
      <p:ext uri="{BB962C8B-B14F-4D97-AF65-F5344CB8AC3E}">
        <p14:creationId xmlns:p14="http://schemas.microsoft.com/office/powerpoint/2010/main" val="347138672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EB76FAF4-79D4-41C1-9FE6-87458251204F}"/>
              </a:ext>
            </a:extLst>
          </p:cNvPr>
          <p:cNvPicPr>
            <a:picLocks noChangeAspect="1"/>
          </p:cNvPicPr>
          <p:nvPr/>
        </p:nvPicPr>
        <p:blipFill>
          <a:blip r:embed="rId2"/>
          <a:stretch>
            <a:fillRect/>
          </a:stretch>
        </p:blipFill>
        <p:spPr>
          <a:xfrm>
            <a:off x="61900" y="0"/>
            <a:ext cx="2083526" cy="2200087"/>
          </a:xfrm>
          <a:prstGeom prst="rect">
            <a:avLst/>
          </a:prstGeom>
        </p:spPr>
      </p:pic>
      <p:pic>
        <p:nvPicPr>
          <p:cNvPr id="9" name="Picture 8">
            <a:extLst>
              <a:ext uri="{FF2B5EF4-FFF2-40B4-BE49-F238E27FC236}">
                <a16:creationId xmlns:a16="http://schemas.microsoft.com/office/drawing/2014/main" id="{70FC4432-2CB0-41B0-BC59-226E6A5648C2}"/>
              </a:ext>
            </a:extLst>
          </p:cNvPr>
          <p:cNvPicPr>
            <a:picLocks noChangeAspect="1"/>
          </p:cNvPicPr>
          <p:nvPr/>
        </p:nvPicPr>
        <p:blipFill>
          <a:blip r:embed="rId3"/>
          <a:stretch>
            <a:fillRect/>
          </a:stretch>
        </p:blipFill>
        <p:spPr>
          <a:xfrm>
            <a:off x="2865778" y="407006"/>
            <a:ext cx="5072596" cy="2720559"/>
          </a:xfrm>
          <a:prstGeom prst="rect">
            <a:avLst/>
          </a:prstGeom>
        </p:spPr>
      </p:pic>
      <p:sp>
        <p:nvSpPr>
          <p:cNvPr id="10" name="Oval 9">
            <a:extLst>
              <a:ext uri="{FF2B5EF4-FFF2-40B4-BE49-F238E27FC236}">
                <a16:creationId xmlns:a16="http://schemas.microsoft.com/office/drawing/2014/main" id="{ADCF2965-D30E-41EB-AB82-E67C6219FE67}"/>
              </a:ext>
            </a:extLst>
          </p:cNvPr>
          <p:cNvSpPr/>
          <p:nvPr/>
        </p:nvSpPr>
        <p:spPr>
          <a:xfrm>
            <a:off x="2865777" y="1068606"/>
            <a:ext cx="954599" cy="730118"/>
          </a:xfrm>
          <a:prstGeom prst="ellipse">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sz="1819" dirty="0"/>
              <a:t>CS</a:t>
            </a:r>
          </a:p>
        </p:txBody>
      </p:sp>
      <p:sp>
        <p:nvSpPr>
          <p:cNvPr id="11" name="Oval 10">
            <a:extLst>
              <a:ext uri="{FF2B5EF4-FFF2-40B4-BE49-F238E27FC236}">
                <a16:creationId xmlns:a16="http://schemas.microsoft.com/office/drawing/2014/main" id="{9F852068-9808-4A72-86AB-C41C4E2836D1}"/>
              </a:ext>
            </a:extLst>
          </p:cNvPr>
          <p:cNvSpPr/>
          <p:nvPr/>
        </p:nvSpPr>
        <p:spPr>
          <a:xfrm>
            <a:off x="4909291" y="1068606"/>
            <a:ext cx="900224" cy="698680"/>
          </a:xfrm>
          <a:prstGeom prst="ellipse">
            <a:avLst/>
          </a:prstGeom>
          <a:solidFill>
            <a:schemeClr val="accent1">
              <a:lumMod val="60000"/>
              <a:lumOff val="40000"/>
            </a:schemeClr>
          </a:solidFill>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sz="1819" dirty="0"/>
              <a:t>MIS</a:t>
            </a:r>
          </a:p>
        </p:txBody>
      </p:sp>
      <p:sp>
        <p:nvSpPr>
          <p:cNvPr id="12" name="Oval 11">
            <a:extLst>
              <a:ext uri="{FF2B5EF4-FFF2-40B4-BE49-F238E27FC236}">
                <a16:creationId xmlns:a16="http://schemas.microsoft.com/office/drawing/2014/main" id="{A05DA95D-03E6-4D1D-B30D-D72590726679}"/>
              </a:ext>
            </a:extLst>
          </p:cNvPr>
          <p:cNvSpPr/>
          <p:nvPr/>
        </p:nvSpPr>
        <p:spPr>
          <a:xfrm>
            <a:off x="6644729" y="999409"/>
            <a:ext cx="954599" cy="767877"/>
          </a:xfrm>
          <a:prstGeom prst="ellipse">
            <a:avLst/>
          </a:prstGeom>
          <a:solidFill>
            <a:srgbClr val="FF0000"/>
          </a:solidFill>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sz="1819" dirty="0"/>
              <a:t>CCE</a:t>
            </a:r>
          </a:p>
        </p:txBody>
      </p:sp>
      <p:sp>
        <p:nvSpPr>
          <p:cNvPr id="13" name="Rectangle 12">
            <a:extLst>
              <a:ext uri="{FF2B5EF4-FFF2-40B4-BE49-F238E27FC236}">
                <a16:creationId xmlns:a16="http://schemas.microsoft.com/office/drawing/2014/main" id="{686A8A8F-6194-43D3-BF1C-0D7D203A0825}"/>
              </a:ext>
            </a:extLst>
          </p:cNvPr>
          <p:cNvSpPr/>
          <p:nvPr/>
        </p:nvSpPr>
        <p:spPr>
          <a:xfrm>
            <a:off x="3838932" y="1924163"/>
            <a:ext cx="756073" cy="94726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88" dirty="0"/>
              <a:t>GPA&gt; 3</a:t>
            </a:r>
          </a:p>
        </p:txBody>
      </p:sp>
      <p:sp>
        <p:nvSpPr>
          <p:cNvPr id="14" name="Rectangle 13">
            <a:extLst>
              <a:ext uri="{FF2B5EF4-FFF2-40B4-BE49-F238E27FC236}">
                <a16:creationId xmlns:a16="http://schemas.microsoft.com/office/drawing/2014/main" id="{2C36786E-B07A-40DE-B9D5-C7C7D24FFB54}"/>
              </a:ext>
            </a:extLst>
          </p:cNvPr>
          <p:cNvSpPr/>
          <p:nvPr/>
        </p:nvSpPr>
        <p:spPr>
          <a:xfrm>
            <a:off x="5568160" y="2047696"/>
            <a:ext cx="756073" cy="947265"/>
          </a:xfrm>
          <a:prstGeom prst="rect">
            <a:avLst/>
          </a:prstGeom>
          <a:solidFill>
            <a:schemeClr val="accent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88" dirty="0"/>
              <a:t>GPA&lt; 3</a:t>
            </a:r>
          </a:p>
        </p:txBody>
      </p:sp>
    </p:spTree>
    <p:extLst>
      <p:ext uri="{BB962C8B-B14F-4D97-AF65-F5344CB8AC3E}">
        <p14:creationId xmlns:p14="http://schemas.microsoft.com/office/powerpoint/2010/main" val="410907021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74CFBCFE-2D4E-4806-8F7C-B7F7E05E5E98}"/>
              </a:ext>
            </a:extLst>
          </p:cNvPr>
          <p:cNvPicPr>
            <a:picLocks noChangeAspect="1"/>
          </p:cNvPicPr>
          <p:nvPr/>
        </p:nvPicPr>
        <p:blipFill>
          <a:blip r:embed="rId2"/>
          <a:stretch>
            <a:fillRect/>
          </a:stretch>
        </p:blipFill>
        <p:spPr>
          <a:xfrm>
            <a:off x="1626535" y="408849"/>
            <a:ext cx="6509183" cy="4144972"/>
          </a:xfrm>
          <a:prstGeom prst="rect">
            <a:avLst/>
          </a:prstGeom>
        </p:spPr>
      </p:pic>
      <p:sp>
        <p:nvSpPr>
          <p:cNvPr id="6" name="Rectangle: Rounded Corners 5">
            <a:extLst>
              <a:ext uri="{FF2B5EF4-FFF2-40B4-BE49-F238E27FC236}">
                <a16:creationId xmlns:a16="http://schemas.microsoft.com/office/drawing/2014/main" id="{54085FAE-6406-4F17-851A-097847D06F3E}"/>
              </a:ext>
            </a:extLst>
          </p:cNvPr>
          <p:cNvSpPr/>
          <p:nvPr/>
        </p:nvSpPr>
        <p:spPr>
          <a:xfrm>
            <a:off x="1826416" y="3537033"/>
            <a:ext cx="1077622" cy="278096"/>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88" dirty="0"/>
              <a:t>Majors</a:t>
            </a:r>
          </a:p>
        </p:txBody>
      </p:sp>
      <p:sp>
        <p:nvSpPr>
          <p:cNvPr id="7" name="Rectangle: Rounded Corners 6">
            <a:extLst>
              <a:ext uri="{FF2B5EF4-FFF2-40B4-BE49-F238E27FC236}">
                <a16:creationId xmlns:a16="http://schemas.microsoft.com/office/drawing/2014/main" id="{74E63A7E-183E-47DA-A8D1-A8D1CF2A4E64}"/>
              </a:ext>
            </a:extLst>
          </p:cNvPr>
          <p:cNvSpPr/>
          <p:nvPr/>
        </p:nvSpPr>
        <p:spPr>
          <a:xfrm>
            <a:off x="4672553" y="3537033"/>
            <a:ext cx="1077622" cy="278096"/>
          </a:xfrm>
          <a:prstGeom prst="round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88" dirty="0"/>
              <a:t>GPA</a:t>
            </a:r>
          </a:p>
        </p:txBody>
      </p:sp>
    </p:spTree>
    <p:extLst>
      <p:ext uri="{BB962C8B-B14F-4D97-AF65-F5344CB8AC3E}">
        <p14:creationId xmlns:p14="http://schemas.microsoft.com/office/powerpoint/2010/main" val="42116315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114149D3-7054-46D8-A566-66D4768E973A}"/>
              </a:ext>
            </a:extLst>
          </p:cNvPr>
          <p:cNvPicPr>
            <a:picLocks noChangeAspect="1"/>
          </p:cNvPicPr>
          <p:nvPr/>
        </p:nvPicPr>
        <p:blipFill>
          <a:blip r:embed="rId2"/>
          <a:stretch>
            <a:fillRect/>
          </a:stretch>
        </p:blipFill>
        <p:spPr>
          <a:xfrm>
            <a:off x="1174630" y="1236224"/>
            <a:ext cx="6860740" cy="2685907"/>
          </a:xfrm>
          <a:prstGeom prst="rect">
            <a:avLst/>
          </a:prstGeom>
        </p:spPr>
      </p:pic>
      <p:sp>
        <p:nvSpPr>
          <p:cNvPr id="4" name="Oval 3">
            <a:extLst>
              <a:ext uri="{FF2B5EF4-FFF2-40B4-BE49-F238E27FC236}">
                <a16:creationId xmlns:a16="http://schemas.microsoft.com/office/drawing/2014/main" id="{671C4C47-8B5B-410F-8CC1-02E0464AA0CD}"/>
              </a:ext>
            </a:extLst>
          </p:cNvPr>
          <p:cNvSpPr/>
          <p:nvPr/>
        </p:nvSpPr>
        <p:spPr>
          <a:xfrm>
            <a:off x="1510059" y="1390155"/>
            <a:ext cx="954599" cy="730118"/>
          </a:xfrm>
          <a:prstGeom prst="ellipse">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sz="1819" dirty="0"/>
              <a:t>CS</a:t>
            </a:r>
          </a:p>
        </p:txBody>
      </p:sp>
      <p:sp>
        <p:nvSpPr>
          <p:cNvPr id="5" name="Oval 4">
            <a:extLst>
              <a:ext uri="{FF2B5EF4-FFF2-40B4-BE49-F238E27FC236}">
                <a16:creationId xmlns:a16="http://schemas.microsoft.com/office/drawing/2014/main" id="{0060EA50-0AB4-485C-8FFE-D4AB4E019FD0}"/>
              </a:ext>
            </a:extLst>
          </p:cNvPr>
          <p:cNvSpPr/>
          <p:nvPr/>
        </p:nvSpPr>
        <p:spPr>
          <a:xfrm>
            <a:off x="1510060" y="2136595"/>
            <a:ext cx="900224" cy="698680"/>
          </a:xfrm>
          <a:prstGeom prst="ellipse">
            <a:avLst/>
          </a:prstGeom>
          <a:solidFill>
            <a:schemeClr val="accent1">
              <a:lumMod val="60000"/>
              <a:lumOff val="40000"/>
            </a:schemeClr>
          </a:solidFill>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sz="1819" dirty="0"/>
              <a:t>MIS</a:t>
            </a:r>
          </a:p>
        </p:txBody>
      </p:sp>
      <p:sp>
        <p:nvSpPr>
          <p:cNvPr id="6" name="Oval 5">
            <a:extLst>
              <a:ext uri="{FF2B5EF4-FFF2-40B4-BE49-F238E27FC236}">
                <a16:creationId xmlns:a16="http://schemas.microsoft.com/office/drawing/2014/main" id="{DE878653-3701-4513-AD0F-553AD080A228}"/>
              </a:ext>
            </a:extLst>
          </p:cNvPr>
          <p:cNvSpPr/>
          <p:nvPr/>
        </p:nvSpPr>
        <p:spPr>
          <a:xfrm>
            <a:off x="1510059" y="3017378"/>
            <a:ext cx="954599" cy="767877"/>
          </a:xfrm>
          <a:prstGeom prst="ellipse">
            <a:avLst/>
          </a:prstGeom>
          <a:solidFill>
            <a:srgbClr val="FF0000"/>
          </a:solidFill>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sz="1819" dirty="0"/>
              <a:t>CCE</a:t>
            </a:r>
          </a:p>
        </p:txBody>
      </p:sp>
      <p:sp>
        <p:nvSpPr>
          <p:cNvPr id="7" name="Oval 6">
            <a:extLst>
              <a:ext uri="{FF2B5EF4-FFF2-40B4-BE49-F238E27FC236}">
                <a16:creationId xmlns:a16="http://schemas.microsoft.com/office/drawing/2014/main" id="{69E2445E-DDBC-42C1-BD7C-0B1186D4332A}"/>
              </a:ext>
            </a:extLst>
          </p:cNvPr>
          <p:cNvSpPr/>
          <p:nvPr/>
        </p:nvSpPr>
        <p:spPr>
          <a:xfrm>
            <a:off x="6043490" y="1764299"/>
            <a:ext cx="954599" cy="730118"/>
          </a:xfrm>
          <a:prstGeom prst="ellipse">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sz="1819" dirty="0"/>
              <a:t>CS</a:t>
            </a:r>
          </a:p>
        </p:txBody>
      </p:sp>
      <p:sp>
        <p:nvSpPr>
          <p:cNvPr id="8" name="Oval 7">
            <a:extLst>
              <a:ext uri="{FF2B5EF4-FFF2-40B4-BE49-F238E27FC236}">
                <a16:creationId xmlns:a16="http://schemas.microsoft.com/office/drawing/2014/main" id="{CF9E749B-1CC5-49C7-95CC-C946A6F7C643}"/>
              </a:ext>
            </a:extLst>
          </p:cNvPr>
          <p:cNvSpPr/>
          <p:nvPr/>
        </p:nvSpPr>
        <p:spPr>
          <a:xfrm>
            <a:off x="6033465" y="2501653"/>
            <a:ext cx="900224" cy="698680"/>
          </a:xfrm>
          <a:prstGeom prst="ellipse">
            <a:avLst/>
          </a:prstGeom>
          <a:solidFill>
            <a:schemeClr val="accent1">
              <a:lumMod val="60000"/>
              <a:lumOff val="40000"/>
            </a:schemeClr>
          </a:solidFill>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sz="1819" dirty="0"/>
              <a:t>MIS</a:t>
            </a:r>
          </a:p>
        </p:txBody>
      </p:sp>
      <p:sp>
        <p:nvSpPr>
          <p:cNvPr id="9" name="TextBox 8">
            <a:extLst>
              <a:ext uri="{FF2B5EF4-FFF2-40B4-BE49-F238E27FC236}">
                <a16:creationId xmlns:a16="http://schemas.microsoft.com/office/drawing/2014/main" id="{D32034CB-9980-4AC5-8AC6-AB3E7269A016}"/>
              </a:ext>
            </a:extLst>
          </p:cNvPr>
          <p:cNvSpPr txBox="1"/>
          <p:nvPr/>
        </p:nvSpPr>
        <p:spPr>
          <a:xfrm flipH="1">
            <a:off x="3445890" y="387196"/>
            <a:ext cx="2966006" cy="448584"/>
          </a:xfrm>
          <a:prstGeom prst="rect">
            <a:avLst/>
          </a:prstGeom>
          <a:noFill/>
        </p:spPr>
        <p:txBody>
          <a:bodyPr wrap="square" rtlCol="0">
            <a:spAutoFit/>
          </a:bodyPr>
          <a:lstStyle/>
          <a:p>
            <a:r>
              <a:rPr lang="en-US" sz="2315" dirty="0">
                <a:solidFill>
                  <a:srgbClr val="FF0000"/>
                </a:solidFill>
              </a:rPr>
              <a:t>MAJORS </a:t>
            </a:r>
          </a:p>
        </p:txBody>
      </p:sp>
      <p:sp>
        <p:nvSpPr>
          <p:cNvPr id="10" name="Oval 9">
            <a:extLst>
              <a:ext uri="{FF2B5EF4-FFF2-40B4-BE49-F238E27FC236}">
                <a16:creationId xmlns:a16="http://schemas.microsoft.com/office/drawing/2014/main" id="{DCEACC97-7EFB-4D0D-A1FE-637BA844BD67}"/>
              </a:ext>
            </a:extLst>
          </p:cNvPr>
          <p:cNvSpPr/>
          <p:nvPr/>
        </p:nvSpPr>
        <p:spPr>
          <a:xfrm>
            <a:off x="4451592" y="2136595"/>
            <a:ext cx="954599" cy="730118"/>
          </a:xfrm>
          <a:prstGeom prst="ellipse">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sz="1819" dirty="0"/>
              <a:t>CS</a:t>
            </a:r>
          </a:p>
        </p:txBody>
      </p:sp>
      <p:sp>
        <p:nvSpPr>
          <p:cNvPr id="11" name="Rectangle 10">
            <a:extLst>
              <a:ext uri="{FF2B5EF4-FFF2-40B4-BE49-F238E27FC236}">
                <a16:creationId xmlns:a16="http://schemas.microsoft.com/office/drawing/2014/main" id="{1C430A94-6C7E-474D-A34F-387D89AF96DA}"/>
              </a:ext>
            </a:extLst>
          </p:cNvPr>
          <p:cNvSpPr/>
          <p:nvPr/>
        </p:nvSpPr>
        <p:spPr>
          <a:xfrm>
            <a:off x="7735955" y="1077622"/>
            <a:ext cx="900224" cy="335670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88"/>
          </a:p>
        </p:txBody>
      </p:sp>
      <p:sp>
        <p:nvSpPr>
          <p:cNvPr id="12" name="TextBox 11">
            <a:extLst>
              <a:ext uri="{FF2B5EF4-FFF2-40B4-BE49-F238E27FC236}">
                <a16:creationId xmlns:a16="http://schemas.microsoft.com/office/drawing/2014/main" id="{57E9663F-A51F-49BB-9DAF-0263D3CF6318}"/>
              </a:ext>
            </a:extLst>
          </p:cNvPr>
          <p:cNvSpPr txBox="1"/>
          <p:nvPr/>
        </p:nvSpPr>
        <p:spPr>
          <a:xfrm>
            <a:off x="3421502" y="3223973"/>
            <a:ext cx="1265772" cy="550279"/>
          </a:xfrm>
          <a:prstGeom prst="rect">
            <a:avLst/>
          </a:prstGeom>
          <a:solidFill>
            <a:schemeClr val="bg1"/>
          </a:solidFill>
        </p:spPr>
        <p:txBody>
          <a:bodyPr wrap="square" rtlCol="0">
            <a:spAutoFit/>
          </a:bodyPr>
          <a:lstStyle/>
          <a:p>
            <a:r>
              <a:rPr lang="en-US" sz="1488" dirty="0"/>
              <a:t>Two Layers major matrix</a:t>
            </a:r>
          </a:p>
        </p:txBody>
      </p:sp>
      <p:sp>
        <p:nvSpPr>
          <p:cNvPr id="13" name="Right Brace 12">
            <a:extLst>
              <a:ext uri="{FF2B5EF4-FFF2-40B4-BE49-F238E27FC236}">
                <a16:creationId xmlns:a16="http://schemas.microsoft.com/office/drawing/2014/main" id="{C5B7A1D7-5608-4E07-A1B2-7010E59D0CDE}"/>
              </a:ext>
            </a:extLst>
          </p:cNvPr>
          <p:cNvSpPr/>
          <p:nvPr/>
        </p:nvSpPr>
        <p:spPr>
          <a:xfrm>
            <a:off x="7805479" y="1236224"/>
            <a:ext cx="857164" cy="2891763"/>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488"/>
          </a:p>
        </p:txBody>
      </p:sp>
      <p:sp>
        <p:nvSpPr>
          <p:cNvPr id="14" name="TextBox 13">
            <a:extLst>
              <a:ext uri="{FF2B5EF4-FFF2-40B4-BE49-F238E27FC236}">
                <a16:creationId xmlns:a16="http://schemas.microsoft.com/office/drawing/2014/main" id="{74545C33-5B22-4A28-9CAD-C90FF46C01E0}"/>
              </a:ext>
            </a:extLst>
          </p:cNvPr>
          <p:cNvSpPr txBox="1"/>
          <p:nvPr/>
        </p:nvSpPr>
        <p:spPr>
          <a:xfrm>
            <a:off x="8837636" y="2494416"/>
            <a:ext cx="803297" cy="321306"/>
          </a:xfrm>
          <a:prstGeom prst="rect">
            <a:avLst/>
          </a:prstGeom>
          <a:noFill/>
        </p:spPr>
        <p:txBody>
          <a:bodyPr wrap="none" rtlCol="0">
            <a:spAutoFit/>
          </a:bodyPr>
          <a:lstStyle/>
          <a:p>
            <a:r>
              <a:rPr lang="en-US" sz="1488" dirty="0"/>
              <a:t>Result 1</a:t>
            </a:r>
          </a:p>
        </p:txBody>
      </p:sp>
    </p:spTree>
    <p:extLst>
      <p:ext uri="{BB962C8B-B14F-4D97-AF65-F5344CB8AC3E}">
        <p14:creationId xmlns:p14="http://schemas.microsoft.com/office/powerpoint/2010/main" val="243980170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5EEA3F05-D813-498D-B0C8-364A6BAFC2C6}"/>
              </a:ext>
            </a:extLst>
          </p:cNvPr>
          <p:cNvPicPr>
            <a:picLocks noChangeAspect="1"/>
          </p:cNvPicPr>
          <p:nvPr/>
        </p:nvPicPr>
        <p:blipFill>
          <a:blip r:embed="rId2"/>
          <a:stretch>
            <a:fillRect/>
          </a:stretch>
        </p:blipFill>
        <p:spPr>
          <a:xfrm>
            <a:off x="1617961" y="1025480"/>
            <a:ext cx="6653139" cy="2784353"/>
          </a:xfrm>
          <a:prstGeom prst="rect">
            <a:avLst/>
          </a:prstGeom>
        </p:spPr>
      </p:pic>
      <p:sp>
        <p:nvSpPr>
          <p:cNvPr id="4" name="Oval 3">
            <a:extLst>
              <a:ext uri="{FF2B5EF4-FFF2-40B4-BE49-F238E27FC236}">
                <a16:creationId xmlns:a16="http://schemas.microsoft.com/office/drawing/2014/main" id="{3482580D-DC2D-470F-9C13-D8530834229F}"/>
              </a:ext>
            </a:extLst>
          </p:cNvPr>
          <p:cNvSpPr/>
          <p:nvPr/>
        </p:nvSpPr>
        <p:spPr>
          <a:xfrm>
            <a:off x="1988037" y="1155511"/>
            <a:ext cx="954599" cy="730118"/>
          </a:xfrm>
          <a:prstGeom prst="ellipse">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sz="1819" dirty="0"/>
              <a:t>CS</a:t>
            </a:r>
          </a:p>
        </p:txBody>
      </p:sp>
      <p:sp>
        <p:nvSpPr>
          <p:cNvPr id="5" name="Oval 4">
            <a:extLst>
              <a:ext uri="{FF2B5EF4-FFF2-40B4-BE49-F238E27FC236}">
                <a16:creationId xmlns:a16="http://schemas.microsoft.com/office/drawing/2014/main" id="{DD1A0E87-F556-4679-9DD7-F49A4D58E8D3}"/>
              </a:ext>
            </a:extLst>
          </p:cNvPr>
          <p:cNvSpPr/>
          <p:nvPr/>
        </p:nvSpPr>
        <p:spPr>
          <a:xfrm>
            <a:off x="1988037" y="1901951"/>
            <a:ext cx="900224" cy="698680"/>
          </a:xfrm>
          <a:prstGeom prst="ellipse">
            <a:avLst/>
          </a:prstGeom>
          <a:solidFill>
            <a:schemeClr val="accent1">
              <a:lumMod val="60000"/>
              <a:lumOff val="40000"/>
            </a:schemeClr>
          </a:solidFill>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sz="1819" dirty="0"/>
              <a:t>MIS</a:t>
            </a:r>
          </a:p>
        </p:txBody>
      </p:sp>
      <p:sp>
        <p:nvSpPr>
          <p:cNvPr id="6" name="Oval 5">
            <a:extLst>
              <a:ext uri="{FF2B5EF4-FFF2-40B4-BE49-F238E27FC236}">
                <a16:creationId xmlns:a16="http://schemas.microsoft.com/office/drawing/2014/main" id="{03016CCB-A827-4D36-A496-5F8AA5802CAC}"/>
              </a:ext>
            </a:extLst>
          </p:cNvPr>
          <p:cNvSpPr/>
          <p:nvPr/>
        </p:nvSpPr>
        <p:spPr>
          <a:xfrm>
            <a:off x="1988037" y="2782734"/>
            <a:ext cx="954599" cy="767877"/>
          </a:xfrm>
          <a:prstGeom prst="ellipse">
            <a:avLst/>
          </a:prstGeom>
          <a:solidFill>
            <a:srgbClr val="FF0000"/>
          </a:solidFill>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sz="1819" dirty="0"/>
              <a:t>CCE</a:t>
            </a:r>
          </a:p>
        </p:txBody>
      </p:sp>
      <p:sp>
        <p:nvSpPr>
          <p:cNvPr id="7" name="Oval 6">
            <a:extLst>
              <a:ext uri="{FF2B5EF4-FFF2-40B4-BE49-F238E27FC236}">
                <a16:creationId xmlns:a16="http://schemas.microsoft.com/office/drawing/2014/main" id="{6F23DEA1-6D4D-4E53-A394-5FF83FFF3208}"/>
              </a:ext>
            </a:extLst>
          </p:cNvPr>
          <p:cNvSpPr/>
          <p:nvPr/>
        </p:nvSpPr>
        <p:spPr>
          <a:xfrm>
            <a:off x="4944531" y="1901951"/>
            <a:ext cx="900224" cy="698680"/>
          </a:xfrm>
          <a:prstGeom prst="ellipse">
            <a:avLst/>
          </a:prstGeom>
          <a:solidFill>
            <a:schemeClr val="accent1">
              <a:lumMod val="60000"/>
              <a:lumOff val="40000"/>
            </a:schemeClr>
          </a:solidFill>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sz="1819" dirty="0"/>
              <a:t>MIS</a:t>
            </a:r>
          </a:p>
        </p:txBody>
      </p:sp>
      <p:sp>
        <p:nvSpPr>
          <p:cNvPr id="9" name="TextBox 8">
            <a:extLst>
              <a:ext uri="{FF2B5EF4-FFF2-40B4-BE49-F238E27FC236}">
                <a16:creationId xmlns:a16="http://schemas.microsoft.com/office/drawing/2014/main" id="{E86774E9-D96C-4D7A-85A2-532A9B9A2EAF}"/>
              </a:ext>
            </a:extLst>
          </p:cNvPr>
          <p:cNvSpPr txBox="1"/>
          <p:nvPr/>
        </p:nvSpPr>
        <p:spPr>
          <a:xfrm>
            <a:off x="3864718" y="2989329"/>
            <a:ext cx="1265772" cy="550279"/>
          </a:xfrm>
          <a:prstGeom prst="rect">
            <a:avLst/>
          </a:prstGeom>
          <a:solidFill>
            <a:schemeClr val="bg1"/>
          </a:solidFill>
        </p:spPr>
        <p:txBody>
          <a:bodyPr wrap="square" rtlCol="0">
            <a:spAutoFit/>
          </a:bodyPr>
          <a:lstStyle/>
          <a:p>
            <a:r>
              <a:rPr lang="en-US" sz="1488" dirty="0"/>
              <a:t>Two Layers major matrix</a:t>
            </a:r>
          </a:p>
        </p:txBody>
      </p:sp>
      <p:sp>
        <p:nvSpPr>
          <p:cNvPr id="10" name="Oval 9">
            <a:extLst>
              <a:ext uri="{FF2B5EF4-FFF2-40B4-BE49-F238E27FC236}">
                <a16:creationId xmlns:a16="http://schemas.microsoft.com/office/drawing/2014/main" id="{7627CE32-DE8B-4DFB-BDF9-61F2B6FBFB91}"/>
              </a:ext>
            </a:extLst>
          </p:cNvPr>
          <p:cNvSpPr/>
          <p:nvPr/>
        </p:nvSpPr>
        <p:spPr>
          <a:xfrm>
            <a:off x="6521857" y="1520569"/>
            <a:ext cx="900224" cy="698680"/>
          </a:xfrm>
          <a:prstGeom prst="ellipse">
            <a:avLst/>
          </a:prstGeom>
          <a:solidFill>
            <a:schemeClr val="accent1">
              <a:lumMod val="60000"/>
              <a:lumOff val="40000"/>
            </a:schemeClr>
          </a:solidFill>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sz="1819" dirty="0"/>
              <a:t>MIS</a:t>
            </a:r>
          </a:p>
        </p:txBody>
      </p:sp>
      <p:sp>
        <p:nvSpPr>
          <p:cNvPr id="11" name="Oval 10">
            <a:extLst>
              <a:ext uri="{FF2B5EF4-FFF2-40B4-BE49-F238E27FC236}">
                <a16:creationId xmlns:a16="http://schemas.microsoft.com/office/drawing/2014/main" id="{E348A38A-AF53-4E7F-B479-87BA5BFC136D}"/>
              </a:ext>
            </a:extLst>
          </p:cNvPr>
          <p:cNvSpPr/>
          <p:nvPr/>
        </p:nvSpPr>
        <p:spPr>
          <a:xfrm>
            <a:off x="6467481" y="2216692"/>
            <a:ext cx="954599" cy="767877"/>
          </a:xfrm>
          <a:prstGeom prst="ellipse">
            <a:avLst/>
          </a:prstGeom>
          <a:solidFill>
            <a:srgbClr val="FF0000"/>
          </a:solidFill>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sz="1819" dirty="0"/>
              <a:t>CCE</a:t>
            </a:r>
          </a:p>
        </p:txBody>
      </p:sp>
      <p:sp>
        <p:nvSpPr>
          <p:cNvPr id="12" name="TextBox 11">
            <a:extLst>
              <a:ext uri="{FF2B5EF4-FFF2-40B4-BE49-F238E27FC236}">
                <a16:creationId xmlns:a16="http://schemas.microsoft.com/office/drawing/2014/main" id="{0A2C7E53-D7DB-47D1-8289-DCDFF28F4E0D}"/>
              </a:ext>
            </a:extLst>
          </p:cNvPr>
          <p:cNvSpPr txBox="1"/>
          <p:nvPr/>
        </p:nvSpPr>
        <p:spPr>
          <a:xfrm flipH="1">
            <a:off x="3445890" y="387196"/>
            <a:ext cx="2966006" cy="448584"/>
          </a:xfrm>
          <a:prstGeom prst="rect">
            <a:avLst/>
          </a:prstGeom>
          <a:noFill/>
        </p:spPr>
        <p:txBody>
          <a:bodyPr wrap="square" rtlCol="0">
            <a:spAutoFit/>
          </a:bodyPr>
          <a:lstStyle/>
          <a:p>
            <a:r>
              <a:rPr lang="en-US" sz="2315" dirty="0">
                <a:solidFill>
                  <a:srgbClr val="FF0000"/>
                </a:solidFill>
              </a:rPr>
              <a:t>NEXT </a:t>
            </a:r>
          </a:p>
        </p:txBody>
      </p:sp>
      <p:sp>
        <p:nvSpPr>
          <p:cNvPr id="13" name="Right Brace 12">
            <a:extLst>
              <a:ext uri="{FF2B5EF4-FFF2-40B4-BE49-F238E27FC236}">
                <a16:creationId xmlns:a16="http://schemas.microsoft.com/office/drawing/2014/main" id="{06C4B8BE-A43C-45C9-9A63-85A8544E719F}"/>
              </a:ext>
            </a:extLst>
          </p:cNvPr>
          <p:cNvSpPr/>
          <p:nvPr/>
        </p:nvSpPr>
        <p:spPr>
          <a:xfrm>
            <a:off x="8022741" y="1364408"/>
            <a:ext cx="521430" cy="2085720"/>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488"/>
          </a:p>
        </p:txBody>
      </p:sp>
      <p:sp>
        <p:nvSpPr>
          <p:cNvPr id="14" name="TextBox 13">
            <a:extLst>
              <a:ext uri="{FF2B5EF4-FFF2-40B4-BE49-F238E27FC236}">
                <a16:creationId xmlns:a16="http://schemas.microsoft.com/office/drawing/2014/main" id="{4BE1EF42-58D4-4E01-8185-D6083DC440DD}"/>
              </a:ext>
            </a:extLst>
          </p:cNvPr>
          <p:cNvSpPr txBox="1"/>
          <p:nvPr/>
        </p:nvSpPr>
        <p:spPr>
          <a:xfrm>
            <a:off x="8837106" y="2112273"/>
            <a:ext cx="803297" cy="321306"/>
          </a:xfrm>
          <a:prstGeom prst="rect">
            <a:avLst/>
          </a:prstGeom>
          <a:noFill/>
        </p:spPr>
        <p:txBody>
          <a:bodyPr wrap="none" rtlCol="0">
            <a:spAutoFit/>
          </a:bodyPr>
          <a:lstStyle/>
          <a:p>
            <a:r>
              <a:rPr lang="en-US" sz="1488" dirty="0"/>
              <a:t>Result 2</a:t>
            </a:r>
          </a:p>
        </p:txBody>
      </p:sp>
    </p:spTree>
    <p:extLst>
      <p:ext uri="{BB962C8B-B14F-4D97-AF65-F5344CB8AC3E}">
        <p14:creationId xmlns:p14="http://schemas.microsoft.com/office/powerpoint/2010/main" val="167681307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D8A3678C-9455-45DB-97DA-DC56F3E1877A}"/>
              </a:ext>
            </a:extLst>
          </p:cNvPr>
          <p:cNvPicPr>
            <a:picLocks noChangeAspect="1"/>
          </p:cNvPicPr>
          <p:nvPr/>
        </p:nvPicPr>
        <p:blipFill>
          <a:blip r:embed="rId2"/>
          <a:stretch>
            <a:fillRect/>
          </a:stretch>
        </p:blipFill>
        <p:spPr>
          <a:xfrm>
            <a:off x="1708036" y="1042859"/>
            <a:ext cx="7067491" cy="2730854"/>
          </a:xfrm>
          <a:prstGeom prst="rect">
            <a:avLst/>
          </a:prstGeom>
        </p:spPr>
      </p:pic>
      <p:sp>
        <p:nvSpPr>
          <p:cNvPr id="6" name="Oval 5">
            <a:extLst>
              <a:ext uri="{FF2B5EF4-FFF2-40B4-BE49-F238E27FC236}">
                <a16:creationId xmlns:a16="http://schemas.microsoft.com/office/drawing/2014/main" id="{5D17248E-E6CB-4DD9-B71D-64B1AA9978C8}"/>
              </a:ext>
            </a:extLst>
          </p:cNvPr>
          <p:cNvSpPr/>
          <p:nvPr/>
        </p:nvSpPr>
        <p:spPr>
          <a:xfrm>
            <a:off x="1988037" y="1155511"/>
            <a:ext cx="954599" cy="730118"/>
          </a:xfrm>
          <a:prstGeom prst="ellipse">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sz="1819" dirty="0"/>
              <a:t>CS</a:t>
            </a:r>
          </a:p>
        </p:txBody>
      </p:sp>
      <p:sp>
        <p:nvSpPr>
          <p:cNvPr id="7" name="Oval 6">
            <a:extLst>
              <a:ext uri="{FF2B5EF4-FFF2-40B4-BE49-F238E27FC236}">
                <a16:creationId xmlns:a16="http://schemas.microsoft.com/office/drawing/2014/main" id="{CDD213E1-DABB-42E9-9EE6-ABAF4E2AFE50}"/>
              </a:ext>
            </a:extLst>
          </p:cNvPr>
          <p:cNvSpPr/>
          <p:nvPr/>
        </p:nvSpPr>
        <p:spPr>
          <a:xfrm>
            <a:off x="1988037" y="1901951"/>
            <a:ext cx="900224" cy="698680"/>
          </a:xfrm>
          <a:prstGeom prst="ellipse">
            <a:avLst/>
          </a:prstGeom>
          <a:solidFill>
            <a:schemeClr val="accent1">
              <a:lumMod val="60000"/>
              <a:lumOff val="40000"/>
            </a:schemeClr>
          </a:solidFill>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sz="1819" dirty="0"/>
              <a:t>MIS</a:t>
            </a:r>
          </a:p>
        </p:txBody>
      </p:sp>
      <p:sp>
        <p:nvSpPr>
          <p:cNvPr id="8" name="Oval 7">
            <a:extLst>
              <a:ext uri="{FF2B5EF4-FFF2-40B4-BE49-F238E27FC236}">
                <a16:creationId xmlns:a16="http://schemas.microsoft.com/office/drawing/2014/main" id="{BCB4497A-03E6-42C1-B861-08C5782774B6}"/>
              </a:ext>
            </a:extLst>
          </p:cNvPr>
          <p:cNvSpPr/>
          <p:nvPr/>
        </p:nvSpPr>
        <p:spPr>
          <a:xfrm>
            <a:off x="1988037" y="2782734"/>
            <a:ext cx="954599" cy="767877"/>
          </a:xfrm>
          <a:prstGeom prst="ellipse">
            <a:avLst/>
          </a:prstGeom>
          <a:solidFill>
            <a:srgbClr val="FF0000"/>
          </a:solidFill>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sz="1819" dirty="0"/>
              <a:t>CCE</a:t>
            </a:r>
          </a:p>
        </p:txBody>
      </p:sp>
      <p:sp>
        <p:nvSpPr>
          <p:cNvPr id="10" name="TextBox 9">
            <a:extLst>
              <a:ext uri="{FF2B5EF4-FFF2-40B4-BE49-F238E27FC236}">
                <a16:creationId xmlns:a16="http://schemas.microsoft.com/office/drawing/2014/main" id="{1ADF8977-75D3-4575-8828-6138972F33DB}"/>
              </a:ext>
            </a:extLst>
          </p:cNvPr>
          <p:cNvSpPr txBox="1"/>
          <p:nvPr/>
        </p:nvSpPr>
        <p:spPr>
          <a:xfrm>
            <a:off x="3864718" y="2989329"/>
            <a:ext cx="1265772" cy="550279"/>
          </a:xfrm>
          <a:prstGeom prst="rect">
            <a:avLst/>
          </a:prstGeom>
          <a:solidFill>
            <a:schemeClr val="bg1"/>
          </a:solidFill>
        </p:spPr>
        <p:txBody>
          <a:bodyPr wrap="square" rtlCol="0">
            <a:spAutoFit/>
          </a:bodyPr>
          <a:lstStyle/>
          <a:p>
            <a:r>
              <a:rPr lang="en-US" sz="1488" dirty="0"/>
              <a:t>Two Layers major matrix</a:t>
            </a:r>
          </a:p>
        </p:txBody>
      </p:sp>
      <p:sp>
        <p:nvSpPr>
          <p:cNvPr id="12" name="Oval 11">
            <a:extLst>
              <a:ext uri="{FF2B5EF4-FFF2-40B4-BE49-F238E27FC236}">
                <a16:creationId xmlns:a16="http://schemas.microsoft.com/office/drawing/2014/main" id="{B6421831-28D8-48DA-A78C-4747A987C639}"/>
              </a:ext>
            </a:extLst>
          </p:cNvPr>
          <p:cNvSpPr/>
          <p:nvPr/>
        </p:nvSpPr>
        <p:spPr>
          <a:xfrm>
            <a:off x="5109221" y="1902404"/>
            <a:ext cx="954599" cy="767877"/>
          </a:xfrm>
          <a:prstGeom prst="ellipse">
            <a:avLst/>
          </a:prstGeom>
          <a:solidFill>
            <a:srgbClr val="FF0000"/>
          </a:solidFill>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sz="1819" dirty="0"/>
              <a:t>CCE</a:t>
            </a:r>
          </a:p>
        </p:txBody>
      </p:sp>
      <p:sp>
        <p:nvSpPr>
          <p:cNvPr id="20" name="Oval 19">
            <a:extLst>
              <a:ext uri="{FF2B5EF4-FFF2-40B4-BE49-F238E27FC236}">
                <a16:creationId xmlns:a16="http://schemas.microsoft.com/office/drawing/2014/main" id="{D6564ABE-197C-430E-AB6E-C47339169257}"/>
              </a:ext>
            </a:extLst>
          </p:cNvPr>
          <p:cNvSpPr/>
          <p:nvPr/>
        </p:nvSpPr>
        <p:spPr>
          <a:xfrm>
            <a:off x="6782142" y="1520569"/>
            <a:ext cx="954599" cy="767877"/>
          </a:xfrm>
          <a:prstGeom prst="ellipse">
            <a:avLst/>
          </a:prstGeom>
          <a:solidFill>
            <a:srgbClr val="FF0000"/>
          </a:solidFill>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sz="1819" dirty="0"/>
              <a:t>CCE</a:t>
            </a:r>
          </a:p>
        </p:txBody>
      </p:sp>
      <p:sp>
        <p:nvSpPr>
          <p:cNvPr id="21" name="Oval 20">
            <a:extLst>
              <a:ext uri="{FF2B5EF4-FFF2-40B4-BE49-F238E27FC236}">
                <a16:creationId xmlns:a16="http://schemas.microsoft.com/office/drawing/2014/main" id="{DC9F4F26-95B1-4134-90CF-C2336FFDEBC0}"/>
              </a:ext>
            </a:extLst>
          </p:cNvPr>
          <p:cNvSpPr/>
          <p:nvPr/>
        </p:nvSpPr>
        <p:spPr>
          <a:xfrm>
            <a:off x="6782142" y="2382910"/>
            <a:ext cx="954599" cy="730118"/>
          </a:xfrm>
          <a:prstGeom prst="ellipse">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sz="1819" dirty="0"/>
              <a:t>CS</a:t>
            </a:r>
          </a:p>
        </p:txBody>
      </p:sp>
      <p:sp>
        <p:nvSpPr>
          <p:cNvPr id="22" name="Right Brace 21">
            <a:extLst>
              <a:ext uri="{FF2B5EF4-FFF2-40B4-BE49-F238E27FC236}">
                <a16:creationId xmlns:a16="http://schemas.microsoft.com/office/drawing/2014/main" id="{83F9AFE7-BE53-4DE2-AB34-DDE59147F7DF}"/>
              </a:ext>
            </a:extLst>
          </p:cNvPr>
          <p:cNvSpPr/>
          <p:nvPr/>
        </p:nvSpPr>
        <p:spPr>
          <a:xfrm>
            <a:off x="8387742" y="1355718"/>
            <a:ext cx="582254" cy="2520244"/>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488"/>
          </a:p>
        </p:txBody>
      </p:sp>
      <p:sp>
        <p:nvSpPr>
          <p:cNvPr id="24" name="TextBox 23">
            <a:extLst>
              <a:ext uri="{FF2B5EF4-FFF2-40B4-BE49-F238E27FC236}">
                <a16:creationId xmlns:a16="http://schemas.microsoft.com/office/drawing/2014/main" id="{42831724-C9D4-4CAF-8310-07F4383A6D76}"/>
              </a:ext>
            </a:extLst>
          </p:cNvPr>
          <p:cNvSpPr txBox="1"/>
          <p:nvPr/>
        </p:nvSpPr>
        <p:spPr>
          <a:xfrm>
            <a:off x="8837636" y="2494416"/>
            <a:ext cx="803297" cy="321306"/>
          </a:xfrm>
          <a:prstGeom prst="rect">
            <a:avLst/>
          </a:prstGeom>
          <a:noFill/>
        </p:spPr>
        <p:txBody>
          <a:bodyPr wrap="none" rtlCol="0">
            <a:spAutoFit/>
          </a:bodyPr>
          <a:lstStyle/>
          <a:p>
            <a:r>
              <a:rPr lang="en-US" sz="1488" dirty="0"/>
              <a:t>Result 3</a:t>
            </a:r>
          </a:p>
        </p:txBody>
      </p:sp>
    </p:spTree>
    <p:extLst>
      <p:ext uri="{BB962C8B-B14F-4D97-AF65-F5344CB8AC3E}">
        <p14:creationId xmlns:p14="http://schemas.microsoft.com/office/powerpoint/2010/main" val="11578813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2C2219B-0AA1-460F-A35E-50D142F16855}"/>
              </a:ext>
            </a:extLst>
          </p:cNvPr>
          <p:cNvPicPr>
            <a:picLocks noChangeAspect="1"/>
          </p:cNvPicPr>
          <p:nvPr/>
        </p:nvPicPr>
        <p:blipFill>
          <a:blip r:embed="rId2"/>
          <a:stretch>
            <a:fillRect/>
          </a:stretch>
        </p:blipFill>
        <p:spPr>
          <a:xfrm>
            <a:off x="1489406" y="1642505"/>
            <a:ext cx="6261757" cy="2102421"/>
          </a:xfrm>
          <a:prstGeom prst="rect">
            <a:avLst/>
          </a:prstGeom>
        </p:spPr>
      </p:pic>
      <p:sp>
        <p:nvSpPr>
          <p:cNvPr id="6" name="TextBox 5">
            <a:extLst>
              <a:ext uri="{FF2B5EF4-FFF2-40B4-BE49-F238E27FC236}">
                <a16:creationId xmlns:a16="http://schemas.microsoft.com/office/drawing/2014/main" id="{13731EF4-D109-47D2-A587-860B5EF02AD7}"/>
              </a:ext>
            </a:extLst>
          </p:cNvPr>
          <p:cNvSpPr txBox="1"/>
          <p:nvPr/>
        </p:nvSpPr>
        <p:spPr>
          <a:xfrm flipH="1">
            <a:off x="3445890" y="387196"/>
            <a:ext cx="2966006" cy="448584"/>
          </a:xfrm>
          <a:prstGeom prst="rect">
            <a:avLst/>
          </a:prstGeom>
          <a:noFill/>
        </p:spPr>
        <p:txBody>
          <a:bodyPr wrap="square" rtlCol="0">
            <a:spAutoFit/>
          </a:bodyPr>
          <a:lstStyle/>
          <a:p>
            <a:r>
              <a:rPr lang="en-US" sz="2315" dirty="0">
                <a:solidFill>
                  <a:srgbClr val="FF0000"/>
                </a:solidFill>
              </a:rPr>
              <a:t>GPA </a:t>
            </a:r>
          </a:p>
        </p:txBody>
      </p:sp>
      <p:sp>
        <p:nvSpPr>
          <p:cNvPr id="7" name="Rectangle 6">
            <a:extLst>
              <a:ext uri="{FF2B5EF4-FFF2-40B4-BE49-F238E27FC236}">
                <a16:creationId xmlns:a16="http://schemas.microsoft.com/office/drawing/2014/main" id="{E943C106-E7EB-484C-A17B-556720DF7286}"/>
              </a:ext>
            </a:extLst>
          </p:cNvPr>
          <p:cNvSpPr/>
          <p:nvPr/>
        </p:nvSpPr>
        <p:spPr>
          <a:xfrm>
            <a:off x="1954601" y="1642192"/>
            <a:ext cx="756073" cy="94726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88" dirty="0"/>
              <a:t>GPA&gt; 3</a:t>
            </a:r>
          </a:p>
        </p:txBody>
      </p:sp>
      <p:sp>
        <p:nvSpPr>
          <p:cNvPr id="8" name="Rectangle 7">
            <a:extLst>
              <a:ext uri="{FF2B5EF4-FFF2-40B4-BE49-F238E27FC236}">
                <a16:creationId xmlns:a16="http://schemas.microsoft.com/office/drawing/2014/main" id="{9A753DB6-9F03-4C73-BA07-01634AFC6F5E}"/>
              </a:ext>
            </a:extLst>
          </p:cNvPr>
          <p:cNvSpPr/>
          <p:nvPr/>
        </p:nvSpPr>
        <p:spPr>
          <a:xfrm>
            <a:off x="1892079" y="2693715"/>
            <a:ext cx="756073" cy="947265"/>
          </a:xfrm>
          <a:prstGeom prst="rect">
            <a:avLst/>
          </a:prstGeom>
          <a:solidFill>
            <a:schemeClr val="accent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88" dirty="0"/>
              <a:t>GPA&lt; 3</a:t>
            </a:r>
          </a:p>
        </p:txBody>
      </p:sp>
      <p:sp>
        <p:nvSpPr>
          <p:cNvPr id="9" name="Rectangle 8">
            <a:extLst>
              <a:ext uri="{FF2B5EF4-FFF2-40B4-BE49-F238E27FC236}">
                <a16:creationId xmlns:a16="http://schemas.microsoft.com/office/drawing/2014/main" id="{C8ADFD89-0C4A-434B-8AF0-A902DB258C9C}"/>
              </a:ext>
            </a:extLst>
          </p:cNvPr>
          <p:cNvSpPr/>
          <p:nvPr/>
        </p:nvSpPr>
        <p:spPr>
          <a:xfrm>
            <a:off x="6159114" y="1704483"/>
            <a:ext cx="756073" cy="94726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88" dirty="0"/>
              <a:t>GPA&gt; 3</a:t>
            </a:r>
          </a:p>
        </p:txBody>
      </p:sp>
      <p:sp>
        <p:nvSpPr>
          <p:cNvPr id="10" name="Rectangle 9">
            <a:extLst>
              <a:ext uri="{FF2B5EF4-FFF2-40B4-BE49-F238E27FC236}">
                <a16:creationId xmlns:a16="http://schemas.microsoft.com/office/drawing/2014/main" id="{EED8B2C3-08E7-48B9-96F9-061F8CE71C6D}"/>
              </a:ext>
            </a:extLst>
          </p:cNvPr>
          <p:cNvSpPr/>
          <p:nvPr/>
        </p:nvSpPr>
        <p:spPr>
          <a:xfrm>
            <a:off x="6159114" y="2589457"/>
            <a:ext cx="756073" cy="947265"/>
          </a:xfrm>
          <a:prstGeom prst="rect">
            <a:avLst/>
          </a:prstGeom>
          <a:solidFill>
            <a:schemeClr val="accent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88" dirty="0"/>
              <a:t>GPA&lt; 3</a:t>
            </a:r>
          </a:p>
        </p:txBody>
      </p:sp>
      <p:sp>
        <p:nvSpPr>
          <p:cNvPr id="11" name="Rectangle 10">
            <a:extLst>
              <a:ext uri="{FF2B5EF4-FFF2-40B4-BE49-F238E27FC236}">
                <a16:creationId xmlns:a16="http://schemas.microsoft.com/office/drawing/2014/main" id="{6EE0619B-ED0B-4EC0-A582-24690EECDCC7}"/>
              </a:ext>
            </a:extLst>
          </p:cNvPr>
          <p:cNvSpPr/>
          <p:nvPr/>
        </p:nvSpPr>
        <p:spPr>
          <a:xfrm>
            <a:off x="4620284" y="2115824"/>
            <a:ext cx="756073" cy="94726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88" dirty="0"/>
              <a:t>GPA&gt; 3</a:t>
            </a:r>
          </a:p>
        </p:txBody>
      </p:sp>
      <p:sp>
        <p:nvSpPr>
          <p:cNvPr id="12" name="TextBox 11">
            <a:extLst>
              <a:ext uri="{FF2B5EF4-FFF2-40B4-BE49-F238E27FC236}">
                <a16:creationId xmlns:a16="http://schemas.microsoft.com/office/drawing/2014/main" id="{E7D2293F-2325-49A5-A6E1-6B300B0EF55C}"/>
              </a:ext>
            </a:extLst>
          </p:cNvPr>
          <p:cNvSpPr txBox="1"/>
          <p:nvPr/>
        </p:nvSpPr>
        <p:spPr>
          <a:xfrm flipH="1">
            <a:off x="3571144" y="3131530"/>
            <a:ext cx="1157898" cy="448584"/>
          </a:xfrm>
          <a:prstGeom prst="rect">
            <a:avLst/>
          </a:prstGeom>
          <a:solidFill>
            <a:schemeClr val="bg1"/>
          </a:solidFill>
        </p:spPr>
        <p:txBody>
          <a:bodyPr wrap="square" rtlCol="0">
            <a:spAutoFit/>
          </a:bodyPr>
          <a:lstStyle/>
          <a:p>
            <a:r>
              <a:rPr lang="en-US" sz="2315" dirty="0">
                <a:solidFill>
                  <a:srgbClr val="FF0000"/>
                </a:solidFill>
              </a:rPr>
              <a:t>GPA </a:t>
            </a:r>
          </a:p>
        </p:txBody>
      </p:sp>
    </p:spTree>
    <p:extLst>
      <p:ext uri="{BB962C8B-B14F-4D97-AF65-F5344CB8AC3E}">
        <p14:creationId xmlns:p14="http://schemas.microsoft.com/office/powerpoint/2010/main" val="289805177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48B75FF2-F31E-4649-A6E3-35D257A294B9}"/>
              </a:ext>
            </a:extLst>
          </p:cNvPr>
          <p:cNvPicPr>
            <a:picLocks noChangeAspect="1"/>
          </p:cNvPicPr>
          <p:nvPr/>
        </p:nvPicPr>
        <p:blipFill>
          <a:blip r:embed="rId2"/>
          <a:stretch>
            <a:fillRect/>
          </a:stretch>
        </p:blipFill>
        <p:spPr>
          <a:xfrm>
            <a:off x="1501276" y="1569260"/>
            <a:ext cx="6855232" cy="2248911"/>
          </a:xfrm>
          <a:prstGeom prst="rect">
            <a:avLst/>
          </a:prstGeom>
        </p:spPr>
      </p:pic>
      <p:sp>
        <p:nvSpPr>
          <p:cNvPr id="6" name="TextBox 5">
            <a:extLst>
              <a:ext uri="{FF2B5EF4-FFF2-40B4-BE49-F238E27FC236}">
                <a16:creationId xmlns:a16="http://schemas.microsoft.com/office/drawing/2014/main" id="{5BFF6EC9-7093-4B95-AD41-8C1DBC61E103}"/>
              </a:ext>
            </a:extLst>
          </p:cNvPr>
          <p:cNvSpPr txBox="1"/>
          <p:nvPr/>
        </p:nvSpPr>
        <p:spPr>
          <a:xfrm flipH="1">
            <a:off x="3445890" y="387196"/>
            <a:ext cx="2966006" cy="448584"/>
          </a:xfrm>
          <a:prstGeom prst="rect">
            <a:avLst/>
          </a:prstGeom>
          <a:noFill/>
        </p:spPr>
        <p:txBody>
          <a:bodyPr wrap="square" rtlCol="0">
            <a:spAutoFit/>
          </a:bodyPr>
          <a:lstStyle/>
          <a:p>
            <a:r>
              <a:rPr lang="en-US" sz="2315" dirty="0">
                <a:solidFill>
                  <a:srgbClr val="FF0000"/>
                </a:solidFill>
              </a:rPr>
              <a:t>GPA </a:t>
            </a:r>
          </a:p>
        </p:txBody>
      </p:sp>
      <p:sp>
        <p:nvSpPr>
          <p:cNvPr id="7" name="Rectangle 6">
            <a:extLst>
              <a:ext uri="{FF2B5EF4-FFF2-40B4-BE49-F238E27FC236}">
                <a16:creationId xmlns:a16="http://schemas.microsoft.com/office/drawing/2014/main" id="{114900A1-C3F0-49D1-AEB2-67CD4F76B596}"/>
              </a:ext>
            </a:extLst>
          </p:cNvPr>
          <p:cNvSpPr/>
          <p:nvPr/>
        </p:nvSpPr>
        <p:spPr>
          <a:xfrm>
            <a:off x="1954601" y="1642192"/>
            <a:ext cx="756073" cy="94726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88" dirty="0"/>
              <a:t>GPA&gt; 3</a:t>
            </a:r>
          </a:p>
        </p:txBody>
      </p:sp>
      <p:sp>
        <p:nvSpPr>
          <p:cNvPr id="8" name="Rectangle 7">
            <a:extLst>
              <a:ext uri="{FF2B5EF4-FFF2-40B4-BE49-F238E27FC236}">
                <a16:creationId xmlns:a16="http://schemas.microsoft.com/office/drawing/2014/main" id="{6DD7459D-1646-481C-885A-91F12BF2BF3F}"/>
              </a:ext>
            </a:extLst>
          </p:cNvPr>
          <p:cNvSpPr/>
          <p:nvPr/>
        </p:nvSpPr>
        <p:spPr>
          <a:xfrm>
            <a:off x="1892079" y="2693715"/>
            <a:ext cx="808375" cy="947265"/>
          </a:xfrm>
          <a:prstGeom prst="rect">
            <a:avLst/>
          </a:prstGeom>
          <a:solidFill>
            <a:schemeClr val="accent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88" dirty="0"/>
              <a:t>GPA&lt; 3</a:t>
            </a:r>
          </a:p>
        </p:txBody>
      </p:sp>
      <p:sp>
        <p:nvSpPr>
          <p:cNvPr id="9" name="Rectangle 8">
            <a:extLst>
              <a:ext uri="{FF2B5EF4-FFF2-40B4-BE49-F238E27FC236}">
                <a16:creationId xmlns:a16="http://schemas.microsoft.com/office/drawing/2014/main" id="{78C6881A-49B4-4561-887C-9FFA538FF42E}"/>
              </a:ext>
            </a:extLst>
          </p:cNvPr>
          <p:cNvSpPr/>
          <p:nvPr/>
        </p:nvSpPr>
        <p:spPr>
          <a:xfrm>
            <a:off x="6529894" y="2619562"/>
            <a:ext cx="853453" cy="917159"/>
          </a:xfrm>
          <a:prstGeom prst="rect">
            <a:avLst/>
          </a:prstGeom>
          <a:solidFill>
            <a:schemeClr val="accent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88" dirty="0"/>
              <a:t>GPA&lt; 3</a:t>
            </a:r>
          </a:p>
        </p:txBody>
      </p:sp>
      <p:sp>
        <p:nvSpPr>
          <p:cNvPr id="10" name="Rectangle 9">
            <a:extLst>
              <a:ext uri="{FF2B5EF4-FFF2-40B4-BE49-F238E27FC236}">
                <a16:creationId xmlns:a16="http://schemas.microsoft.com/office/drawing/2014/main" id="{F336AEE2-683D-4EF4-818E-F408F1CD8CD7}"/>
              </a:ext>
            </a:extLst>
          </p:cNvPr>
          <p:cNvSpPr/>
          <p:nvPr/>
        </p:nvSpPr>
        <p:spPr>
          <a:xfrm>
            <a:off x="6529894" y="1677267"/>
            <a:ext cx="832369" cy="94229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88" dirty="0"/>
              <a:t>GPA&gt; 3</a:t>
            </a:r>
          </a:p>
        </p:txBody>
      </p:sp>
      <p:sp>
        <p:nvSpPr>
          <p:cNvPr id="11" name="TextBox 10">
            <a:extLst>
              <a:ext uri="{FF2B5EF4-FFF2-40B4-BE49-F238E27FC236}">
                <a16:creationId xmlns:a16="http://schemas.microsoft.com/office/drawing/2014/main" id="{36762B1D-2945-42C0-B216-E5736ED1719F}"/>
              </a:ext>
            </a:extLst>
          </p:cNvPr>
          <p:cNvSpPr txBox="1"/>
          <p:nvPr/>
        </p:nvSpPr>
        <p:spPr>
          <a:xfrm flipH="1">
            <a:off x="3770994" y="3337436"/>
            <a:ext cx="1157898" cy="448584"/>
          </a:xfrm>
          <a:prstGeom prst="rect">
            <a:avLst/>
          </a:prstGeom>
          <a:solidFill>
            <a:schemeClr val="bg1"/>
          </a:solidFill>
        </p:spPr>
        <p:txBody>
          <a:bodyPr wrap="square" rtlCol="0">
            <a:spAutoFit/>
          </a:bodyPr>
          <a:lstStyle/>
          <a:p>
            <a:r>
              <a:rPr lang="en-US" sz="2315" dirty="0">
                <a:solidFill>
                  <a:srgbClr val="FF0000"/>
                </a:solidFill>
              </a:rPr>
              <a:t>GPA </a:t>
            </a:r>
          </a:p>
        </p:txBody>
      </p:sp>
      <p:sp>
        <p:nvSpPr>
          <p:cNvPr id="12" name="Rectangle 11">
            <a:extLst>
              <a:ext uri="{FF2B5EF4-FFF2-40B4-BE49-F238E27FC236}">
                <a16:creationId xmlns:a16="http://schemas.microsoft.com/office/drawing/2014/main" id="{D9501C99-5D5E-4A57-B7E3-B5F4BD10991D}"/>
              </a:ext>
            </a:extLst>
          </p:cNvPr>
          <p:cNvSpPr/>
          <p:nvPr/>
        </p:nvSpPr>
        <p:spPr>
          <a:xfrm>
            <a:off x="4777517" y="2100916"/>
            <a:ext cx="829265" cy="947265"/>
          </a:xfrm>
          <a:prstGeom prst="rect">
            <a:avLst/>
          </a:prstGeom>
          <a:solidFill>
            <a:schemeClr val="accent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88" dirty="0"/>
              <a:t>GPA&lt; 3</a:t>
            </a:r>
          </a:p>
        </p:txBody>
      </p:sp>
    </p:spTree>
    <p:extLst>
      <p:ext uri="{BB962C8B-B14F-4D97-AF65-F5344CB8AC3E}">
        <p14:creationId xmlns:p14="http://schemas.microsoft.com/office/powerpoint/2010/main" val="63544945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6126A747-C9A9-4042-804C-B4F1572DDA40}"/>
              </a:ext>
            </a:extLst>
          </p:cNvPr>
          <p:cNvPicPr>
            <a:picLocks noChangeAspect="1"/>
          </p:cNvPicPr>
          <p:nvPr/>
        </p:nvPicPr>
        <p:blipFill>
          <a:blip r:embed="rId2"/>
          <a:stretch>
            <a:fillRect/>
          </a:stretch>
        </p:blipFill>
        <p:spPr>
          <a:xfrm>
            <a:off x="3249768" y="3090331"/>
            <a:ext cx="2134332" cy="1842929"/>
          </a:xfrm>
          <a:prstGeom prst="rect">
            <a:avLst/>
          </a:prstGeom>
        </p:spPr>
      </p:pic>
      <p:sp>
        <p:nvSpPr>
          <p:cNvPr id="8" name="TextBox 7">
            <a:extLst>
              <a:ext uri="{FF2B5EF4-FFF2-40B4-BE49-F238E27FC236}">
                <a16:creationId xmlns:a16="http://schemas.microsoft.com/office/drawing/2014/main" id="{EA10847E-089B-46BD-B68F-93A50F374259}"/>
              </a:ext>
            </a:extLst>
          </p:cNvPr>
          <p:cNvSpPr txBox="1"/>
          <p:nvPr/>
        </p:nvSpPr>
        <p:spPr>
          <a:xfrm>
            <a:off x="5523128" y="3508076"/>
            <a:ext cx="359394" cy="512320"/>
          </a:xfrm>
          <a:prstGeom prst="rect">
            <a:avLst/>
          </a:prstGeom>
          <a:noFill/>
        </p:spPr>
        <p:txBody>
          <a:bodyPr wrap="none" rtlCol="0">
            <a:spAutoFit/>
          </a:bodyPr>
          <a:lstStyle/>
          <a:p>
            <a:r>
              <a:rPr lang="en-US" sz="2729" dirty="0"/>
              <a:t>+</a:t>
            </a:r>
          </a:p>
        </p:txBody>
      </p:sp>
      <p:pic>
        <p:nvPicPr>
          <p:cNvPr id="12" name="Picture 11">
            <a:extLst>
              <a:ext uri="{FF2B5EF4-FFF2-40B4-BE49-F238E27FC236}">
                <a16:creationId xmlns:a16="http://schemas.microsoft.com/office/drawing/2014/main" id="{881D1D19-D25B-4F6A-B7F6-EDCBC58B8E51}"/>
              </a:ext>
            </a:extLst>
          </p:cNvPr>
          <p:cNvPicPr>
            <a:picLocks noChangeAspect="1"/>
          </p:cNvPicPr>
          <p:nvPr/>
        </p:nvPicPr>
        <p:blipFill>
          <a:blip r:embed="rId3"/>
          <a:stretch>
            <a:fillRect/>
          </a:stretch>
        </p:blipFill>
        <p:spPr>
          <a:xfrm>
            <a:off x="5904276" y="2910200"/>
            <a:ext cx="2110705" cy="2087077"/>
          </a:xfrm>
          <a:prstGeom prst="rect">
            <a:avLst/>
          </a:prstGeom>
        </p:spPr>
      </p:pic>
      <p:sp>
        <p:nvSpPr>
          <p:cNvPr id="13" name="TextBox 12">
            <a:extLst>
              <a:ext uri="{FF2B5EF4-FFF2-40B4-BE49-F238E27FC236}">
                <a16:creationId xmlns:a16="http://schemas.microsoft.com/office/drawing/2014/main" id="{573B5DD6-5002-414F-BDAA-BEEF85CB76E8}"/>
              </a:ext>
            </a:extLst>
          </p:cNvPr>
          <p:cNvSpPr txBox="1"/>
          <p:nvPr/>
        </p:nvSpPr>
        <p:spPr>
          <a:xfrm>
            <a:off x="8100364" y="3355385"/>
            <a:ext cx="359394" cy="512320"/>
          </a:xfrm>
          <a:prstGeom prst="rect">
            <a:avLst/>
          </a:prstGeom>
          <a:noFill/>
        </p:spPr>
        <p:txBody>
          <a:bodyPr wrap="none" rtlCol="0">
            <a:spAutoFit/>
          </a:bodyPr>
          <a:lstStyle/>
          <a:p>
            <a:r>
              <a:rPr lang="en-US" sz="2729" dirty="0"/>
              <a:t>=</a:t>
            </a:r>
          </a:p>
        </p:txBody>
      </p:sp>
      <p:pic>
        <p:nvPicPr>
          <p:cNvPr id="15" name="Picture 14">
            <a:extLst>
              <a:ext uri="{FF2B5EF4-FFF2-40B4-BE49-F238E27FC236}">
                <a16:creationId xmlns:a16="http://schemas.microsoft.com/office/drawing/2014/main" id="{1EACF901-7A94-4973-8566-15F3D7414056}"/>
              </a:ext>
            </a:extLst>
          </p:cNvPr>
          <p:cNvPicPr>
            <a:picLocks noChangeAspect="1"/>
          </p:cNvPicPr>
          <p:nvPr/>
        </p:nvPicPr>
        <p:blipFill>
          <a:blip r:embed="rId4"/>
          <a:stretch>
            <a:fillRect/>
          </a:stretch>
        </p:blipFill>
        <p:spPr>
          <a:xfrm>
            <a:off x="8512074" y="2964852"/>
            <a:ext cx="811204" cy="1488519"/>
          </a:xfrm>
          <a:prstGeom prst="rect">
            <a:avLst/>
          </a:prstGeom>
        </p:spPr>
      </p:pic>
      <p:pic>
        <p:nvPicPr>
          <p:cNvPr id="17" name="Picture 16">
            <a:extLst>
              <a:ext uri="{FF2B5EF4-FFF2-40B4-BE49-F238E27FC236}">
                <a16:creationId xmlns:a16="http://schemas.microsoft.com/office/drawing/2014/main" id="{A278A362-FFED-49A0-B137-6E18234B66C9}"/>
              </a:ext>
            </a:extLst>
          </p:cNvPr>
          <p:cNvPicPr>
            <a:picLocks noChangeAspect="1"/>
          </p:cNvPicPr>
          <p:nvPr/>
        </p:nvPicPr>
        <p:blipFill>
          <a:blip r:embed="rId5"/>
          <a:stretch>
            <a:fillRect/>
          </a:stretch>
        </p:blipFill>
        <p:spPr>
          <a:xfrm>
            <a:off x="3464303" y="41344"/>
            <a:ext cx="5623295" cy="2362729"/>
          </a:xfrm>
          <a:prstGeom prst="rect">
            <a:avLst/>
          </a:prstGeom>
        </p:spPr>
      </p:pic>
      <p:pic>
        <p:nvPicPr>
          <p:cNvPr id="21" name="Picture 20">
            <a:extLst>
              <a:ext uri="{FF2B5EF4-FFF2-40B4-BE49-F238E27FC236}">
                <a16:creationId xmlns:a16="http://schemas.microsoft.com/office/drawing/2014/main" id="{2B39E086-B97D-4B65-9CD5-C9485FEAEDA9}"/>
              </a:ext>
            </a:extLst>
          </p:cNvPr>
          <p:cNvPicPr>
            <a:picLocks noChangeAspect="1"/>
          </p:cNvPicPr>
          <p:nvPr/>
        </p:nvPicPr>
        <p:blipFill>
          <a:blip r:embed="rId6"/>
          <a:stretch>
            <a:fillRect/>
          </a:stretch>
        </p:blipFill>
        <p:spPr>
          <a:xfrm>
            <a:off x="666403" y="764764"/>
            <a:ext cx="2083526" cy="2200087"/>
          </a:xfrm>
          <a:prstGeom prst="rect">
            <a:avLst/>
          </a:prstGeom>
        </p:spPr>
      </p:pic>
      <p:sp>
        <p:nvSpPr>
          <p:cNvPr id="20" name="Oval 19">
            <a:extLst>
              <a:ext uri="{FF2B5EF4-FFF2-40B4-BE49-F238E27FC236}">
                <a16:creationId xmlns:a16="http://schemas.microsoft.com/office/drawing/2014/main" id="{CB4E9090-45C8-4657-90A3-C839F10AF86A}"/>
              </a:ext>
            </a:extLst>
          </p:cNvPr>
          <p:cNvSpPr/>
          <p:nvPr/>
        </p:nvSpPr>
        <p:spPr>
          <a:xfrm>
            <a:off x="41603" y="1366523"/>
            <a:ext cx="954599" cy="730118"/>
          </a:xfrm>
          <a:prstGeom prst="ellipse">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sz="1819" dirty="0"/>
              <a:t>CS</a:t>
            </a:r>
          </a:p>
        </p:txBody>
      </p:sp>
      <p:sp>
        <p:nvSpPr>
          <p:cNvPr id="22" name="Rectangle 21">
            <a:extLst>
              <a:ext uri="{FF2B5EF4-FFF2-40B4-BE49-F238E27FC236}">
                <a16:creationId xmlns:a16="http://schemas.microsoft.com/office/drawing/2014/main" id="{46320B77-C0DD-4610-B9AD-496F5A06D720}"/>
              </a:ext>
            </a:extLst>
          </p:cNvPr>
          <p:cNvSpPr/>
          <p:nvPr/>
        </p:nvSpPr>
        <p:spPr>
          <a:xfrm>
            <a:off x="1330130" y="2361643"/>
            <a:ext cx="756073" cy="947265"/>
          </a:xfrm>
          <a:prstGeom prst="rect">
            <a:avLst/>
          </a:prstGeom>
          <a:solidFill>
            <a:schemeClr val="accent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88" dirty="0"/>
              <a:t>GPA&lt; 3</a:t>
            </a:r>
          </a:p>
        </p:txBody>
      </p:sp>
      <p:sp>
        <p:nvSpPr>
          <p:cNvPr id="23" name="TextBox 22">
            <a:extLst>
              <a:ext uri="{FF2B5EF4-FFF2-40B4-BE49-F238E27FC236}">
                <a16:creationId xmlns:a16="http://schemas.microsoft.com/office/drawing/2014/main" id="{6CB298B1-3824-405A-B7BC-856F766BF4F4}"/>
              </a:ext>
            </a:extLst>
          </p:cNvPr>
          <p:cNvSpPr txBox="1"/>
          <p:nvPr/>
        </p:nvSpPr>
        <p:spPr>
          <a:xfrm>
            <a:off x="8687" y="832104"/>
            <a:ext cx="1192442" cy="550279"/>
          </a:xfrm>
          <a:prstGeom prst="rect">
            <a:avLst/>
          </a:prstGeom>
          <a:noFill/>
        </p:spPr>
        <p:txBody>
          <a:bodyPr wrap="none" rtlCol="0">
            <a:spAutoFit/>
          </a:bodyPr>
          <a:lstStyle/>
          <a:p>
            <a:r>
              <a:rPr lang="en-US" sz="1488" dirty="0"/>
              <a:t>Yesterday</a:t>
            </a:r>
          </a:p>
          <a:p>
            <a:r>
              <a:rPr lang="en-US" sz="1488" dirty="0"/>
              <a:t>We admitted</a:t>
            </a:r>
          </a:p>
        </p:txBody>
      </p:sp>
      <p:sp>
        <p:nvSpPr>
          <p:cNvPr id="24" name="TextBox 23">
            <a:extLst>
              <a:ext uri="{FF2B5EF4-FFF2-40B4-BE49-F238E27FC236}">
                <a16:creationId xmlns:a16="http://schemas.microsoft.com/office/drawing/2014/main" id="{81C0672F-F84A-4F7E-A882-6390D4F1ABA7}"/>
              </a:ext>
            </a:extLst>
          </p:cNvPr>
          <p:cNvSpPr txBox="1"/>
          <p:nvPr/>
        </p:nvSpPr>
        <p:spPr>
          <a:xfrm>
            <a:off x="1170203" y="3361903"/>
            <a:ext cx="1300677" cy="550279"/>
          </a:xfrm>
          <a:prstGeom prst="rect">
            <a:avLst/>
          </a:prstGeom>
          <a:noFill/>
        </p:spPr>
        <p:txBody>
          <a:bodyPr wrap="none" rtlCol="0">
            <a:spAutoFit/>
          </a:bodyPr>
          <a:lstStyle/>
          <a:p>
            <a:r>
              <a:rPr lang="en-US" sz="1488" dirty="0"/>
              <a:t>GPA of today’s</a:t>
            </a:r>
            <a:br>
              <a:rPr lang="en-US" sz="1488" dirty="0"/>
            </a:br>
            <a:r>
              <a:rPr lang="en-US" sz="1488" dirty="0"/>
              <a:t> person</a:t>
            </a:r>
          </a:p>
        </p:txBody>
      </p:sp>
      <p:sp>
        <p:nvSpPr>
          <p:cNvPr id="25" name="TextBox 24">
            <a:extLst>
              <a:ext uri="{FF2B5EF4-FFF2-40B4-BE49-F238E27FC236}">
                <a16:creationId xmlns:a16="http://schemas.microsoft.com/office/drawing/2014/main" id="{C9E4F260-16A6-4908-A476-9DC3F731DCFD}"/>
              </a:ext>
            </a:extLst>
          </p:cNvPr>
          <p:cNvSpPr txBox="1"/>
          <p:nvPr/>
        </p:nvSpPr>
        <p:spPr>
          <a:xfrm>
            <a:off x="2629181" y="1578890"/>
            <a:ext cx="322524" cy="448584"/>
          </a:xfrm>
          <a:prstGeom prst="rect">
            <a:avLst/>
          </a:prstGeom>
          <a:noFill/>
        </p:spPr>
        <p:txBody>
          <a:bodyPr wrap="none" rtlCol="0">
            <a:spAutoFit/>
          </a:bodyPr>
          <a:lstStyle/>
          <a:p>
            <a:r>
              <a:rPr lang="en-US" sz="2315" dirty="0"/>
              <a:t>?</a:t>
            </a:r>
          </a:p>
        </p:txBody>
      </p:sp>
      <p:sp>
        <p:nvSpPr>
          <p:cNvPr id="26" name="Arrow: Right 25">
            <a:extLst>
              <a:ext uri="{FF2B5EF4-FFF2-40B4-BE49-F238E27FC236}">
                <a16:creationId xmlns:a16="http://schemas.microsoft.com/office/drawing/2014/main" id="{E031D9FE-9A27-4182-8AC7-134CE29A4005}"/>
              </a:ext>
            </a:extLst>
          </p:cNvPr>
          <p:cNvSpPr/>
          <p:nvPr/>
        </p:nvSpPr>
        <p:spPr>
          <a:xfrm rot="1571540">
            <a:off x="2402312" y="2884457"/>
            <a:ext cx="704839" cy="941432"/>
          </a:xfrm>
          <a:prstGeom prst="rightArrow">
            <a:avLst/>
          </a:prstGeom>
        </p:spPr>
        <p:style>
          <a:lnRef idx="3">
            <a:schemeClr val="lt1"/>
          </a:lnRef>
          <a:fillRef idx="1">
            <a:schemeClr val="accent3"/>
          </a:fillRef>
          <a:effectRef idx="1">
            <a:schemeClr val="accent3"/>
          </a:effectRef>
          <a:fontRef idx="minor">
            <a:schemeClr val="lt1"/>
          </a:fontRef>
        </p:style>
        <p:txBody>
          <a:bodyPr rtlCol="0" anchor="ctr"/>
          <a:lstStyle/>
          <a:p>
            <a:pPr algn="ctr"/>
            <a:endParaRPr lang="en-US" sz="1488"/>
          </a:p>
        </p:txBody>
      </p:sp>
    </p:spTree>
    <p:extLst>
      <p:ext uri="{BB962C8B-B14F-4D97-AF65-F5344CB8AC3E}">
        <p14:creationId xmlns:p14="http://schemas.microsoft.com/office/powerpoint/2010/main" val="181783643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80C3E80D-3664-441D-89BA-12AA123F46BE}"/>
              </a:ext>
            </a:extLst>
          </p:cNvPr>
          <p:cNvPicPr>
            <a:picLocks noChangeAspect="1"/>
          </p:cNvPicPr>
          <p:nvPr/>
        </p:nvPicPr>
        <p:blipFill>
          <a:blip r:embed="rId2"/>
          <a:stretch>
            <a:fillRect/>
          </a:stretch>
        </p:blipFill>
        <p:spPr>
          <a:xfrm>
            <a:off x="3101161" y="3140345"/>
            <a:ext cx="6228161" cy="2090200"/>
          </a:xfrm>
          <a:prstGeom prst="rect">
            <a:avLst/>
          </a:prstGeom>
        </p:spPr>
      </p:pic>
      <p:sp>
        <p:nvSpPr>
          <p:cNvPr id="6" name="TextBox 5">
            <a:extLst>
              <a:ext uri="{FF2B5EF4-FFF2-40B4-BE49-F238E27FC236}">
                <a16:creationId xmlns:a16="http://schemas.microsoft.com/office/drawing/2014/main" id="{1501A972-605B-4559-94A3-8C3ED66882F3}"/>
              </a:ext>
            </a:extLst>
          </p:cNvPr>
          <p:cNvSpPr txBox="1"/>
          <p:nvPr/>
        </p:nvSpPr>
        <p:spPr>
          <a:xfrm>
            <a:off x="3407646" y="428684"/>
            <a:ext cx="3251659" cy="448584"/>
          </a:xfrm>
          <a:prstGeom prst="rect">
            <a:avLst/>
          </a:prstGeom>
          <a:noFill/>
        </p:spPr>
        <p:txBody>
          <a:bodyPr wrap="none" rtlCol="0">
            <a:spAutoFit/>
          </a:bodyPr>
          <a:lstStyle/>
          <a:p>
            <a:r>
              <a:rPr lang="en-US" sz="2315" dirty="0"/>
              <a:t>? = What is the decision ?</a:t>
            </a:r>
          </a:p>
        </p:txBody>
      </p:sp>
      <p:sp>
        <p:nvSpPr>
          <p:cNvPr id="7" name="Oval 6">
            <a:extLst>
              <a:ext uri="{FF2B5EF4-FFF2-40B4-BE49-F238E27FC236}">
                <a16:creationId xmlns:a16="http://schemas.microsoft.com/office/drawing/2014/main" id="{E8664CD8-C98F-4751-86C3-94B733280C8E}"/>
              </a:ext>
            </a:extLst>
          </p:cNvPr>
          <p:cNvSpPr/>
          <p:nvPr/>
        </p:nvSpPr>
        <p:spPr>
          <a:xfrm>
            <a:off x="8080077" y="3650504"/>
            <a:ext cx="968143" cy="862532"/>
          </a:xfrm>
          <a:prstGeom prst="ellipse">
            <a:avLst/>
          </a:prstGeom>
          <a:solidFill>
            <a:schemeClr val="accent1">
              <a:lumMod val="60000"/>
              <a:lumOff val="40000"/>
            </a:schemeClr>
          </a:solidFill>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sz="1819" dirty="0"/>
              <a:t>MIS</a:t>
            </a:r>
          </a:p>
        </p:txBody>
      </p:sp>
      <p:pic>
        <p:nvPicPr>
          <p:cNvPr id="8" name="Picture 7">
            <a:extLst>
              <a:ext uri="{FF2B5EF4-FFF2-40B4-BE49-F238E27FC236}">
                <a16:creationId xmlns:a16="http://schemas.microsoft.com/office/drawing/2014/main" id="{5AE40E69-B3F9-451A-A105-DCBA3B599A25}"/>
              </a:ext>
            </a:extLst>
          </p:cNvPr>
          <p:cNvPicPr>
            <a:picLocks noChangeAspect="1"/>
          </p:cNvPicPr>
          <p:nvPr/>
        </p:nvPicPr>
        <p:blipFill>
          <a:blip r:embed="rId3"/>
          <a:stretch>
            <a:fillRect/>
          </a:stretch>
        </p:blipFill>
        <p:spPr>
          <a:xfrm>
            <a:off x="666403" y="764764"/>
            <a:ext cx="2083526" cy="2200087"/>
          </a:xfrm>
          <a:prstGeom prst="rect">
            <a:avLst/>
          </a:prstGeom>
        </p:spPr>
      </p:pic>
      <p:sp>
        <p:nvSpPr>
          <p:cNvPr id="9" name="Oval 8">
            <a:extLst>
              <a:ext uri="{FF2B5EF4-FFF2-40B4-BE49-F238E27FC236}">
                <a16:creationId xmlns:a16="http://schemas.microsoft.com/office/drawing/2014/main" id="{97A4E5BD-CB27-486F-B5A3-AF69F21803A6}"/>
              </a:ext>
            </a:extLst>
          </p:cNvPr>
          <p:cNvSpPr/>
          <p:nvPr/>
        </p:nvSpPr>
        <p:spPr>
          <a:xfrm>
            <a:off x="41603" y="1366523"/>
            <a:ext cx="954599" cy="730118"/>
          </a:xfrm>
          <a:prstGeom prst="ellipse">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sz="1819" dirty="0"/>
              <a:t>CS</a:t>
            </a:r>
          </a:p>
        </p:txBody>
      </p:sp>
      <p:sp>
        <p:nvSpPr>
          <p:cNvPr id="10" name="Rectangle 9">
            <a:extLst>
              <a:ext uri="{FF2B5EF4-FFF2-40B4-BE49-F238E27FC236}">
                <a16:creationId xmlns:a16="http://schemas.microsoft.com/office/drawing/2014/main" id="{1D09EE7C-F111-4BF9-B19B-1A359A2DCCC7}"/>
              </a:ext>
            </a:extLst>
          </p:cNvPr>
          <p:cNvSpPr/>
          <p:nvPr/>
        </p:nvSpPr>
        <p:spPr>
          <a:xfrm>
            <a:off x="1330130" y="2361643"/>
            <a:ext cx="756073" cy="947265"/>
          </a:xfrm>
          <a:prstGeom prst="rect">
            <a:avLst/>
          </a:prstGeom>
          <a:solidFill>
            <a:schemeClr val="accent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88" dirty="0"/>
              <a:t>GPA&lt; 3</a:t>
            </a:r>
          </a:p>
        </p:txBody>
      </p:sp>
      <p:sp>
        <p:nvSpPr>
          <p:cNvPr id="11" name="TextBox 10">
            <a:extLst>
              <a:ext uri="{FF2B5EF4-FFF2-40B4-BE49-F238E27FC236}">
                <a16:creationId xmlns:a16="http://schemas.microsoft.com/office/drawing/2014/main" id="{6894A06E-54EB-4667-906A-B2AF6059D4DB}"/>
              </a:ext>
            </a:extLst>
          </p:cNvPr>
          <p:cNvSpPr txBox="1"/>
          <p:nvPr/>
        </p:nvSpPr>
        <p:spPr>
          <a:xfrm>
            <a:off x="8687" y="832104"/>
            <a:ext cx="1192442" cy="550279"/>
          </a:xfrm>
          <a:prstGeom prst="rect">
            <a:avLst/>
          </a:prstGeom>
          <a:noFill/>
        </p:spPr>
        <p:txBody>
          <a:bodyPr wrap="none" rtlCol="0">
            <a:spAutoFit/>
          </a:bodyPr>
          <a:lstStyle/>
          <a:p>
            <a:r>
              <a:rPr lang="en-US" sz="1488" dirty="0"/>
              <a:t>Yesterday</a:t>
            </a:r>
          </a:p>
          <a:p>
            <a:r>
              <a:rPr lang="en-US" sz="1488" dirty="0"/>
              <a:t>We admitted</a:t>
            </a:r>
          </a:p>
        </p:txBody>
      </p:sp>
      <p:sp>
        <p:nvSpPr>
          <p:cNvPr id="12" name="TextBox 11">
            <a:extLst>
              <a:ext uri="{FF2B5EF4-FFF2-40B4-BE49-F238E27FC236}">
                <a16:creationId xmlns:a16="http://schemas.microsoft.com/office/drawing/2014/main" id="{F3B75C26-6914-418B-885B-6FEB1C2FA59D}"/>
              </a:ext>
            </a:extLst>
          </p:cNvPr>
          <p:cNvSpPr txBox="1"/>
          <p:nvPr/>
        </p:nvSpPr>
        <p:spPr>
          <a:xfrm>
            <a:off x="1170203" y="3361903"/>
            <a:ext cx="1300677" cy="550279"/>
          </a:xfrm>
          <a:prstGeom prst="rect">
            <a:avLst/>
          </a:prstGeom>
          <a:noFill/>
        </p:spPr>
        <p:txBody>
          <a:bodyPr wrap="none" rtlCol="0">
            <a:spAutoFit/>
          </a:bodyPr>
          <a:lstStyle/>
          <a:p>
            <a:r>
              <a:rPr lang="en-US" sz="1488" dirty="0"/>
              <a:t>GPA of today’s</a:t>
            </a:r>
            <a:br>
              <a:rPr lang="en-US" sz="1488" dirty="0"/>
            </a:br>
            <a:r>
              <a:rPr lang="en-US" sz="1488" dirty="0"/>
              <a:t> person</a:t>
            </a:r>
          </a:p>
        </p:txBody>
      </p:sp>
      <p:sp>
        <p:nvSpPr>
          <p:cNvPr id="13" name="TextBox 12">
            <a:extLst>
              <a:ext uri="{FF2B5EF4-FFF2-40B4-BE49-F238E27FC236}">
                <a16:creationId xmlns:a16="http://schemas.microsoft.com/office/drawing/2014/main" id="{5A466A67-79DA-4348-875A-67BE8D140B5D}"/>
              </a:ext>
            </a:extLst>
          </p:cNvPr>
          <p:cNvSpPr txBox="1"/>
          <p:nvPr/>
        </p:nvSpPr>
        <p:spPr>
          <a:xfrm>
            <a:off x="2629181" y="1578890"/>
            <a:ext cx="322524" cy="448584"/>
          </a:xfrm>
          <a:prstGeom prst="rect">
            <a:avLst/>
          </a:prstGeom>
          <a:noFill/>
        </p:spPr>
        <p:txBody>
          <a:bodyPr wrap="none" rtlCol="0">
            <a:spAutoFit/>
          </a:bodyPr>
          <a:lstStyle/>
          <a:p>
            <a:r>
              <a:rPr lang="en-US" sz="2315" dirty="0"/>
              <a:t>?</a:t>
            </a:r>
          </a:p>
        </p:txBody>
      </p:sp>
      <p:sp>
        <p:nvSpPr>
          <p:cNvPr id="14" name="Oval 13">
            <a:extLst>
              <a:ext uri="{FF2B5EF4-FFF2-40B4-BE49-F238E27FC236}">
                <a16:creationId xmlns:a16="http://schemas.microsoft.com/office/drawing/2014/main" id="{774BAA76-A869-4D38-A1E0-B8B7CDA8CFAC}"/>
              </a:ext>
            </a:extLst>
          </p:cNvPr>
          <p:cNvSpPr/>
          <p:nvPr/>
        </p:nvSpPr>
        <p:spPr>
          <a:xfrm>
            <a:off x="7111933" y="294982"/>
            <a:ext cx="968143" cy="862532"/>
          </a:xfrm>
          <a:prstGeom prst="ellipse">
            <a:avLst/>
          </a:prstGeom>
          <a:solidFill>
            <a:schemeClr val="accent1">
              <a:lumMod val="60000"/>
              <a:lumOff val="40000"/>
            </a:schemeClr>
          </a:solidFill>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sz="1819" dirty="0"/>
              <a:t>MIS</a:t>
            </a:r>
          </a:p>
        </p:txBody>
      </p:sp>
      <p:sp>
        <p:nvSpPr>
          <p:cNvPr id="15" name="TextBox 14">
            <a:extLst>
              <a:ext uri="{FF2B5EF4-FFF2-40B4-BE49-F238E27FC236}">
                <a16:creationId xmlns:a16="http://schemas.microsoft.com/office/drawing/2014/main" id="{9A86C20F-6B7B-4DE4-A0EE-165943193B58}"/>
              </a:ext>
            </a:extLst>
          </p:cNvPr>
          <p:cNvSpPr txBox="1"/>
          <p:nvPr/>
        </p:nvSpPr>
        <p:spPr>
          <a:xfrm>
            <a:off x="3321182" y="4936484"/>
            <a:ext cx="2119683" cy="321306"/>
          </a:xfrm>
          <a:prstGeom prst="rect">
            <a:avLst/>
          </a:prstGeom>
          <a:noFill/>
        </p:spPr>
        <p:txBody>
          <a:bodyPr wrap="none" rtlCol="0">
            <a:spAutoFit/>
          </a:bodyPr>
          <a:lstStyle/>
          <a:p>
            <a:r>
              <a:rPr lang="en-US" sz="1488" dirty="0"/>
              <a:t>Hot encoding(max value)</a:t>
            </a:r>
          </a:p>
        </p:txBody>
      </p:sp>
      <p:cxnSp>
        <p:nvCxnSpPr>
          <p:cNvPr id="17" name="Straight Arrow Connector 16">
            <a:extLst>
              <a:ext uri="{FF2B5EF4-FFF2-40B4-BE49-F238E27FC236}">
                <a16:creationId xmlns:a16="http://schemas.microsoft.com/office/drawing/2014/main" id="{1B8A2BB5-16DF-403B-BA93-49D39C655F39}"/>
              </a:ext>
            </a:extLst>
          </p:cNvPr>
          <p:cNvCxnSpPr/>
          <p:nvPr/>
        </p:nvCxnSpPr>
        <p:spPr>
          <a:xfrm>
            <a:off x="5018805" y="3510961"/>
            <a:ext cx="1517861" cy="38536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3B38DCE7-E09A-4E29-8734-C3C0DCD0D0BE}"/>
              </a:ext>
            </a:extLst>
          </p:cNvPr>
          <p:cNvCxnSpPr>
            <a:cxnSpLocks/>
          </p:cNvCxnSpPr>
          <p:nvPr/>
        </p:nvCxnSpPr>
        <p:spPr>
          <a:xfrm flipV="1">
            <a:off x="5412153" y="4513036"/>
            <a:ext cx="1350466" cy="29281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5109981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2CD5800-6F62-41A5-AB5C-2399E81E01D2}"/>
              </a:ext>
            </a:extLst>
          </p:cNvPr>
          <p:cNvPicPr>
            <a:picLocks noChangeAspect="1"/>
          </p:cNvPicPr>
          <p:nvPr/>
        </p:nvPicPr>
        <p:blipFill>
          <a:blip r:embed="rId2"/>
          <a:stretch>
            <a:fillRect/>
          </a:stretch>
        </p:blipFill>
        <p:spPr>
          <a:xfrm>
            <a:off x="616400" y="1423397"/>
            <a:ext cx="4425500" cy="2088922"/>
          </a:xfrm>
          <a:prstGeom prst="rect">
            <a:avLst/>
          </a:prstGeom>
        </p:spPr>
      </p:pic>
      <p:sp>
        <p:nvSpPr>
          <p:cNvPr id="4" name="TextBox 3">
            <a:extLst>
              <a:ext uri="{FF2B5EF4-FFF2-40B4-BE49-F238E27FC236}">
                <a16:creationId xmlns:a16="http://schemas.microsoft.com/office/drawing/2014/main" id="{10BBF7D6-2E5D-4982-84DB-4DE6965BF22B}"/>
              </a:ext>
            </a:extLst>
          </p:cNvPr>
          <p:cNvSpPr txBox="1"/>
          <p:nvPr/>
        </p:nvSpPr>
        <p:spPr>
          <a:xfrm>
            <a:off x="1304985" y="425835"/>
            <a:ext cx="2221442" cy="423193"/>
          </a:xfrm>
          <a:prstGeom prst="rect">
            <a:avLst/>
          </a:prstGeom>
          <a:noFill/>
        </p:spPr>
        <p:txBody>
          <a:bodyPr wrap="none" rtlCol="0">
            <a:spAutoFit/>
          </a:bodyPr>
          <a:lstStyle/>
          <a:p>
            <a:r>
              <a:rPr lang="en-US" sz="2150" dirty="0">
                <a:solidFill>
                  <a:srgbClr val="FF0000"/>
                </a:solidFill>
              </a:rPr>
              <a:t>Merge As a matrix</a:t>
            </a:r>
          </a:p>
        </p:txBody>
      </p:sp>
      <p:sp>
        <p:nvSpPr>
          <p:cNvPr id="5" name="TextBox 4">
            <a:extLst>
              <a:ext uri="{FF2B5EF4-FFF2-40B4-BE49-F238E27FC236}">
                <a16:creationId xmlns:a16="http://schemas.microsoft.com/office/drawing/2014/main" id="{4F9A272B-8927-4B1C-8CD5-F715691B7454}"/>
              </a:ext>
            </a:extLst>
          </p:cNvPr>
          <p:cNvSpPr txBox="1"/>
          <p:nvPr/>
        </p:nvSpPr>
        <p:spPr>
          <a:xfrm>
            <a:off x="6176010" y="286787"/>
            <a:ext cx="2007601" cy="423193"/>
          </a:xfrm>
          <a:prstGeom prst="rect">
            <a:avLst/>
          </a:prstGeom>
          <a:noFill/>
        </p:spPr>
        <p:txBody>
          <a:bodyPr wrap="none" rtlCol="0">
            <a:spAutoFit/>
          </a:bodyPr>
          <a:lstStyle/>
          <a:p>
            <a:r>
              <a:rPr lang="en-US" sz="2150" dirty="0">
                <a:solidFill>
                  <a:srgbClr val="FF0000"/>
                </a:solidFill>
              </a:rPr>
              <a:t>Merge As a RNN</a:t>
            </a:r>
          </a:p>
        </p:txBody>
      </p:sp>
      <p:pic>
        <p:nvPicPr>
          <p:cNvPr id="9" name="Picture 8">
            <a:extLst>
              <a:ext uri="{FF2B5EF4-FFF2-40B4-BE49-F238E27FC236}">
                <a16:creationId xmlns:a16="http://schemas.microsoft.com/office/drawing/2014/main" id="{96862C47-6FA4-4F57-ADC6-450CD5D857D8}"/>
              </a:ext>
            </a:extLst>
          </p:cNvPr>
          <p:cNvPicPr>
            <a:picLocks noChangeAspect="1"/>
          </p:cNvPicPr>
          <p:nvPr/>
        </p:nvPicPr>
        <p:blipFill>
          <a:blip r:embed="rId3"/>
          <a:stretch>
            <a:fillRect/>
          </a:stretch>
        </p:blipFill>
        <p:spPr>
          <a:xfrm>
            <a:off x="5550837" y="1317997"/>
            <a:ext cx="4126900" cy="2299723"/>
          </a:xfrm>
          <a:prstGeom prst="rect">
            <a:avLst/>
          </a:prstGeom>
        </p:spPr>
      </p:pic>
      <p:sp>
        <p:nvSpPr>
          <p:cNvPr id="10" name="TextBox 9">
            <a:extLst>
              <a:ext uri="{FF2B5EF4-FFF2-40B4-BE49-F238E27FC236}">
                <a16:creationId xmlns:a16="http://schemas.microsoft.com/office/drawing/2014/main" id="{41A8578C-13DC-4877-9E70-E0D1CB96672F}"/>
              </a:ext>
            </a:extLst>
          </p:cNvPr>
          <p:cNvSpPr txBox="1"/>
          <p:nvPr/>
        </p:nvSpPr>
        <p:spPr>
          <a:xfrm>
            <a:off x="6397618" y="2224768"/>
            <a:ext cx="686549" cy="321306"/>
          </a:xfrm>
          <a:prstGeom prst="rect">
            <a:avLst/>
          </a:prstGeom>
          <a:solidFill>
            <a:schemeClr val="bg1"/>
          </a:solidFill>
        </p:spPr>
        <p:txBody>
          <a:bodyPr wrap="square" rtlCol="0">
            <a:spAutoFit/>
          </a:bodyPr>
          <a:lstStyle/>
          <a:p>
            <a:r>
              <a:rPr lang="en-US" sz="1488" dirty="0"/>
              <a:t>Major</a:t>
            </a:r>
          </a:p>
        </p:txBody>
      </p:sp>
      <p:sp>
        <p:nvSpPr>
          <p:cNvPr id="11" name="TextBox 10">
            <a:extLst>
              <a:ext uri="{FF2B5EF4-FFF2-40B4-BE49-F238E27FC236}">
                <a16:creationId xmlns:a16="http://schemas.microsoft.com/office/drawing/2014/main" id="{9601CB37-815A-4818-B440-F524027D2E30}"/>
              </a:ext>
            </a:extLst>
          </p:cNvPr>
          <p:cNvSpPr txBox="1"/>
          <p:nvPr/>
        </p:nvSpPr>
        <p:spPr>
          <a:xfrm>
            <a:off x="6397617" y="3359628"/>
            <a:ext cx="686549" cy="321306"/>
          </a:xfrm>
          <a:prstGeom prst="rect">
            <a:avLst/>
          </a:prstGeom>
          <a:solidFill>
            <a:schemeClr val="bg1"/>
          </a:solidFill>
        </p:spPr>
        <p:txBody>
          <a:bodyPr wrap="square" rtlCol="0">
            <a:spAutoFit/>
          </a:bodyPr>
          <a:lstStyle/>
          <a:p>
            <a:r>
              <a:rPr lang="en-US" sz="1488" dirty="0"/>
              <a:t>GPA</a:t>
            </a:r>
          </a:p>
        </p:txBody>
      </p:sp>
    </p:spTree>
    <p:extLst>
      <p:ext uri="{BB962C8B-B14F-4D97-AF65-F5344CB8AC3E}">
        <p14:creationId xmlns:p14="http://schemas.microsoft.com/office/powerpoint/2010/main" val="417859013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1FEB139-E114-447F-A3A6-3D17E407F0D8}"/>
              </a:ext>
            </a:extLst>
          </p:cNvPr>
          <p:cNvPicPr>
            <a:picLocks noChangeAspect="1"/>
          </p:cNvPicPr>
          <p:nvPr/>
        </p:nvPicPr>
        <p:blipFill>
          <a:blip r:embed="rId2"/>
          <a:stretch>
            <a:fillRect/>
          </a:stretch>
        </p:blipFill>
        <p:spPr>
          <a:xfrm>
            <a:off x="1591774" y="799769"/>
            <a:ext cx="5770354" cy="3460247"/>
          </a:xfrm>
          <a:prstGeom prst="rect">
            <a:avLst/>
          </a:prstGeom>
        </p:spPr>
      </p:pic>
      <p:sp>
        <p:nvSpPr>
          <p:cNvPr id="6" name="TextBox 5">
            <a:extLst>
              <a:ext uri="{FF2B5EF4-FFF2-40B4-BE49-F238E27FC236}">
                <a16:creationId xmlns:a16="http://schemas.microsoft.com/office/drawing/2014/main" id="{7C098456-148D-4536-8286-E2075F3DD7B5}"/>
              </a:ext>
            </a:extLst>
          </p:cNvPr>
          <p:cNvSpPr txBox="1"/>
          <p:nvPr/>
        </p:nvSpPr>
        <p:spPr>
          <a:xfrm>
            <a:off x="2773680" y="2529892"/>
            <a:ext cx="686549" cy="321306"/>
          </a:xfrm>
          <a:prstGeom prst="rect">
            <a:avLst/>
          </a:prstGeom>
          <a:solidFill>
            <a:schemeClr val="bg1"/>
          </a:solidFill>
        </p:spPr>
        <p:txBody>
          <a:bodyPr wrap="square" rtlCol="0">
            <a:spAutoFit/>
          </a:bodyPr>
          <a:lstStyle/>
          <a:p>
            <a:r>
              <a:rPr lang="en-US" sz="1488" dirty="0"/>
              <a:t>Major</a:t>
            </a:r>
          </a:p>
        </p:txBody>
      </p:sp>
      <p:sp>
        <p:nvSpPr>
          <p:cNvPr id="7" name="TextBox 6">
            <a:extLst>
              <a:ext uri="{FF2B5EF4-FFF2-40B4-BE49-F238E27FC236}">
                <a16:creationId xmlns:a16="http://schemas.microsoft.com/office/drawing/2014/main" id="{F928DE13-89BB-478C-9337-6A8080D99BAF}"/>
              </a:ext>
            </a:extLst>
          </p:cNvPr>
          <p:cNvSpPr txBox="1"/>
          <p:nvPr/>
        </p:nvSpPr>
        <p:spPr>
          <a:xfrm>
            <a:off x="2669392" y="3954633"/>
            <a:ext cx="790836" cy="321306"/>
          </a:xfrm>
          <a:prstGeom prst="rect">
            <a:avLst/>
          </a:prstGeom>
          <a:solidFill>
            <a:schemeClr val="bg1"/>
          </a:solidFill>
        </p:spPr>
        <p:txBody>
          <a:bodyPr wrap="square" rtlCol="0">
            <a:spAutoFit/>
          </a:bodyPr>
          <a:lstStyle/>
          <a:p>
            <a:r>
              <a:rPr lang="en-US" sz="1488" dirty="0"/>
              <a:t>GPA</a:t>
            </a:r>
          </a:p>
        </p:txBody>
      </p:sp>
      <p:sp>
        <p:nvSpPr>
          <p:cNvPr id="8" name="Arrow: Right 7">
            <a:extLst>
              <a:ext uri="{FF2B5EF4-FFF2-40B4-BE49-F238E27FC236}">
                <a16:creationId xmlns:a16="http://schemas.microsoft.com/office/drawing/2014/main" id="{5C40F321-9DFD-429E-B273-6E0F5F63720E}"/>
              </a:ext>
            </a:extLst>
          </p:cNvPr>
          <p:cNvSpPr/>
          <p:nvPr/>
        </p:nvSpPr>
        <p:spPr>
          <a:xfrm rot="1504493">
            <a:off x="203540" y="478646"/>
            <a:ext cx="1411329" cy="999164"/>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88" dirty="0"/>
              <a:t>Major IN</a:t>
            </a:r>
          </a:p>
        </p:txBody>
      </p:sp>
      <p:sp>
        <p:nvSpPr>
          <p:cNvPr id="9" name="Arrow: Right 8">
            <a:extLst>
              <a:ext uri="{FF2B5EF4-FFF2-40B4-BE49-F238E27FC236}">
                <a16:creationId xmlns:a16="http://schemas.microsoft.com/office/drawing/2014/main" id="{415FEFA8-B7B8-47A7-B4DA-095621583ADD}"/>
              </a:ext>
            </a:extLst>
          </p:cNvPr>
          <p:cNvSpPr/>
          <p:nvPr/>
        </p:nvSpPr>
        <p:spPr>
          <a:xfrm rot="18476042">
            <a:off x="6951733" y="1774644"/>
            <a:ext cx="1411329" cy="999164"/>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88" dirty="0"/>
              <a:t>Major OUT</a:t>
            </a:r>
          </a:p>
        </p:txBody>
      </p:sp>
      <p:sp>
        <p:nvSpPr>
          <p:cNvPr id="10" name="Oval 9">
            <a:extLst>
              <a:ext uri="{FF2B5EF4-FFF2-40B4-BE49-F238E27FC236}">
                <a16:creationId xmlns:a16="http://schemas.microsoft.com/office/drawing/2014/main" id="{EF7D7001-3FAF-4D31-9504-B706FCD7E704}"/>
              </a:ext>
            </a:extLst>
          </p:cNvPr>
          <p:cNvSpPr/>
          <p:nvPr/>
        </p:nvSpPr>
        <p:spPr>
          <a:xfrm>
            <a:off x="7523883" y="3092100"/>
            <a:ext cx="968143" cy="862532"/>
          </a:xfrm>
          <a:prstGeom prst="ellipse">
            <a:avLst/>
          </a:prstGeom>
          <a:solidFill>
            <a:schemeClr val="accent1">
              <a:lumMod val="60000"/>
              <a:lumOff val="40000"/>
            </a:schemeClr>
          </a:solidFill>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sz="1819" dirty="0"/>
              <a:t>MIS</a:t>
            </a:r>
          </a:p>
        </p:txBody>
      </p:sp>
      <p:sp>
        <p:nvSpPr>
          <p:cNvPr id="11" name="Oval 10">
            <a:extLst>
              <a:ext uri="{FF2B5EF4-FFF2-40B4-BE49-F238E27FC236}">
                <a16:creationId xmlns:a16="http://schemas.microsoft.com/office/drawing/2014/main" id="{B55E9E20-A107-4747-90F1-F09B7014DFFD}"/>
              </a:ext>
            </a:extLst>
          </p:cNvPr>
          <p:cNvSpPr/>
          <p:nvPr/>
        </p:nvSpPr>
        <p:spPr>
          <a:xfrm>
            <a:off x="241482" y="1544109"/>
            <a:ext cx="954599" cy="730118"/>
          </a:xfrm>
          <a:prstGeom prst="ellipse">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sz="1819" dirty="0"/>
              <a:t>CS</a:t>
            </a:r>
          </a:p>
        </p:txBody>
      </p:sp>
    </p:spTree>
    <p:extLst>
      <p:ext uri="{BB962C8B-B14F-4D97-AF65-F5344CB8AC3E}">
        <p14:creationId xmlns:p14="http://schemas.microsoft.com/office/powerpoint/2010/main" val="389907814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389B829-1045-4B9D-BF0F-AD27391FAB78}"/>
              </a:ext>
            </a:extLst>
          </p:cNvPr>
          <p:cNvPicPr>
            <a:picLocks noChangeAspect="1"/>
          </p:cNvPicPr>
          <p:nvPr/>
        </p:nvPicPr>
        <p:blipFill>
          <a:blip r:embed="rId2"/>
          <a:stretch>
            <a:fillRect/>
          </a:stretch>
        </p:blipFill>
        <p:spPr>
          <a:xfrm>
            <a:off x="2827724" y="329424"/>
            <a:ext cx="3229063" cy="614310"/>
          </a:xfrm>
          <a:prstGeom prst="rect">
            <a:avLst/>
          </a:prstGeom>
        </p:spPr>
      </p:pic>
      <p:pic>
        <p:nvPicPr>
          <p:cNvPr id="7" name="Picture 6">
            <a:extLst>
              <a:ext uri="{FF2B5EF4-FFF2-40B4-BE49-F238E27FC236}">
                <a16:creationId xmlns:a16="http://schemas.microsoft.com/office/drawing/2014/main" id="{E5B27C78-A15F-4CB4-8C3C-A7E3D938ABE0}"/>
              </a:ext>
            </a:extLst>
          </p:cNvPr>
          <p:cNvPicPr>
            <a:picLocks noChangeAspect="1"/>
          </p:cNvPicPr>
          <p:nvPr/>
        </p:nvPicPr>
        <p:blipFill>
          <a:blip r:embed="rId3"/>
          <a:stretch>
            <a:fillRect/>
          </a:stretch>
        </p:blipFill>
        <p:spPr>
          <a:xfrm>
            <a:off x="1800344" y="669097"/>
            <a:ext cx="6135492" cy="3457803"/>
          </a:xfrm>
          <a:prstGeom prst="rect">
            <a:avLst/>
          </a:prstGeom>
        </p:spPr>
      </p:pic>
      <p:sp>
        <p:nvSpPr>
          <p:cNvPr id="8" name="Rectangle: Rounded Corners 7">
            <a:extLst>
              <a:ext uri="{FF2B5EF4-FFF2-40B4-BE49-F238E27FC236}">
                <a16:creationId xmlns:a16="http://schemas.microsoft.com/office/drawing/2014/main" id="{B9F6F1B6-3678-42F8-B2FC-BC03045AD7F9}"/>
              </a:ext>
            </a:extLst>
          </p:cNvPr>
          <p:cNvSpPr/>
          <p:nvPr/>
        </p:nvSpPr>
        <p:spPr>
          <a:xfrm>
            <a:off x="2052369" y="3389294"/>
            <a:ext cx="1077622" cy="278096"/>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88" dirty="0"/>
              <a:t>Majors</a:t>
            </a:r>
          </a:p>
        </p:txBody>
      </p:sp>
      <p:sp>
        <p:nvSpPr>
          <p:cNvPr id="9" name="Rectangle: Rounded Corners 8">
            <a:extLst>
              <a:ext uri="{FF2B5EF4-FFF2-40B4-BE49-F238E27FC236}">
                <a16:creationId xmlns:a16="http://schemas.microsoft.com/office/drawing/2014/main" id="{CFEF936A-5F26-499B-9633-ED64331B7B36}"/>
              </a:ext>
            </a:extLst>
          </p:cNvPr>
          <p:cNvSpPr/>
          <p:nvPr/>
        </p:nvSpPr>
        <p:spPr>
          <a:xfrm>
            <a:off x="4455291" y="3389294"/>
            <a:ext cx="1077622" cy="278096"/>
          </a:xfrm>
          <a:prstGeom prst="round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88" dirty="0"/>
              <a:t>GPA</a:t>
            </a:r>
          </a:p>
        </p:txBody>
      </p:sp>
      <p:pic>
        <p:nvPicPr>
          <p:cNvPr id="11" name="Picture 10">
            <a:extLst>
              <a:ext uri="{FF2B5EF4-FFF2-40B4-BE49-F238E27FC236}">
                <a16:creationId xmlns:a16="http://schemas.microsoft.com/office/drawing/2014/main" id="{44E5766B-D22C-4FF6-9554-FCF1C5DBB53A}"/>
              </a:ext>
            </a:extLst>
          </p:cNvPr>
          <p:cNvPicPr>
            <a:picLocks noChangeAspect="1"/>
          </p:cNvPicPr>
          <p:nvPr/>
        </p:nvPicPr>
        <p:blipFill>
          <a:blip r:embed="rId4"/>
          <a:stretch>
            <a:fillRect/>
          </a:stretch>
        </p:blipFill>
        <p:spPr>
          <a:xfrm>
            <a:off x="2524507" y="4466573"/>
            <a:ext cx="3331448" cy="598558"/>
          </a:xfrm>
          <a:prstGeom prst="rect">
            <a:avLst/>
          </a:prstGeom>
        </p:spPr>
      </p:pic>
    </p:spTree>
    <p:extLst>
      <p:ext uri="{BB962C8B-B14F-4D97-AF65-F5344CB8AC3E}">
        <p14:creationId xmlns:p14="http://schemas.microsoft.com/office/powerpoint/2010/main" val="142246226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218" name="Picture 2">
            <a:extLst>
              <a:ext uri="{FF2B5EF4-FFF2-40B4-BE49-F238E27FC236}">
                <a16:creationId xmlns:a16="http://schemas.microsoft.com/office/drawing/2014/main" id="{EBD18353-71E4-417E-A96C-9BA73475BA2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50698" y="117113"/>
            <a:ext cx="8198670" cy="1748420"/>
          </a:xfrm>
          <a:prstGeom prst="rect">
            <a:avLst/>
          </a:prstGeom>
          <a:noFill/>
          <a:extLst>
            <a:ext uri="{909E8E84-426E-40DD-AFC4-6F175D3DCCD1}">
              <a14:hiddenFill xmlns:a14="http://schemas.microsoft.com/office/drawing/2010/main">
                <a:solidFill>
                  <a:srgbClr val="FFFFFF"/>
                </a:solidFill>
              </a14:hiddenFill>
            </a:ext>
          </a:extLst>
        </p:spPr>
      </p:pic>
      <p:pic>
        <p:nvPicPr>
          <p:cNvPr id="9222" name="Picture 6">
            <a:extLst>
              <a:ext uri="{FF2B5EF4-FFF2-40B4-BE49-F238E27FC236}">
                <a16:creationId xmlns:a16="http://schemas.microsoft.com/office/drawing/2014/main" id="{95159C09-07D1-4CA3-B671-2808A56E5E9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9544" y="2006701"/>
            <a:ext cx="9555701" cy="256809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1597909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266" name="Picture 2">
            <a:extLst>
              <a:ext uri="{FF2B5EF4-FFF2-40B4-BE49-F238E27FC236}">
                <a16:creationId xmlns:a16="http://schemas.microsoft.com/office/drawing/2014/main" id="{05C52A4E-5972-40F9-8CAC-86FC5BE1DD3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9625" y="733171"/>
            <a:ext cx="10080978" cy="1978130"/>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E157771F-4130-470C-80CB-133AA5831370}"/>
              </a:ext>
            </a:extLst>
          </p:cNvPr>
          <p:cNvSpPr txBox="1"/>
          <p:nvPr/>
        </p:nvSpPr>
        <p:spPr>
          <a:xfrm>
            <a:off x="429418" y="2959251"/>
            <a:ext cx="5079596" cy="1237198"/>
          </a:xfrm>
          <a:prstGeom prst="rect">
            <a:avLst/>
          </a:prstGeom>
          <a:noFill/>
        </p:spPr>
        <p:txBody>
          <a:bodyPr wrap="square">
            <a:spAutoFit/>
          </a:bodyPr>
          <a:lstStyle/>
          <a:p>
            <a:r>
              <a:rPr lang="en-US" sz="1488" dirty="0">
                <a:solidFill>
                  <a:srgbClr val="3C3C3B"/>
                </a:solidFill>
                <a:latin typeface="IBM Plex Sans"/>
              </a:rPr>
              <a:t>we train a Deep model using through backprop using Gradient Descent, we calculate the gradient of the output w.r.t to weight matrices and then subtract it from respective weight matrices to make its(matrix’s) values more accurate to give correct output</a:t>
            </a:r>
            <a:endParaRPr lang="en-US" sz="1488" dirty="0"/>
          </a:p>
        </p:txBody>
      </p:sp>
      <p:sp>
        <p:nvSpPr>
          <p:cNvPr id="6" name="TextBox 5">
            <a:extLst>
              <a:ext uri="{FF2B5EF4-FFF2-40B4-BE49-F238E27FC236}">
                <a16:creationId xmlns:a16="http://schemas.microsoft.com/office/drawing/2014/main" id="{7F5B20FE-8209-4239-AFD9-BC010A8DEC52}"/>
              </a:ext>
            </a:extLst>
          </p:cNvPr>
          <p:cNvSpPr txBox="1"/>
          <p:nvPr/>
        </p:nvSpPr>
        <p:spPr>
          <a:xfrm>
            <a:off x="4096807" y="4190757"/>
            <a:ext cx="5079596" cy="1237198"/>
          </a:xfrm>
          <a:prstGeom prst="rect">
            <a:avLst/>
          </a:prstGeom>
          <a:noFill/>
        </p:spPr>
        <p:txBody>
          <a:bodyPr wrap="square">
            <a:spAutoFit/>
          </a:bodyPr>
          <a:lstStyle/>
          <a:p>
            <a:r>
              <a:rPr lang="en-US" sz="1488" dirty="0">
                <a:solidFill>
                  <a:srgbClr val="3C3C3B"/>
                </a:solidFill>
                <a:latin typeface="IBM Plex Sans"/>
              </a:rPr>
              <a:t>When the gradient becomes negligible, subtracting it from original matrix doesn’t makes any sense and hence the model stops learning. This problem is called </a:t>
            </a:r>
            <a:r>
              <a:rPr lang="en-US" sz="1488" dirty="0">
                <a:solidFill>
                  <a:srgbClr val="FF0000"/>
                </a:solidFill>
                <a:latin typeface="IBM Plex Sans"/>
              </a:rPr>
              <a:t>as Vanishing Gradient Problem (W get smaller exponentially) Exploding gradient descent (W get larger exponentially)</a:t>
            </a:r>
            <a:endParaRPr lang="en-US" sz="1488" dirty="0">
              <a:solidFill>
                <a:srgbClr val="FF0000"/>
              </a:solidFill>
            </a:endParaRPr>
          </a:p>
        </p:txBody>
      </p:sp>
    </p:spTree>
    <p:extLst>
      <p:ext uri="{BB962C8B-B14F-4D97-AF65-F5344CB8AC3E}">
        <p14:creationId xmlns:p14="http://schemas.microsoft.com/office/powerpoint/2010/main" val="9853120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314" name="Picture 2" descr="LSTM Networks | A Detailed Explanation | Towards Data Science">
            <a:extLst>
              <a:ext uri="{FF2B5EF4-FFF2-40B4-BE49-F238E27FC236}">
                <a16:creationId xmlns:a16="http://schemas.microsoft.com/office/drawing/2014/main" id="{440A307B-E2F0-4102-994A-28FF9C00035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32898" y="1223784"/>
            <a:ext cx="6888969" cy="3526253"/>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84C4316F-8D38-4CBC-89E2-DE2618E3378F}"/>
              </a:ext>
            </a:extLst>
          </p:cNvPr>
          <p:cNvSpPr txBox="1"/>
          <p:nvPr/>
        </p:nvSpPr>
        <p:spPr>
          <a:xfrm>
            <a:off x="1384301" y="215065"/>
            <a:ext cx="6377726" cy="703269"/>
          </a:xfrm>
          <a:prstGeom prst="rect">
            <a:avLst/>
          </a:prstGeom>
          <a:solidFill>
            <a:schemeClr val="bg1"/>
          </a:solidFill>
        </p:spPr>
        <p:txBody>
          <a:bodyPr wrap="square">
            <a:spAutoFit/>
          </a:bodyPr>
          <a:lstStyle/>
          <a:p>
            <a:r>
              <a:rPr lang="en-US" sz="1985" dirty="0">
                <a:solidFill>
                  <a:srgbClr val="292929"/>
                </a:solidFill>
                <a:latin typeface="charter"/>
              </a:rPr>
              <a:t>LSTM ( Long Short Term Memory :</a:t>
            </a:r>
          </a:p>
          <a:p>
            <a:r>
              <a:rPr lang="en-US" sz="1985" dirty="0">
                <a:solidFill>
                  <a:srgbClr val="292929"/>
                </a:solidFill>
                <a:latin typeface="charter"/>
              </a:rPr>
              <a:t>=</a:t>
            </a:r>
            <a:r>
              <a:rPr lang="en-US" sz="1985" dirty="0">
                <a:solidFill>
                  <a:srgbClr val="292929"/>
                </a:solidFill>
                <a:latin typeface="charter"/>
                <a:sym typeface="Wingdings" panose="05000000000000000000" pitchFamily="2" charset="2"/>
              </a:rPr>
              <a:t></a:t>
            </a:r>
            <a:r>
              <a:rPr lang="en-US" sz="1985" dirty="0">
                <a:solidFill>
                  <a:srgbClr val="292929"/>
                </a:solidFill>
                <a:latin typeface="charter"/>
              </a:rPr>
              <a:t>adding C:cell state =memory)</a:t>
            </a:r>
            <a:r>
              <a:rPr lang="en-US" sz="1488" dirty="0">
                <a:solidFill>
                  <a:srgbClr val="292929"/>
                </a:solidFill>
                <a:latin typeface="charter"/>
              </a:rPr>
              <a:t>)</a:t>
            </a:r>
            <a:endParaRPr lang="en-US" sz="1488" dirty="0"/>
          </a:p>
        </p:txBody>
      </p:sp>
    </p:spTree>
    <p:extLst>
      <p:ext uri="{BB962C8B-B14F-4D97-AF65-F5344CB8AC3E}">
        <p14:creationId xmlns:p14="http://schemas.microsoft.com/office/powerpoint/2010/main" val="364241084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362" name="Picture 2">
            <a:extLst>
              <a:ext uri="{FF2B5EF4-FFF2-40B4-BE49-F238E27FC236}">
                <a16:creationId xmlns:a16="http://schemas.microsoft.com/office/drawing/2014/main" id="{1D3975E7-7FCB-4A0B-BE50-26092165EB5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53081" y="0"/>
            <a:ext cx="8099543" cy="56705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0177747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386" name="Picture 2">
            <a:extLst>
              <a:ext uri="{FF2B5EF4-FFF2-40B4-BE49-F238E27FC236}">
                <a16:creationId xmlns:a16="http://schemas.microsoft.com/office/drawing/2014/main" id="{1F71FD7C-01AA-4548-99AE-825F638F713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07124" y="1312265"/>
            <a:ext cx="8269552" cy="2537626"/>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F80AD788-A7C7-47DB-8DF1-457AF6EE467F}"/>
              </a:ext>
            </a:extLst>
          </p:cNvPr>
          <p:cNvSpPr txBox="1"/>
          <p:nvPr/>
        </p:nvSpPr>
        <p:spPr>
          <a:xfrm>
            <a:off x="927100" y="253293"/>
            <a:ext cx="5813943" cy="703269"/>
          </a:xfrm>
          <a:prstGeom prst="rect">
            <a:avLst/>
          </a:prstGeom>
          <a:solidFill>
            <a:schemeClr val="bg1"/>
          </a:solidFill>
        </p:spPr>
        <p:txBody>
          <a:bodyPr wrap="square">
            <a:spAutoFit/>
          </a:bodyPr>
          <a:lstStyle/>
          <a:p>
            <a:r>
              <a:rPr lang="en-US" sz="1985" dirty="0">
                <a:solidFill>
                  <a:srgbClr val="292929"/>
                </a:solidFill>
                <a:latin typeface="charter"/>
              </a:rPr>
              <a:t>LSTM ( Long Short Term Memory :adding C:cell state =memory </a:t>
            </a:r>
            <a:r>
              <a:rPr lang="en-US" sz="1985" dirty="0">
                <a:solidFill>
                  <a:srgbClr val="292929"/>
                </a:solidFill>
                <a:latin typeface="charter"/>
                <a:sym typeface="Wingdings" panose="05000000000000000000" pitchFamily="2" charset="2"/>
              </a:rPr>
              <a:t></a:t>
            </a:r>
            <a:r>
              <a:rPr lang="en-US" sz="1985" dirty="0">
                <a:solidFill>
                  <a:srgbClr val="292929"/>
                </a:solidFill>
                <a:latin typeface="charter"/>
              </a:rPr>
              <a:t>the c flows in the network)</a:t>
            </a:r>
            <a:endParaRPr lang="en-US" sz="1488" dirty="0"/>
          </a:p>
        </p:txBody>
      </p:sp>
      <p:sp>
        <p:nvSpPr>
          <p:cNvPr id="5" name="TextBox 4">
            <a:extLst>
              <a:ext uri="{FF2B5EF4-FFF2-40B4-BE49-F238E27FC236}">
                <a16:creationId xmlns:a16="http://schemas.microsoft.com/office/drawing/2014/main" id="{991FA43D-E7A8-48BF-A7D7-EF9C2E0B1DA9}"/>
              </a:ext>
            </a:extLst>
          </p:cNvPr>
          <p:cNvSpPr txBox="1"/>
          <p:nvPr/>
        </p:nvSpPr>
        <p:spPr>
          <a:xfrm>
            <a:off x="3790468" y="4205594"/>
            <a:ext cx="5040489" cy="321306"/>
          </a:xfrm>
          <a:prstGeom prst="rect">
            <a:avLst/>
          </a:prstGeom>
          <a:noFill/>
        </p:spPr>
        <p:txBody>
          <a:bodyPr wrap="square">
            <a:spAutoFit/>
          </a:bodyPr>
          <a:lstStyle/>
          <a:p>
            <a:r>
              <a:rPr lang="en-US" sz="1488" dirty="0" err="1">
                <a:solidFill>
                  <a:srgbClr val="292929"/>
                </a:solidFill>
                <a:latin typeface="charter"/>
              </a:rPr>
              <a:t>C_t</a:t>
            </a:r>
            <a:r>
              <a:rPr lang="en-US" sz="1488" dirty="0">
                <a:solidFill>
                  <a:srgbClr val="292929"/>
                </a:solidFill>
                <a:latin typeface="charter"/>
              </a:rPr>
              <a:t> changes</a:t>
            </a:r>
            <a:endParaRPr lang="en-US" sz="1488" dirty="0"/>
          </a:p>
        </p:txBody>
      </p:sp>
    </p:spTree>
    <p:extLst>
      <p:ext uri="{BB962C8B-B14F-4D97-AF65-F5344CB8AC3E}">
        <p14:creationId xmlns:p14="http://schemas.microsoft.com/office/powerpoint/2010/main" val="182757239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Diagram&#10;&#10;Description automatically generated">
            <a:extLst>
              <a:ext uri="{FF2B5EF4-FFF2-40B4-BE49-F238E27FC236}">
                <a16:creationId xmlns:a16="http://schemas.microsoft.com/office/drawing/2014/main" id="{784092EE-0BD9-48C0-A018-515086C6BA5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11" y="547589"/>
            <a:ext cx="10080978" cy="4575372"/>
          </a:xfrm>
          <a:prstGeom prst="rect">
            <a:avLst/>
          </a:prstGeom>
        </p:spPr>
      </p:pic>
    </p:spTree>
    <p:extLst>
      <p:ext uri="{BB962C8B-B14F-4D97-AF65-F5344CB8AC3E}">
        <p14:creationId xmlns:p14="http://schemas.microsoft.com/office/powerpoint/2010/main" val="43281681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a:extLst>
              <a:ext uri="{FF2B5EF4-FFF2-40B4-BE49-F238E27FC236}">
                <a16:creationId xmlns:a16="http://schemas.microsoft.com/office/drawing/2014/main" id="{1498D699-2C3C-4F42-9145-6DAD3E64F60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752408" y="1685957"/>
            <a:ext cx="6267655" cy="2883752"/>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89665A36-3DBE-4DB3-96D0-EE2BC1C3BFDB}"/>
              </a:ext>
            </a:extLst>
          </p:cNvPr>
          <p:cNvSpPr txBox="1"/>
          <p:nvPr/>
        </p:nvSpPr>
        <p:spPr>
          <a:xfrm>
            <a:off x="317499" y="100375"/>
            <a:ext cx="6400801" cy="2000932"/>
          </a:xfrm>
          <a:prstGeom prst="rect">
            <a:avLst/>
          </a:prstGeom>
          <a:solidFill>
            <a:schemeClr val="bg1"/>
          </a:solidFill>
        </p:spPr>
        <p:txBody>
          <a:bodyPr wrap="square">
            <a:spAutoFit/>
          </a:bodyPr>
          <a:lstStyle/>
          <a:p>
            <a:pPr algn="l">
              <a:buFont typeface="+mj-lt"/>
              <a:buAutoNum type="arabicPeriod"/>
            </a:pPr>
            <a:r>
              <a:rPr lang="en-US" sz="2067" dirty="0">
                <a:solidFill>
                  <a:srgbClr val="292929"/>
                </a:solidFill>
                <a:latin typeface="charter"/>
              </a:rPr>
              <a:t>Forget Gate </a:t>
            </a:r>
            <a:r>
              <a:rPr lang="en-US" sz="2067" b="1" dirty="0">
                <a:solidFill>
                  <a:srgbClr val="292929"/>
                </a:solidFill>
                <a:latin typeface="charter"/>
              </a:rPr>
              <a:t>“f”</a:t>
            </a:r>
            <a:r>
              <a:rPr lang="en-US" sz="2067" dirty="0">
                <a:solidFill>
                  <a:srgbClr val="292929"/>
                </a:solidFill>
                <a:latin typeface="charter"/>
              </a:rPr>
              <a:t> ( a neural network with sigmoid)</a:t>
            </a:r>
          </a:p>
          <a:p>
            <a:pPr algn="l">
              <a:buFont typeface="+mj-lt"/>
              <a:buAutoNum type="arabicPeriod"/>
            </a:pPr>
            <a:r>
              <a:rPr lang="en-US" sz="2067" dirty="0">
                <a:solidFill>
                  <a:srgbClr val="292929"/>
                </a:solidFill>
                <a:latin typeface="charter"/>
              </a:rPr>
              <a:t>Candidate layer </a:t>
            </a:r>
            <a:r>
              <a:rPr lang="en-US" sz="2067" b="1" dirty="0">
                <a:solidFill>
                  <a:srgbClr val="292929"/>
                </a:solidFill>
                <a:latin typeface="charter"/>
              </a:rPr>
              <a:t>“C`"</a:t>
            </a:r>
            <a:r>
              <a:rPr lang="en-US" sz="2067" dirty="0">
                <a:solidFill>
                  <a:srgbClr val="292929"/>
                </a:solidFill>
                <a:latin typeface="charter"/>
              </a:rPr>
              <a:t>(a NN with Tanh)</a:t>
            </a:r>
          </a:p>
          <a:p>
            <a:pPr algn="l">
              <a:buFont typeface="+mj-lt"/>
              <a:buAutoNum type="arabicPeriod"/>
            </a:pPr>
            <a:r>
              <a:rPr lang="en-US" sz="2067" dirty="0">
                <a:solidFill>
                  <a:srgbClr val="292929"/>
                </a:solidFill>
                <a:latin typeface="charter"/>
              </a:rPr>
              <a:t>Input Gate </a:t>
            </a:r>
            <a:r>
              <a:rPr lang="en-US" sz="2067" b="1" dirty="0">
                <a:solidFill>
                  <a:srgbClr val="292929"/>
                </a:solidFill>
                <a:latin typeface="charter"/>
              </a:rPr>
              <a:t>“I”</a:t>
            </a:r>
            <a:r>
              <a:rPr lang="en-US" sz="2067" dirty="0">
                <a:solidFill>
                  <a:srgbClr val="292929"/>
                </a:solidFill>
                <a:latin typeface="charter"/>
              </a:rPr>
              <a:t> ( a NN with sigmoid )</a:t>
            </a:r>
          </a:p>
          <a:p>
            <a:pPr algn="l">
              <a:buFont typeface="+mj-lt"/>
              <a:buAutoNum type="arabicPeriod"/>
            </a:pPr>
            <a:r>
              <a:rPr lang="en-US" sz="2067" dirty="0">
                <a:solidFill>
                  <a:srgbClr val="292929"/>
                </a:solidFill>
                <a:latin typeface="charter"/>
              </a:rPr>
              <a:t>Output Gate </a:t>
            </a:r>
            <a:r>
              <a:rPr lang="en-US" sz="2067" b="1" dirty="0">
                <a:solidFill>
                  <a:srgbClr val="292929"/>
                </a:solidFill>
                <a:latin typeface="charter"/>
              </a:rPr>
              <a:t>“O”</a:t>
            </a:r>
            <a:r>
              <a:rPr lang="en-US" sz="2067" dirty="0">
                <a:solidFill>
                  <a:srgbClr val="292929"/>
                </a:solidFill>
                <a:latin typeface="charter"/>
              </a:rPr>
              <a:t>( a NN with sigmoid)</a:t>
            </a:r>
          </a:p>
          <a:p>
            <a:pPr algn="l">
              <a:buFont typeface="+mj-lt"/>
              <a:buAutoNum type="arabicPeriod"/>
            </a:pPr>
            <a:r>
              <a:rPr lang="en-US" sz="2067" dirty="0">
                <a:solidFill>
                  <a:srgbClr val="292929"/>
                </a:solidFill>
                <a:latin typeface="charter"/>
              </a:rPr>
              <a:t>Hidden state </a:t>
            </a:r>
            <a:r>
              <a:rPr lang="en-US" sz="2067" b="1" dirty="0">
                <a:solidFill>
                  <a:srgbClr val="292929"/>
                </a:solidFill>
                <a:latin typeface="charter"/>
              </a:rPr>
              <a:t>“H”</a:t>
            </a:r>
            <a:r>
              <a:rPr lang="en-US" sz="2067" dirty="0">
                <a:solidFill>
                  <a:srgbClr val="292929"/>
                </a:solidFill>
                <a:latin typeface="charter"/>
              </a:rPr>
              <a:t> ( a vector )</a:t>
            </a:r>
          </a:p>
          <a:p>
            <a:pPr algn="l">
              <a:buFont typeface="+mj-lt"/>
              <a:buAutoNum type="arabicPeriod"/>
            </a:pPr>
            <a:r>
              <a:rPr lang="en-US" sz="2067" dirty="0">
                <a:solidFill>
                  <a:srgbClr val="292929"/>
                </a:solidFill>
                <a:latin typeface="charter"/>
              </a:rPr>
              <a:t>Memory state </a:t>
            </a:r>
            <a:r>
              <a:rPr lang="en-US" sz="2067" b="1" dirty="0">
                <a:solidFill>
                  <a:srgbClr val="292929"/>
                </a:solidFill>
                <a:latin typeface="charter"/>
              </a:rPr>
              <a:t>“C”</a:t>
            </a:r>
            <a:r>
              <a:rPr lang="en-US" sz="2067" dirty="0">
                <a:solidFill>
                  <a:srgbClr val="292929"/>
                </a:solidFill>
                <a:latin typeface="charter"/>
              </a:rPr>
              <a:t> ( a vector)</a:t>
            </a:r>
          </a:p>
        </p:txBody>
      </p:sp>
    </p:spTree>
    <p:extLst>
      <p:ext uri="{BB962C8B-B14F-4D97-AF65-F5344CB8AC3E}">
        <p14:creationId xmlns:p14="http://schemas.microsoft.com/office/powerpoint/2010/main" val="874786739"/>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410" name="Picture 2">
            <a:extLst>
              <a:ext uri="{FF2B5EF4-FFF2-40B4-BE49-F238E27FC236}">
                <a16:creationId xmlns:a16="http://schemas.microsoft.com/office/drawing/2014/main" id="{F433E415-EEC1-48E8-8C94-A83AC1BDB67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0900007" y="578869"/>
            <a:ext cx="8269552" cy="4512813"/>
          </a:xfrm>
          <a:prstGeom prst="rect">
            <a:avLst/>
          </a:prstGeom>
          <a:noFill/>
          <a:extLst>
            <a:ext uri="{909E8E84-426E-40DD-AFC4-6F175D3DCCD1}">
              <a14:hiddenFill xmlns:a14="http://schemas.microsoft.com/office/drawing/2010/main">
                <a:solidFill>
                  <a:srgbClr val="FFFFFF"/>
                </a:solidFill>
              </a14:hiddenFill>
            </a:ext>
          </a:extLst>
        </p:spPr>
      </p:pic>
      <p:pic>
        <p:nvPicPr>
          <p:cNvPr id="17412" name="Picture 4">
            <a:extLst>
              <a:ext uri="{FF2B5EF4-FFF2-40B4-BE49-F238E27FC236}">
                <a16:creationId xmlns:a16="http://schemas.microsoft.com/office/drawing/2014/main" id="{460028E4-E8C3-44CC-AB67-77530630D46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4149" y="683155"/>
            <a:ext cx="8269552" cy="4512813"/>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F5C2BFE7-CFB7-41CD-AE16-751573D31DB8}"/>
              </a:ext>
            </a:extLst>
          </p:cNvPr>
          <p:cNvSpPr txBox="1"/>
          <p:nvPr/>
        </p:nvSpPr>
        <p:spPr>
          <a:xfrm>
            <a:off x="583675" y="1121074"/>
            <a:ext cx="1153842" cy="321306"/>
          </a:xfrm>
          <a:prstGeom prst="rect">
            <a:avLst/>
          </a:prstGeom>
          <a:noFill/>
        </p:spPr>
        <p:txBody>
          <a:bodyPr wrap="none" rtlCol="0">
            <a:spAutoFit/>
          </a:bodyPr>
          <a:lstStyle/>
          <a:p>
            <a:r>
              <a:rPr lang="en-US" sz="1488" dirty="0"/>
              <a:t>Old memory</a:t>
            </a:r>
          </a:p>
        </p:txBody>
      </p:sp>
      <p:sp>
        <p:nvSpPr>
          <p:cNvPr id="4" name="TextBox 3">
            <a:extLst>
              <a:ext uri="{FF2B5EF4-FFF2-40B4-BE49-F238E27FC236}">
                <a16:creationId xmlns:a16="http://schemas.microsoft.com/office/drawing/2014/main" id="{581F4E22-C27C-44C9-A75A-3DB10FF0B9E4}"/>
              </a:ext>
            </a:extLst>
          </p:cNvPr>
          <p:cNvSpPr txBox="1"/>
          <p:nvPr/>
        </p:nvSpPr>
        <p:spPr>
          <a:xfrm>
            <a:off x="3317545" y="680381"/>
            <a:ext cx="2020618" cy="779252"/>
          </a:xfrm>
          <a:prstGeom prst="rect">
            <a:avLst/>
          </a:prstGeom>
          <a:noFill/>
        </p:spPr>
        <p:txBody>
          <a:bodyPr wrap="none" rtlCol="0">
            <a:spAutoFit/>
          </a:bodyPr>
          <a:lstStyle/>
          <a:p>
            <a:r>
              <a:rPr lang="en-US" sz="1488" dirty="0"/>
              <a:t>Element wise operation</a:t>
            </a:r>
          </a:p>
          <a:p>
            <a:r>
              <a:rPr lang="en-US" sz="1488" dirty="0"/>
              <a:t>0</a:t>
            </a:r>
            <a:r>
              <a:rPr lang="en-US" sz="1488" dirty="0">
                <a:sym typeface="Wingdings" panose="05000000000000000000" pitchFamily="2" charset="2"/>
              </a:rPr>
              <a:t>delete memory </a:t>
            </a:r>
          </a:p>
          <a:p>
            <a:r>
              <a:rPr lang="en-US" sz="1488" dirty="0">
                <a:sym typeface="Wingdings" panose="05000000000000000000" pitchFamily="2" charset="2"/>
              </a:rPr>
              <a:t>1 pass it through </a:t>
            </a:r>
            <a:endParaRPr lang="en-US" sz="1488" dirty="0"/>
          </a:p>
        </p:txBody>
      </p:sp>
      <p:sp>
        <p:nvSpPr>
          <p:cNvPr id="8" name="TextBox 7">
            <a:extLst>
              <a:ext uri="{FF2B5EF4-FFF2-40B4-BE49-F238E27FC236}">
                <a16:creationId xmlns:a16="http://schemas.microsoft.com/office/drawing/2014/main" id="{AA9E8975-12E9-4365-9702-7A8B7295715C}"/>
              </a:ext>
            </a:extLst>
          </p:cNvPr>
          <p:cNvSpPr txBox="1"/>
          <p:nvPr/>
        </p:nvSpPr>
        <p:spPr>
          <a:xfrm>
            <a:off x="5279855" y="747384"/>
            <a:ext cx="2580130" cy="550279"/>
          </a:xfrm>
          <a:prstGeom prst="rect">
            <a:avLst/>
          </a:prstGeom>
          <a:noFill/>
        </p:spPr>
        <p:txBody>
          <a:bodyPr wrap="none" rtlCol="0">
            <a:spAutoFit/>
          </a:bodyPr>
          <a:lstStyle/>
          <a:p>
            <a:r>
              <a:rPr lang="en-US" sz="1488" dirty="0"/>
              <a:t>piece wise operation</a:t>
            </a:r>
          </a:p>
          <a:p>
            <a:r>
              <a:rPr lang="en-US" sz="1488" dirty="0">
                <a:sym typeface="Wingdings" panose="05000000000000000000" pitchFamily="2" charset="2"/>
              </a:rPr>
              <a:t>merge old and new memory</a:t>
            </a:r>
            <a:endParaRPr lang="en-US" sz="1488" dirty="0"/>
          </a:p>
        </p:txBody>
      </p:sp>
      <p:sp>
        <p:nvSpPr>
          <p:cNvPr id="6" name="TextBox 5">
            <a:extLst>
              <a:ext uri="{FF2B5EF4-FFF2-40B4-BE49-F238E27FC236}">
                <a16:creationId xmlns:a16="http://schemas.microsoft.com/office/drawing/2014/main" id="{A4CEA832-FC69-4E3C-82BE-A164EE4C0577}"/>
              </a:ext>
            </a:extLst>
          </p:cNvPr>
          <p:cNvSpPr txBox="1"/>
          <p:nvPr/>
        </p:nvSpPr>
        <p:spPr>
          <a:xfrm>
            <a:off x="2599870" y="578869"/>
            <a:ext cx="184731" cy="321306"/>
          </a:xfrm>
          <a:prstGeom prst="rect">
            <a:avLst/>
          </a:prstGeom>
          <a:noFill/>
        </p:spPr>
        <p:txBody>
          <a:bodyPr wrap="none" rtlCol="0">
            <a:spAutoFit/>
          </a:bodyPr>
          <a:lstStyle/>
          <a:p>
            <a:endParaRPr lang="en-US" sz="1488" dirty="0"/>
          </a:p>
        </p:txBody>
      </p:sp>
      <p:sp>
        <p:nvSpPr>
          <p:cNvPr id="18" name="TextBox 17">
            <a:extLst>
              <a:ext uri="{FF2B5EF4-FFF2-40B4-BE49-F238E27FC236}">
                <a16:creationId xmlns:a16="http://schemas.microsoft.com/office/drawing/2014/main" id="{4CE94F10-4FB9-4087-9D42-E4EEDD555397}"/>
              </a:ext>
            </a:extLst>
          </p:cNvPr>
          <p:cNvSpPr txBox="1"/>
          <p:nvPr/>
        </p:nvSpPr>
        <p:spPr>
          <a:xfrm>
            <a:off x="78740908" y="1291147"/>
            <a:ext cx="164584997" cy="321306"/>
          </a:xfrm>
          <a:prstGeom prst="rect">
            <a:avLst/>
          </a:prstGeom>
          <a:noFill/>
        </p:spPr>
        <p:txBody>
          <a:bodyPr wrap="square">
            <a:spAutoFit/>
          </a:bodyPr>
          <a:lstStyle/>
          <a:p>
            <a:pPr algn="l">
              <a:buFont typeface="+mj-lt"/>
              <a:buAutoNum type="arabicPeriod"/>
            </a:pPr>
            <a:r>
              <a:rPr lang="en-US" sz="1488" dirty="0">
                <a:solidFill>
                  <a:srgbClr val="292929"/>
                </a:solidFill>
                <a:latin typeface="charter"/>
              </a:rPr>
              <a:t>Forget Gate </a:t>
            </a:r>
            <a:r>
              <a:rPr lang="en-US" sz="1488" b="1" dirty="0">
                <a:solidFill>
                  <a:srgbClr val="292929"/>
                </a:solidFill>
                <a:latin typeface="charter"/>
              </a:rPr>
              <a:t>“f”</a:t>
            </a:r>
            <a:r>
              <a:rPr lang="en-US" sz="1488" dirty="0">
                <a:solidFill>
                  <a:srgbClr val="292929"/>
                </a:solidFill>
                <a:latin typeface="charter"/>
              </a:rPr>
              <a:t> ( a neural network with sigmoid)</a:t>
            </a:r>
          </a:p>
        </p:txBody>
      </p:sp>
    </p:spTree>
    <p:extLst>
      <p:ext uri="{BB962C8B-B14F-4D97-AF65-F5344CB8AC3E}">
        <p14:creationId xmlns:p14="http://schemas.microsoft.com/office/powerpoint/2010/main" val="2924761323"/>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6">
            <a:extLst>
              <a:ext uri="{FF2B5EF4-FFF2-40B4-BE49-F238E27FC236}">
                <a16:creationId xmlns:a16="http://schemas.microsoft.com/office/drawing/2014/main" id="{18EE492D-E6F8-48A1-B6A5-13012E9CB9A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114" y="288537"/>
            <a:ext cx="8801573" cy="4803144"/>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A44DA079-827D-4914-99A5-0720177A81AC}"/>
              </a:ext>
            </a:extLst>
          </p:cNvPr>
          <p:cNvSpPr txBox="1"/>
          <p:nvPr/>
        </p:nvSpPr>
        <p:spPr>
          <a:xfrm flipH="1">
            <a:off x="3046126" y="4834704"/>
            <a:ext cx="3435356" cy="321306"/>
          </a:xfrm>
          <a:prstGeom prst="rect">
            <a:avLst/>
          </a:prstGeom>
          <a:noFill/>
        </p:spPr>
        <p:txBody>
          <a:bodyPr wrap="square" rtlCol="0">
            <a:spAutoFit/>
          </a:bodyPr>
          <a:lstStyle/>
          <a:p>
            <a:r>
              <a:rPr lang="en-US" sz="1488" dirty="0"/>
              <a:t>Output from previous LSTM</a:t>
            </a:r>
          </a:p>
        </p:txBody>
      </p:sp>
      <p:sp>
        <p:nvSpPr>
          <p:cNvPr id="4" name="TextBox 3">
            <a:extLst>
              <a:ext uri="{FF2B5EF4-FFF2-40B4-BE49-F238E27FC236}">
                <a16:creationId xmlns:a16="http://schemas.microsoft.com/office/drawing/2014/main" id="{1B9D6613-C291-4C2C-B845-EDAACCB86BBD}"/>
              </a:ext>
            </a:extLst>
          </p:cNvPr>
          <p:cNvSpPr txBox="1"/>
          <p:nvPr/>
        </p:nvSpPr>
        <p:spPr>
          <a:xfrm flipH="1">
            <a:off x="2676242" y="1833508"/>
            <a:ext cx="3435356" cy="550279"/>
          </a:xfrm>
          <a:prstGeom prst="rect">
            <a:avLst/>
          </a:prstGeom>
          <a:noFill/>
        </p:spPr>
        <p:txBody>
          <a:bodyPr wrap="square" rtlCol="0">
            <a:spAutoFit/>
          </a:bodyPr>
          <a:lstStyle/>
          <a:p>
            <a:r>
              <a:rPr lang="en-US" sz="1488" dirty="0"/>
              <a:t>Output from Sigmoid function</a:t>
            </a:r>
          </a:p>
          <a:p>
            <a:r>
              <a:rPr lang="en-US" sz="1488" dirty="0"/>
              <a:t>[1,0,0]</a:t>
            </a:r>
          </a:p>
        </p:txBody>
      </p:sp>
      <p:sp>
        <p:nvSpPr>
          <p:cNvPr id="5" name="TextBox 4">
            <a:extLst>
              <a:ext uri="{FF2B5EF4-FFF2-40B4-BE49-F238E27FC236}">
                <a16:creationId xmlns:a16="http://schemas.microsoft.com/office/drawing/2014/main" id="{21214CCC-9D36-454B-B939-D5EA9F5AD20F}"/>
              </a:ext>
            </a:extLst>
          </p:cNvPr>
          <p:cNvSpPr txBox="1"/>
          <p:nvPr/>
        </p:nvSpPr>
        <p:spPr>
          <a:xfrm>
            <a:off x="2837016" y="424087"/>
            <a:ext cx="4409768" cy="448584"/>
          </a:xfrm>
          <a:prstGeom prst="rect">
            <a:avLst/>
          </a:prstGeom>
          <a:noFill/>
        </p:spPr>
        <p:txBody>
          <a:bodyPr wrap="square" rtlCol="0">
            <a:spAutoFit/>
          </a:bodyPr>
          <a:lstStyle/>
          <a:p>
            <a:r>
              <a:rPr lang="en-US" sz="2315" dirty="0"/>
              <a:t>Forget gate f NN with sigmoid</a:t>
            </a:r>
          </a:p>
        </p:txBody>
      </p:sp>
      <p:sp>
        <p:nvSpPr>
          <p:cNvPr id="6" name="TextBox 5">
            <a:extLst>
              <a:ext uri="{FF2B5EF4-FFF2-40B4-BE49-F238E27FC236}">
                <a16:creationId xmlns:a16="http://schemas.microsoft.com/office/drawing/2014/main" id="{E645E36A-1266-4D29-8B7B-5EE2549FE182}"/>
              </a:ext>
            </a:extLst>
          </p:cNvPr>
          <p:cNvSpPr txBox="1"/>
          <p:nvPr/>
        </p:nvSpPr>
        <p:spPr>
          <a:xfrm>
            <a:off x="1020837" y="856713"/>
            <a:ext cx="942967" cy="321306"/>
          </a:xfrm>
          <a:prstGeom prst="rect">
            <a:avLst/>
          </a:prstGeom>
          <a:noFill/>
        </p:spPr>
        <p:txBody>
          <a:bodyPr wrap="square" rtlCol="0">
            <a:spAutoFit/>
          </a:bodyPr>
          <a:lstStyle/>
          <a:p>
            <a:r>
              <a:rPr lang="en-US" sz="1488" dirty="0"/>
              <a:t>[2,5,3]</a:t>
            </a:r>
          </a:p>
        </p:txBody>
      </p:sp>
      <p:sp>
        <p:nvSpPr>
          <p:cNvPr id="7" name="TextBox 6">
            <a:extLst>
              <a:ext uri="{FF2B5EF4-FFF2-40B4-BE49-F238E27FC236}">
                <a16:creationId xmlns:a16="http://schemas.microsoft.com/office/drawing/2014/main" id="{C0CCBDB6-052D-4236-93E9-7C48AE387A06}"/>
              </a:ext>
            </a:extLst>
          </p:cNvPr>
          <p:cNvSpPr txBox="1"/>
          <p:nvPr/>
        </p:nvSpPr>
        <p:spPr>
          <a:xfrm>
            <a:off x="3922436" y="1167873"/>
            <a:ext cx="2263485" cy="550279"/>
          </a:xfrm>
          <a:prstGeom prst="rect">
            <a:avLst/>
          </a:prstGeom>
          <a:noFill/>
        </p:spPr>
        <p:txBody>
          <a:bodyPr wrap="square" rtlCol="0">
            <a:spAutoFit/>
          </a:bodyPr>
          <a:lstStyle/>
          <a:p>
            <a:r>
              <a:rPr lang="en-US" sz="1488" dirty="0"/>
              <a:t>[2,0,0]</a:t>
            </a:r>
          </a:p>
          <a:p>
            <a:r>
              <a:rPr lang="en-US" sz="1488" dirty="0"/>
              <a:t>(forgetting 5 and 3)</a:t>
            </a:r>
          </a:p>
        </p:txBody>
      </p:sp>
    </p:spTree>
    <p:extLst>
      <p:ext uri="{BB962C8B-B14F-4D97-AF65-F5344CB8AC3E}">
        <p14:creationId xmlns:p14="http://schemas.microsoft.com/office/powerpoint/2010/main" val="297380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par>
                                <p:cTn id="10" presetID="1" presetClass="entr" presetSubtype="0" fill="hold" grpId="0" nodeType="withEffect">
                                  <p:stCondLst>
                                    <p:cond delay="0"/>
                                  </p:stCondLst>
                                  <p:childTnLst>
                                    <p:set>
                                      <p:cBhvr>
                                        <p:cTn id="11" dur="1" fill="hold">
                                          <p:stCondLst>
                                            <p:cond delay="0"/>
                                          </p:stCondLst>
                                        </p:cTn>
                                        <p:tgtEl>
                                          <p:spTgt spid="4"/>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grpId="0" nodeType="clickEffect">
                                  <p:stCondLst>
                                    <p:cond delay="0"/>
                                  </p:stCondLst>
                                  <p:childTnLst>
                                    <p:set>
                                      <p:cBhvr>
                                        <p:cTn id="15" dur="1" fill="hold">
                                          <p:stCondLst>
                                            <p:cond delay="0"/>
                                          </p:stCondLst>
                                        </p:cTn>
                                        <p:tgtEl>
                                          <p:spTgt spid="5"/>
                                        </p:tgtEl>
                                        <p:attrNameLst>
                                          <p:attrName>style.visibility</p:attrName>
                                        </p:attrNameLst>
                                      </p:cBhvr>
                                      <p:to>
                                        <p:strVal val="visible"/>
                                      </p:to>
                                    </p:set>
                                  </p:childTnLst>
                                </p:cTn>
                              </p:par>
                              <p:par>
                                <p:cTn id="16" presetID="1" presetClass="entr" presetSubtype="0" fill="hold" grpId="0" nodeType="withEffect">
                                  <p:stCondLst>
                                    <p:cond delay="0"/>
                                  </p:stCondLst>
                                  <p:childTnLst>
                                    <p:set>
                                      <p:cBhvr>
                                        <p:cTn id="17"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5" grpId="0"/>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434" name="Picture 2">
            <a:extLst>
              <a:ext uri="{FF2B5EF4-FFF2-40B4-BE49-F238E27FC236}">
                <a16:creationId xmlns:a16="http://schemas.microsoft.com/office/drawing/2014/main" id="{64995EEB-19C8-4677-8D05-085AAA56E6F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07124" y="578869"/>
            <a:ext cx="8269552" cy="4512813"/>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E30F8E64-CBB1-4171-ADF3-D5BFD475701D}"/>
              </a:ext>
            </a:extLst>
          </p:cNvPr>
          <p:cNvSpPr txBox="1"/>
          <p:nvPr/>
        </p:nvSpPr>
        <p:spPr>
          <a:xfrm>
            <a:off x="2012981" y="33642"/>
            <a:ext cx="6628054" cy="1161087"/>
          </a:xfrm>
          <a:prstGeom prst="rect">
            <a:avLst/>
          </a:prstGeom>
          <a:noFill/>
        </p:spPr>
        <p:txBody>
          <a:bodyPr wrap="square" rtlCol="0">
            <a:spAutoFit/>
          </a:bodyPr>
          <a:lstStyle/>
          <a:p>
            <a:r>
              <a:rPr lang="en-US" sz="2315" dirty="0"/>
              <a:t>Input Gate with sigmoid (new memory Gate)</a:t>
            </a:r>
          </a:p>
          <a:p>
            <a:r>
              <a:rPr lang="en-US" sz="2315" dirty="0"/>
              <a:t>&amp;</a:t>
            </a:r>
          </a:p>
          <a:p>
            <a:r>
              <a:rPr lang="en-US" sz="2315" dirty="0"/>
              <a:t>Candidate Layer  NN with Tanh</a:t>
            </a:r>
          </a:p>
        </p:txBody>
      </p:sp>
      <p:sp>
        <p:nvSpPr>
          <p:cNvPr id="5" name="TextBox 4">
            <a:extLst>
              <a:ext uri="{FF2B5EF4-FFF2-40B4-BE49-F238E27FC236}">
                <a16:creationId xmlns:a16="http://schemas.microsoft.com/office/drawing/2014/main" id="{62471EFB-DF24-40C6-A630-DDFD16F0EE96}"/>
              </a:ext>
            </a:extLst>
          </p:cNvPr>
          <p:cNvSpPr txBox="1"/>
          <p:nvPr/>
        </p:nvSpPr>
        <p:spPr>
          <a:xfrm>
            <a:off x="3886064" y="4712043"/>
            <a:ext cx="5040489" cy="779252"/>
          </a:xfrm>
          <a:prstGeom prst="rect">
            <a:avLst/>
          </a:prstGeom>
          <a:noFill/>
        </p:spPr>
        <p:txBody>
          <a:bodyPr wrap="square">
            <a:spAutoFit/>
          </a:bodyPr>
          <a:lstStyle/>
          <a:p>
            <a:endParaRPr lang="en-US" sz="1488" dirty="0">
              <a:solidFill>
                <a:srgbClr val="292929"/>
              </a:solidFill>
              <a:latin typeface="charter"/>
            </a:endParaRPr>
          </a:p>
          <a:p>
            <a:r>
              <a:rPr lang="en-US" sz="1488" dirty="0">
                <a:solidFill>
                  <a:srgbClr val="292929"/>
                </a:solidFill>
                <a:latin typeface="charter"/>
              </a:rPr>
              <a:t>Tanh controls how much the new memory should influence the old memory.</a:t>
            </a:r>
            <a:endParaRPr lang="en-US" sz="1488" dirty="0"/>
          </a:p>
        </p:txBody>
      </p:sp>
      <p:sp>
        <p:nvSpPr>
          <p:cNvPr id="6" name="TextBox 5">
            <a:extLst>
              <a:ext uri="{FF2B5EF4-FFF2-40B4-BE49-F238E27FC236}">
                <a16:creationId xmlns:a16="http://schemas.microsoft.com/office/drawing/2014/main" id="{3EBC8594-F8A1-4203-9263-65EFD818C127}"/>
              </a:ext>
            </a:extLst>
          </p:cNvPr>
          <p:cNvSpPr txBox="1"/>
          <p:nvPr/>
        </p:nvSpPr>
        <p:spPr>
          <a:xfrm flipH="1">
            <a:off x="3324222" y="1972556"/>
            <a:ext cx="3435356" cy="321306"/>
          </a:xfrm>
          <a:prstGeom prst="rect">
            <a:avLst/>
          </a:prstGeom>
          <a:noFill/>
        </p:spPr>
        <p:txBody>
          <a:bodyPr wrap="square" rtlCol="0">
            <a:spAutoFit/>
          </a:bodyPr>
          <a:lstStyle/>
          <a:p>
            <a:r>
              <a:rPr lang="en-US" sz="1488" dirty="0"/>
              <a:t>New memory from Sigmoid function</a:t>
            </a:r>
          </a:p>
        </p:txBody>
      </p:sp>
    </p:spTree>
    <p:extLst>
      <p:ext uri="{BB962C8B-B14F-4D97-AF65-F5344CB8AC3E}">
        <p14:creationId xmlns:p14="http://schemas.microsoft.com/office/powerpoint/2010/main" val="13933688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6" grpId="0"/>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482" name="Picture 2">
            <a:extLst>
              <a:ext uri="{FF2B5EF4-FFF2-40B4-BE49-F238E27FC236}">
                <a16:creationId xmlns:a16="http://schemas.microsoft.com/office/drawing/2014/main" id="{EAA2E7DF-64E7-4299-A36A-3E9C695A40C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07124" y="578869"/>
            <a:ext cx="8269552" cy="4512813"/>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CD245794-B290-43E9-8C4D-070C3FCD6987}"/>
              </a:ext>
            </a:extLst>
          </p:cNvPr>
          <p:cNvSpPr txBox="1"/>
          <p:nvPr/>
        </p:nvSpPr>
        <p:spPr>
          <a:xfrm>
            <a:off x="2012981" y="33642"/>
            <a:ext cx="6628054" cy="1161087"/>
          </a:xfrm>
          <a:prstGeom prst="rect">
            <a:avLst/>
          </a:prstGeom>
          <a:noFill/>
        </p:spPr>
        <p:txBody>
          <a:bodyPr wrap="square" rtlCol="0">
            <a:spAutoFit/>
          </a:bodyPr>
          <a:lstStyle/>
          <a:p>
            <a:r>
              <a:rPr lang="en-US" sz="2315" dirty="0"/>
              <a:t>Output Gate with sigmoid (new memory Gate)</a:t>
            </a:r>
          </a:p>
          <a:p>
            <a:r>
              <a:rPr lang="en-US" sz="2315" dirty="0"/>
              <a:t>&amp;</a:t>
            </a:r>
          </a:p>
          <a:p>
            <a:r>
              <a:rPr lang="en-US" sz="2315" dirty="0"/>
              <a:t>Layer  NN with Tanh</a:t>
            </a:r>
          </a:p>
        </p:txBody>
      </p:sp>
      <p:sp>
        <p:nvSpPr>
          <p:cNvPr id="4" name="TextBox 3">
            <a:extLst>
              <a:ext uri="{FF2B5EF4-FFF2-40B4-BE49-F238E27FC236}">
                <a16:creationId xmlns:a16="http://schemas.microsoft.com/office/drawing/2014/main" id="{D8A97F5A-AD96-45E9-A160-92BEDF547B94}"/>
              </a:ext>
            </a:extLst>
          </p:cNvPr>
          <p:cNvSpPr txBox="1"/>
          <p:nvPr/>
        </p:nvSpPr>
        <p:spPr>
          <a:xfrm>
            <a:off x="3886064" y="4712043"/>
            <a:ext cx="5040489" cy="779252"/>
          </a:xfrm>
          <a:prstGeom prst="rect">
            <a:avLst/>
          </a:prstGeom>
          <a:noFill/>
        </p:spPr>
        <p:txBody>
          <a:bodyPr wrap="square">
            <a:spAutoFit/>
          </a:bodyPr>
          <a:lstStyle/>
          <a:p>
            <a:r>
              <a:rPr lang="en-US" sz="1488" dirty="0">
                <a:solidFill>
                  <a:srgbClr val="292929"/>
                </a:solidFill>
                <a:latin typeface="charter"/>
              </a:rPr>
              <a:t>(3) Is the bias</a:t>
            </a:r>
          </a:p>
          <a:p>
            <a:r>
              <a:rPr lang="en-US" sz="1488" dirty="0">
                <a:solidFill>
                  <a:srgbClr val="FF0000"/>
                </a:solidFill>
                <a:latin typeface="charter"/>
              </a:rPr>
              <a:t>Tanh</a:t>
            </a:r>
            <a:r>
              <a:rPr lang="en-US" sz="1488" dirty="0">
                <a:solidFill>
                  <a:srgbClr val="292929"/>
                </a:solidFill>
                <a:latin typeface="charter"/>
              </a:rPr>
              <a:t> controls how much the new memory should be </a:t>
            </a:r>
            <a:r>
              <a:rPr lang="en-US" sz="1488" dirty="0">
                <a:solidFill>
                  <a:srgbClr val="FF0000"/>
                </a:solidFill>
                <a:latin typeface="charter"/>
              </a:rPr>
              <a:t>transferred to the second LTSM</a:t>
            </a:r>
            <a:endParaRPr lang="en-US" sz="1488" dirty="0">
              <a:solidFill>
                <a:srgbClr val="FF0000"/>
              </a:solidFill>
            </a:endParaRPr>
          </a:p>
        </p:txBody>
      </p:sp>
      <p:sp>
        <p:nvSpPr>
          <p:cNvPr id="5" name="TextBox 4">
            <a:extLst>
              <a:ext uri="{FF2B5EF4-FFF2-40B4-BE49-F238E27FC236}">
                <a16:creationId xmlns:a16="http://schemas.microsoft.com/office/drawing/2014/main" id="{790DE832-F7DB-49F4-AC0C-0DDB5D46C10F}"/>
              </a:ext>
            </a:extLst>
          </p:cNvPr>
          <p:cNvSpPr txBox="1"/>
          <p:nvPr/>
        </p:nvSpPr>
        <p:spPr>
          <a:xfrm flipH="1">
            <a:off x="5932250" y="2263728"/>
            <a:ext cx="1748827" cy="779252"/>
          </a:xfrm>
          <a:prstGeom prst="rect">
            <a:avLst/>
          </a:prstGeom>
          <a:noFill/>
        </p:spPr>
        <p:txBody>
          <a:bodyPr wrap="square" rtlCol="0">
            <a:spAutoFit/>
          </a:bodyPr>
          <a:lstStyle/>
          <a:p>
            <a:r>
              <a:rPr lang="en-US" sz="1488" dirty="0"/>
              <a:t>New memory</a:t>
            </a:r>
            <a:br>
              <a:rPr lang="en-US" sz="1488" dirty="0"/>
            </a:br>
            <a:r>
              <a:rPr lang="en-US" sz="1488" dirty="0"/>
              <a:t> from Sigmoid function</a:t>
            </a:r>
          </a:p>
        </p:txBody>
      </p:sp>
    </p:spTree>
    <p:extLst>
      <p:ext uri="{BB962C8B-B14F-4D97-AF65-F5344CB8AC3E}">
        <p14:creationId xmlns:p14="http://schemas.microsoft.com/office/powerpoint/2010/main" val="18686290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5" grpId="0"/>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506" name="Picture 2">
            <a:extLst>
              <a:ext uri="{FF2B5EF4-FFF2-40B4-BE49-F238E27FC236}">
                <a16:creationId xmlns:a16="http://schemas.microsoft.com/office/drawing/2014/main" id="{14BB4BF1-BD95-40F2-A864-7E676A1403A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39769" y="0"/>
            <a:ext cx="6950052" cy="5670550"/>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A2EEBAC9-882B-4E2C-937C-A96DE51125AF}"/>
              </a:ext>
            </a:extLst>
          </p:cNvPr>
          <p:cNvSpPr txBox="1"/>
          <p:nvPr/>
        </p:nvSpPr>
        <p:spPr>
          <a:xfrm>
            <a:off x="7679284" y="3006630"/>
            <a:ext cx="2303995" cy="804836"/>
          </a:xfrm>
          <a:prstGeom prst="rect">
            <a:avLst/>
          </a:prstGeom>
          <a:noFill/>
        </p:spPr>
        <p:txBody>
          <a:bodyPr wrap="square" rtlCol="0">
            <a:spAutoFit/>
          </a:bodyPr>
          <a:lstStyle/>
          <a:p>
            <a:r>
              <a:rPr lang="en-US" sz="2315" dirty="0"/>
              <a:t>Forget gate f NN with sigmoid</a:t>
            </a:r>
          </a:p>
        </p:txBody>
      </p:sp>
      <p:sp>
        <p:nvSpPr>
          <p:cNvPr id="4" name="TextBox 3">
            <a:extLst>
              <a:ext uri="{FF2B5EF4-FFF2-40B4-BE49-F238E27FC236}">
                <a16:creationId xmlns:a16="http://schemas.microsoft.com/office/drawing/2014/main" id="{C238F996-1068-4148-B918-A41F71B0F7C1}"/>
              </a:ext>
            </a:extLst>
          </p:cNvPr>
          <p:cNvSpPr txBox="1"/>
          <p:nvPr/>
        </p:nvSpPr>
        <p:spPr>
          <a:xfrm>
            <a:off x="55215" y="4366197"/>
            <a:ext cx="6628054" cy="1161087"/>
          </a:xfrm>
          <a:prstGeom prst="rect">
            <a:avLst/>
          </a:prstGeom>
          <a:noFill/>
        </p:spPr>
        <p:txBody>
          <a:bodyPr wrap="square" rtlCol="0">
            <a:spAutoFit/>
          </a:bodyPr>
          <a:lstStyle/>
          <a:p>
            <a:r>
              <a:rPr lang="en-US" sz="2315" dirty="0"/>
              <a:t>Input Gate with sigmoid (new memory Gate)</a:t>
            </a:r>
          </a:p>
          <a:p>
            <a:r>
              <a:rPr lang="en-US" sz="2315" dirty="0"/>
              <a:t>&amp;</a:t>
            </a:r>
          </a:p>
          <a:p>
            <a:r>
              <a:rPr lang="en-US" sz="2315" dirty="0"/>
              <a:t>Candidate Layer  NN with Tanh</a:t>
            </a:r>
          </a:p>
        </p:txBody>
      </p:sp>
      <p:sp>
        <p:nvSpPr>
          <p:cNvPr id="6" name="TextBox 5">
            <a:extLst>
              <a:ext uri="{FF2B5EF4-FFF2-40B4-BE49-F238E27FC236}">
                <a16:creationId xmlns:a16="http://schemas.microsoft.com/office/drawing/2014/main" id="{73CB252C-0220-4B15-BFAE-D990FB0EA218}"/>
              </a:ext>
            </a:extLst>
          </p:cNvPr>
          <p:cNvSpPr txBox="1"/>
          <p:nvPr/>
        </p:nvSpPr>
        <p:spPr>
          <a:xfrm>
            <a:off x="130963" y="348526"/>
            <a:ext cx="5067390" cy="321306"/>
          </a:xfrm>
          <a:prstGeom prst="rect">
            <a:avLst/>
          </a:prstGeom>
          <a:noFill/>
        </p:spPr>
        <p:txBody>
          <a:bodyPr wrap="square">
            <a:spAutoFit/>
          </a:bodyPr>
          <a:lstStyle/>
          <a:p>
            <a:r>
              <a:rPr lang="en-US" sz="1488" dirty="0"/>
              <a:t>Output Gate with sigmoid </a:t>
            </a:r>
          </a:p>
        </p:txBody>
      </p:sp>
      <p:sp>
        <p:nvSpPr>
          <p:cNvPr id="8" name="TextBox 7">
            <a:extLst>
              <a:ext uri="{FF2B5EF4-FFF2-40B4-BE49-F238E27FC236}">
                <a16:creationId xmlns:a16="http://schemas.microsoft.com/office/drawing/2014/main" id="{E9A4FC6D-09C5-4830-9278-7674944F2141}"/>
              </a:ext>
            </a:extLst>
          </p:cNvPr>
          <p:cNvSpPr txBox="1"/>
          <p:nvPr/>
        </p:nvSpPr>
        <p:spPr>
          <a:xfrm>
            <a:off x="6919513" y="119488"/>
            <a:ext cx="5067390" cy="779252"/>
          </a:xfrm>
          <a:prstGeom prst="rect">
            <a:avLst/>
          </a:prstGeom>
          <a:noFill/>
        </p:spPr>
        <p:txBody>
          <a:bodyPr wrap="square">
            <a:spAutoFit/>
          </a:bodyPr>
          <a:lstStyle/>
          <a:p>
            <a:r>
              <a:rPr lang="en-US" sz="1488" dirty="0" err="1">
                <a:solidFill>
                  <a:srgbClr val="292929"/>
                </a:solidFill>
                <a:latin typeface="charter"/>
              </a:rPr>
              <a:t>CELL:merge</a:t>
            </a:r>
            <a:r>
              <a:rPr lang="en-US" sz="1488" dirty="0">
                <a:solidFill>
                  <a:srgbClr val="292929"/>
                </a:solidFill>
                <a:latin typeface="charter"/>
              </a:rPr>
              <a:t> the old memory </a:t>
            </a:r>
          </a:p>
          <a:p>
            <a:r>
              <a:rPr lang="en-US" sz="1488" dirty="0">
                <a:solidFill>
                  <a:srgbClr val="292929"/>
                </a:solidFill>
                <a:latin typeface="charter"/>
              </a:rPr>
              <a:t>and the new memory to form </a:t>
            </a:r>
            <a:r>
              <a:rPr lang="en-US" sz="1488" dirty="0" err="1">
                <a:solidFill>
                  <a:srgbClr val="292929"/>
                </a:solidFill>
                <a:latin typeface="charter"/>
              </a:rPr>
              <a:t>C_t</a:t>
            </a:r>
            <a:r>
              <a:rPr lang="en-US" sz="1488" dirty="0">
                <a:solidFill>
                  <a:srgbClr val="292929"/>
                </a:solidFill>
                <a:latin typeface="charter"/>
              </a:rPr>
              <a:t> </a:t>
            </a:r>
          </a:p>
          <a:p>
            <a:r>
              <a:rPr lang="en-US" sz="1488" dirty="0">
                <a:solidFill>
                  <a:srgbClr val="292929"/>
                </a:solidFill>
                <a:latin typeface="charter"/>
              </a:rPr>
              <a:t>(in green, flows back to the big “Cell”):</a:t>
            </a:r>
            <a:endParaRPr lang="en-US" sz="1488" dirty="0"/>
          </a:p>
        </p:txBody>
      </p:sp>
    </p:spTree>
    <p:extLst>
      <p:ext uri="{BB962C8B-B14F-4D97-AF65-F5344CB8AC3E}">
        <p14:creationId xmlns:p14="http://schemas.microsoft.com/office/powerpoint/2010/main" val="19559627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530" name="Picture 2">
            <a:extLst>
              <a:ext uri="{FF2B5EF4-FFF2-40B4-BE49-F238E27FC236}">
                <a16:creationId xmlns:a16="http://schemas.microsoft.com/office/drawing/2014/main" id="{C8492EEC-9F23-490C-A23F-5144E67256E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21323" y="555242"/>
            <a:ext cx="8041155" cy="456006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80608126"/>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3655662" y="2714198"/>
            <a:ext cx="1431814" cy="961893"/>
            <a:chOff x="2895473" y="3282569"/>
            <a:chExt cx="1731645" cy="1163320"/>
          </a:xfrm>
        </p:grpSpPr>
        <p:pic>
          <p:nvPicPr>
            <p:cNvPr id="3" name="object 3"/>
            <p:cNvPicPr/>
            <p:nvPr/>
          </p:nvPicPr>
          <p:blipFill>
            <a:blip r:embed="rId2" cstate="print"/>
            <a:stretch>
              <a:fillRect/>
            </a:stretch>
          </p:blipFill>
          <p:spPr>
            <a:xfrm>
              <a:off x="2898648" y="3285744"/>
              <a:ext cx="1725167" cy="1156715"/>
            </a:xfrm>
            <a:prstGeom prst="rect">
              <a:avLst/>
            </a:prstGeom>
          </p:spPr>
        </p:pic>
        <p:sp>
          <p:nvSpPr>
            <p:cNvPr id="4" name="object 4"/>
            <p:cNvSpPr/>
            <p:nvPr/>
          </p:nvSpPr>
          <p:spPr>
            <a:xfrm>
              <a:off x="2898648" y="3285744"/>
              <a:ext cx="1725295" cy="1156970"/>
            </a:xfrm>
            <a:custGeom>
              <a:avLst/>
              <a:gdLst/>
              <a:ahLst/>
              <a:cxnLst/>
              <a:rect l="l" t="t" r="r" b="b"/>
              <a:pathLst>
                <a:path w="1725295" h="1156970">
                  <a:moveTo>
                    <a:pt x="1725167" y="192785"/>
                  </a:moveTo>
                  <a:lnTo>
                    <a:pt x="1697448" y="241436"/>
                  </a:lnTo>
                  <a:lnTo>
                    <a:pt x="1650326" y="271429"/>
                  </a:lnTo>
                  <a:lnTo>
                    <a:pt x="1582707" y="298928"/>
                  </a:lnTo>
                  <a:lnTo>
                    <a:pt x="1541859" y="311598"/>
                  </a:lnTo>
                  <a:lnTo>
                    <a:pt x="1496664" y="323469"/>
                  </a:lnTo>
                  <a:lnTo>
                    <a:pt x="1447380" y="334486"/>
                  </a:lnTo>
                  <a:lnTo>
                    <a:pt x="1394267" y="344589"/>
                  </a:lnTo>
                  <a:lnTo>
                    <a:pt x="1337584" y="353721"/>
                  </a:lnTo>
                  <a:lnTo>
                    <a:pt x="1277589" y="361823"/>
                  </a:lnTo>
                  <a:lnTo>
                    <a:pt x="1214542" y="368838"/>
                  </a:lnTo>
                  <a:lnTo>
                    <a:pt x="1148702" y="374707"/>
                  </a:lnTo>
                  <a:lnTo>
                    <a:pt x="1080326" y="379373"/>
                  </a:lnTo>
                  <a:lnTo>
                    <a:pt x="1009676" y="382778"/>
                  </a:lnTo>
                  <a:lnTo>
                    <a:pt x="937008" y="384863"/>
                  </a:lnTo>
                  <a:lnTo>
                    <a:pt x="862584" y="385571"/>
                  </a:lnTo>
                  <a:lnTo>
                    <a:pt x="788159" y="384863"/>
                  </a:lnTo>
                  <a:lnTo>
                    <a:pt x="715491" y="382778"/>
                  </a:lnTo>
                  <a:lnTo>
                    <a:pt x="644841" y="379373"/>
                  </a:lnTo>
                  <a:lnTo>
                    <a:pt x="576465" y="374707"/>
                  </a:lnTo>
                  <a:lnTo>
                    <a:pt x="510625" y="368838"/>
                  </a:lnTo>
                  <a:lnTo>
                    <a:pt x="447578" y="361823"/>
                  </a:lnTo>
                  <a:lnTo>
                    <a:pt x="387583" y="353721"/>
                  </a:lnTo>
                  <a:lnTo>
                    <a:pt x="330900" y="344589"/>
                  </a:lnTo>
                  <a:lnTo>
                    <a:pt x="277787" y="334486"/>
                  </a:lnTo>
                  <a:lnTo>
                    <a:pt x="228503" y="323469"/>
                  </a:lnTo>
                  <a:lnTo>
                    <a:pt x="183308" y="311598"/>
                  </a:lnTo>
                  <a:lnTo>
                    <a:pt x="142460" y="298928"/>
                  </a:lnTo>
                  <a:lnTo>
                    <a:pt x="106218" y="285519"/>
                  </a:lnTo>
                  <a:lnTo>
                    <a:pt x="48589" y="256715"/>
                  </a:lnTo>
                  <a:lnTo>
                    <a:pt x="12492" y="225649"/>
                  </a:lnTo>
                  <a:lnTo>
                    <a:pt x="3166" y="209413"/>
                  </a:lnTo>
                  <a:lnTo>
                    <a:pt x="0" y="192785"/>
                  </a:lnTo>
                </a:path>
                <a:path w="1725295" h="1156970">
                  <a:moveTo>
                    <a:pt x="0" y="192785"/>
                  </a:moveTo>
                  <a:lnTo>
                    <a:pt x="27719" y="144135"/>
                  </a:lnTo>
                  <a:lnTo>
                    <a:pt x="74841" y="114142"/>
                  </a:lnTo>
                  <a:lnTo>
                    <a:pt x="142460" y="86643"/>
                  </a:lnTo>
                  <a:lnTo>
                    <a:pt x="183308" y="73973"/>
                  </a:lnTo>
                  <a:lnTo>
                    <a:pt x="228503" y="62102"/>
                  </a:lnTo>
                  <a:lnTo>
                    <a:pt x="277787" y="51085"/>
                  </a:lnTo>
                  <a:lnTo>
                    <a:pt x="330900" y="40982"/>
                  </a:lnTo>
                  <a:lnTo>
                    <a:pt x="387583" y="31850"/>
                  </a:lnTo>
                  <a:lnTo>
                    <a:pt x="447578" y="23748"/>
                  </a:lnTo>
                  <a:lnTo>
                    <a:pt x="510625" y="16733"/>
                  </a:lnTo>
                  <a:lnTo>
                    <a:pt x="576465" y="10864"/>
                  </a:lnTo>
                  <a:lnTo>
                    <a:pt x="644841" y="6198"/>
                  </a:lnTo>
                  <a:lnTo>
                    <a:pt x="715491" y="2793"/>
                  </a:lnTo>
                  <a:lnTo>
                    <a:pt x="788159" y="708"/>
                  </a:lnTo>
                  <a:lnTo>
                    <a:pt x="862584" y="0"/>
                  </a:lnTo>
                  <a:lnTo>
                    <a:pt x="937008" y="708"/>
                  </a:lnTo>
                  <a:lnTo>
                    <a:pt x="1009676" y="2793"/>
                  </a:lnTo>
                  <a:lnTo>
                    <a:pt x="1080326" y="6198"/>
                  </a:lnTo>
                  <a:lnTo>
                    <a:pt x="1148702" y="10864"/>
                  </a:lnTo>
                  <a:lnTo>
                    <a:pt x="1214542" y="16733"/>
                  </a:lnTo>
                  <a:lnTo>
                    <a:pt x="1277589" y="23748"/>
                  </a:lnTo>
                  <a:lnTo>
                    <a:pt x="1337584" y="31850"/>
                  </a:lnTo>
                  <a:lnTo>
                    <a:pt x="1394267" y="40982"/>
                  </a:lnTo>
                  <a:lnTo>
                    <a:pt x="1447380" y="51085"/>
                  </a:lnTo>
                  <a:lnTo>
                    <a:pt x="1496664" y="62102"/>
                  </a:lnTo>
                  <a:lnTo>
                    <a:pt x="1541859" y="73973"/>
                  </a:lnTo>
                  <a:lnTo>
                    <a:pt x="1582707" y="86643"/>
                  </a:lnTo>
                  <a:lnTo>
                    <a:pt x="1618949" y="100052"/>
                  </a:lnTo>
                  <a:lnTo>
                    <a:pt x="1676578" y="128856"/>
                  </a:lnTo>
                  <a:lnTo>
                    <a:pt x="1712675" y="159922"/>
                  </a:lnTo>
                  <a:lnTo>
                    <a:pt x="1725167" y="192785"/>
                  </a:lnTo>
                  <a:lnTo>
                    <a:pt x="1725167" y="963929"/>
                  </a:lnTo>
                  <a:lnTo>
                    <a:pt x="1697448" y="1012580"/>
                  </a:lnTo>
                  <a:lnTo>
                    <a:pt x="1650326" y="1042573"/>
                  </a:lnTo>
                  <a:lnTo>
                    <a:pt x="1582707" y="1070072"/>
                  </a:lnTo>
                  <a:lnTo>
                    <a:pt x="1541859" y="1082742"/>
                  </a:lnTo>
                  <a:lnTo>
                    <a:pt x="1496664" y="1094613"/>
                  </a:lnTo>
                  <a:lnTo>
                    <a:pt x="1447380" y="1105630"/>
                  </a:lnTo>
                  <a:lnTo>
                    <a:pt x="1394267" y="1115733"/>
                  </a:lnTo>
                  <a:lnTo>
                    <a:pt x="1337584" y="1124865"/>
                  </a:lnTo>
                  <a:lnTo>
                    <a:pt x="1277589" y="1132967"/>
                  </a:lnTo>
                  <a:lnTo>
                    <a:pt x="1214542" y="1139982"/>
                  </a:lnTo>
                  <a:lnTo>
                    <a:pt x="1148702" y="1145851"/>
                  </a:lnTo>
                  <a:lnTo>
                    <a:pt x="1080326" y="1150517"/>
                  </a:lnTo>
                  <a:lnTo>
                    <a:pt x="1009676" y="1153922"/>
                  </a:lnTo>
                  <a:lnTo>
                    <a:pt x="937008" y="1156007"/>
                  </a:lnTo>
                  <a:lnTo>
                    <a:pt x="862584" y="1156715"/>
                  </a:lnTo>
                  <a:lnTo>
                    <a:pt x="788159" y="1156007"/>
                  </a:lnTo>
                  <a:lnTo>
                    <a:pt x="715491" y="1153922"/>
                  </a:lnTo>
                  <a:lnTo>
                    <a:pt x="644841" y="1150517"/>
                  </a:lnTo>
                  <a:lnTo>
                    <a:pt x="576465" y="1145851"/>
                  </a:lnTo>
                  <a:lnTo>
                    <a:pt x="510625" y="1139982"/>
                  </a:lnTo>
                  <a:lnTo>
                    <a:pt x="447578" y="1132967"/>
                  </a:lnTo>
                  <a:lnTo>
                    <a:pt x="387583" y="1124865"/>
                  </a:lnTo>
                  <a:lnTo>
                    <a:pt x="330900" y="1115733"/>
                  </a:lnTo>
                  <a:lnTo>
                    <a:pt x="277787" y="1105630"/>
                  </a:lnTo>
                  <a:lnTo>
                    <a:pt x="228503" y="1094613"/>
                  </a:lnTo>
                  <a:lnTo>
                    <a:pt x="183308" y="1082742"/>
                  </a:lnTo>
                  <a:lnTo>
                    <a:pt x="142460" y="1070072"/>
                  </a:lnTo>
                  <a:lnTo>
                    <a:pt x="106218" y="1056663"/>
                  </a:lnTo>
                  <a:lnTo>
                    <a:pt x="48589" y="1027859"/>
                  </a:lnTo>
                  <a:lnTo>
                    <a:pt x="12492" y="996793"/>
                  </a:lnTo>
                  <a:lnTo>
                    <a:pt x="0" y="963929"/>
                  </a:lnTo>
                  <a:lnTo>
                    <a:pt x="0" y="192785"/>
                  </a:lnTo>
                  <a:close/>
                </a:path>
              </a:pathLst>
            </a:custGeom>
            <a:ln w="6096">
              <a:solidFill>
                <a:srgbClr val="5B9BD4"/>
              </a:solidFill>
            </a:ln>
          </p:spPr>
          <p:txBody>
            <a:bodyPr wrap="square" lIns="0" tIns="0" rIns="0" bIns="0" rtlCol="0"/>
            <a:lstStyle/>
            <a:p>
              <a:endParaRPr sz="1488"/>
            </a:p>
          </p:txBody>
        </p:sp>
      </p:grpSp>
      <p:sp>
        <p:nvSpPr>
          <p:cNvPr id="5" name="object 5"/>
          <p:cNvSpPr txBox="1"/>
          <p:nvPr/>
        </p:nvSpPr>
        <p:spPr>
          <a:xfrm>
            <a:off x="3921022" y="2946481"/>
            <a:ext cx="899412" cy="621540"/>
          </a:xfrm>
          <a:prstGeom prst="rect">
            <a:avLst/>
          </a:prstGeom>
        </p:spPr>
        <p:txBody>
          <a:bodyPr vert="horz" wrap="square" lIns="0" tIns="10501" rIns="0" bIns="0" rtlCol="0">
            <a:spAutoFit/>
          </a:bodyPr>
          <a:lstStyle/>
          <a:p>
            <a:pPr marL="262541" marR="4201" indent="-252039">
              <a:spcBef>
                <a:spcPts val="83"/>
              </a:spcBef>
            </a:pPr>
            <a:r>
              <a:rPr sz="1985" dirty="0">
                <a:latin typeface="Calibri"/>
                <a:cs typeface="Calibri"/>
              </a:rPr>
              <a:t>Mem</a:t>
            </a:r>
            <a:r>
              <a:rPr sz="1985" spc="-4" dirty="0">
                <a:latin typeface="Calibri"/>
                <a:cs typeface="Calibri"/>
              </a:rPr>
              <a:t>o</a:t>
            </a:r>
            <a:r>
              <a:rPr sz="1985" spc="4" dirty="0">
                <a:latin typeface="Calibri"/>
                <a:cs typeface="Calibri"/>
              </a:rPr>
              <a:t>r</a:t>
            </a:r>
            <a:r>
              <a:rPr sz="1985" dirty="0">
                <a:latin typeface="Calibri"/>
                <a:cs typeface="Calibri"/>
              </a:rPr>
              <a:t>y  </a:t>
            </a:r>
            <a:r>
              <a:rPr sz="1985" spc="-4" dirty="0">
                <a:latin typeface="Calibri"/>
                <a:cs typeface="Calibri"/>
              </a:rPr>
              <a:t>Cell</a:t>
            </a:r>
            <a:endParaRPr sz="1985">
              <a:latin typeface="Calibri"/>
              <a:cs typeface="Calibri"/>
            </a:endParaRPr>
          </a:p>
        </p:txBody>
      </p:sp>
      <p:sp>
        <p:nvSpPr>
          <p:cNvPr id="6" name="object 6"/>
          <p:cNvSpPr txBox="1">
            <a:spLocks noGrp="1"/>
          </p:cNvSpPr>
          <p:nvPr>
            <p:ph type="title"/>
          </p:nvPr>
        </p:nvSpPr>
        <p:spPr>
          <a:xfrm>
            <a:off x="1460500" y="293477"/>
            <a:ext cx="6155172" cy="570967"/>
          </a:xfrm>
          <a:prstGeom prst="rect">
            <a:avLst/>
          </a:prstGeom>
          <a:solidFill>
            <a:schemeClr val="bg1"/>
          </a:solidFill>
        </p:spPr>
        <p:txBody>
          <a:bodyPr vert="horz" wrap="square" lIns="0" tIns="11026" rIns="0" bIns="0" rtlCol="0" anchor="ctr">
            <a:spAutoFit/>
          </a:bodyPr>
          <a:lstStyle/>
          <a:p>
            <a:pPr marL="10502">
              <a:lnSpc>
                <a:spcPct val="100000"/>
              </a:lnSpc>
              <a:spcBef>
                <a:spcPts val="87"/>
              </a:spcBef>
            </a:pPr>
            <a:r>
              <a:rPr dirty="0"/>
              <a:t>Long</a:t>
            </a:r>
            <a:r>
              <a:rPr spc="-12" dirty="0"/>
              <a:t> </a:t>
            </a:r>
            <a:r>
              <a:rPr spc="-4" dirty="0"/>
              <a:t>Short-term</a:t>
            </a:r>
            <a:r>
              <a:rPr spc="-17" dirty="0"/>
              <a:t> </a:t>
            </a:r>
            <a:r>
              <a:rPr dirty="0"/>
              <a:t>Memory</a:t>
            </a:r>
            <a:r>
              <a:rPr spc="-25" dirty="0"/>
              <a:t> </a:t>
            </a:r>
            <a:r>
              <a:rPr spc="-4" dirty="0"/>
              <a:t>(LSTM)</a:t>
            </a:r>
          </a:p>
        </p:txBody>
      </p:sp>
      <p:grpSp>
        <p:nvGrpSpPr>
          <p:cNvPr id="7" name="object 7"/>
          <p:cNvGrpSpPr/>
          <p:nvPr/>
        </p:nvGrpSpPr>
        <p:grpSpPr>
          <a:xfrm>
            <a:off x="3276363" y="4259107"/>
            <a:ext cx="2203114" cy="475696"/>
            <a:chOff x="2436748" y="5150992"/>
            <a:chExt cx="2664460" cy="575310"/>
          </a:xfrm>
        </p:grpSpPr>
        <p:pic>
          <p:nvPicPr>
            <p:cNvPr id="8" name="object 8"/>
            <p:cNvPicPr/>
            <p:nvPr/>
          </p:nvPicPr>
          <p:blipFill>
            <a:blip r:embed="rId3" cstate="print"/>
            <a:stretch>
              <a:fillRect/>
            </a:stretch>
          </p:blipFill>
          <p:spPr>
            <a:xfrm>
              <a:off x="2439923" y="5154167"/>
              <a:ext cx="2657855" cy="568451"/>
            </a:xfrm>
            <a:prstGeom prst="rect">
              <a:avLst/>
            </a:prstGeom>
          </p:spPr>
        </p:pic>
        <p:sp>
          <p:nvSpPr>
            <p:cNvPr id="9" name="object 9"/>
            <p:cNvSpPr/>
            <p:nvPr/>
          </p:nvSpPr>
          <p:spPr>
            <a:xfrm>
              <a:off x="2439923" y="5154167"/>
              <a:ext cx="2658110" cy="568960"/>
            </a:xfrm>
            <a:custGeom>
              <a:avLst/>
              <a:gdLst/>
              <a:ahLst/>
              <a:cxnLst/>
              <a:rect l="l" t="t" r="r" b="b"/>
              <a:pathLst>
                <a:path w="2658110" h="568960">
                  <a:moveTo>
                    <a:pt x="0" y="568451"/>
                  </a:moveTo>
                  <a:lnTo>
                    <a:pt x="2657855" y="568451"/>
                  </a:lnTo>
                  <a:lnTo>
                    <a:pt x="2657855" y="0"/>
                  </a:lnTo>
                  <a:lnTo>
                    <a:pt x="0" y="0"/>
                  </a:lnTo>
                  <a:lnTo>
                    <a:pt x="0" y="568451"/>
                  </a:lnTo>
                  <a:close/>
                </a:path>
              </a:pathLst>
            </a:custGeom>
            <a:ln w="6096">
              <a:solidFill>
                <a:srgbClr val="EC7C30"/>
              </a:solidFill>
            </a:ln>
          </p:spPr>
          <p:txBody>
            <a:bodyPr wrap="square" lIns="0" tIns="0" rIns="0" bIns="0" rtlCol="0"/>
            <a:lstStyle/>
            <a:p>
              <a:endParaRPr sz="1488"/>
            </a:p>
          </p:txBody>
        </p:sp>
      </p:grpSp>
      <p:sp>
        <p:nvSpPr>
          <p:cNvPr id="10" name="object 10"/>
          <p:cNvSpPr txBox="1"/>
          <p:nvPr/>
        </p:nvSpPr>
        <p:spPr>
          <a:xfrm>
            <a:off x="3309232" y="4319803"/>
            <a:ext cx="2165310" cy="316072"/>
          </a:xfrm>
          <a:prstGeom prst="rect">
            <a:avLst/>
          </a:prstGeom>
        </p:spPr>
        <p:txBody>
          <a:bodyPr vert="horz" wrap="square" lIns="0" tIns="10501" rIns="0" bIns="0" rtlCol="0">
            <a:spAutoFit/>
          </a:bodyPr>
          <a:lstStyle/>
          <a:p>
            <a:pPr marL="525082">
              <a:spcBef>
                <a:spcPts val="83"/>
              </a:spcBef>
            </a:pPr>
            <a:r>
              <a:rPr sz="1985" dirty="0">
                <a:latin typeface="Calibri"/>
                <a:cs typeface="Calibri"/>
              </a:rPr>
              <a:t>Input</a:t>
            </a:r>
            <a:r>
              <a:rPr sz="1985" spc="-41" dirty="0">
                <a:latin typeface="Calibri"/>
                <a:cs typeface="Calibri"/>
              </a:rPr>
              <a:t> </a:t>
            </a:r>
            <a:r>
              <a:rPr sz="1985" spc="-12" dirty="0">
                <a:latin typeface="Calibri"/>
                <a:cs typeface="Calibri"/>
              </a:rPr>
              <a:t>Gate</a:t>
            </a:r>
            <a:endParaRPr sz="1985">
              <a:latin typeface="Calibri"/>
              <a:cs typeface="Calibri"/>
            </a:endParaRPr>
          </a:p>
        </p:txBody>
      </p:sp>
      <p:grpSp>
        <p:nvGrpSpPr>
          <p:cNvPr id="11" name="object 11"/>
          <p:cNvGrpSpPr/>
          <p:nvPr/>
        </p:nvGrpSpPr>
        <p:grpSpPr>
          <a:xfrm>
            <a:off x="3276363" y="1818251"/>
            <a:ext cx="2203114" cy="476746"/>
            <a:chOff x="2436748" y="2199004"/>
            <a:chExt cx="2664460" cy="576580"/>
          </a:xfrm>
        </p:grpSpPr>
        <p:pic>
          <p:nvPicPr>
            <p:cNvPr id="12" name="object 12"/>
            <p:cNvPicPr/>
            <p:nvPr/>
          </p:nvPicPr>
          <p:blipFill>
            <a:blip r:embed="rId4" cstate="print"/>
            <a:stretch>
              <a:fillRect/>
            </a:stretch>
          </p:blipFill>
          <p:spPr>
            <a:xfrm>
              <a:off x="2439923" y="2202179"/>
              <a:ext cx="2657855" cy="569976"/>
            </a:xfrm>
            <a:prstGeom prst="rect">
              <a:avLst/>
            </a:prstGeom>
          </p:spPr>
        </p:pic>
        <p:sp>
          <p:nvSpPr>
            <p:cNvPr id="13" name="object 13"/>
            <p:cNvSpPr/>
            <p:nvPr/>
          </p:nvSpPr>
          <p:spPr>
            <a:xfrm>
              <a:off x="2439923" y="2202179"/>
              <a:ext cx="2658110" cy="570230"/>
            </a:xfrm>
            <a:custGeom>
              <a:avLst/>
              <a:gdLst/>
              <a:ahLst/>
              <a:cxnLst/>
              <a:rect l="l" t="t" r="r" b="b"/>
              <a:pathLst>
                <a:path w="2658110" h="570230">
                  <a:moveTo>
                    <a:pt x="0" y="569976"/>
                  </a:moveTo>
                  <a:lnTo>
                    <a:pt x="2657855" y="569976"/>
                  </a:lnTo>
                  <a:lnTo>
                    <a:pt x="2657855" y="0"/>
                  </a:lnTo>
                  <a:lnTo>
                    <a:pt x="0" y="0"/>
                  </a:lnTo>
                  <a:lnTo>
                    <a:pt x="0" y="569976"/>
                  </a:lnTo>
                  <a:close/>
                </a:path>
              </a:pathLst>
            </a:custGeom>
            <a:ln w="6096">
              <a:solidFill>
                <a:srgbClr val="FFC000"/>
              </a:solidFill>
            </a:ln>
          </p:spPr>
          <p:txBody>
            <a:bodyPr wrap="square" lIns="0" tIns="0" rIns="0" bIns="0" rtlCol="0"/>
            <a:lstStyle/>
            <a:p>
              <a:endParaRPr sz="1488"/>
            </a:p>
          </p:txBody>
        </p:sp>
      </p:grpSp>
      <p:sp>
        <p:nvSpPr>
          <p:cNvPr id="14" name="object 14"/>
          <p:cNvSpPr txBox="1"/>
          <p:nvPr/>
        </p:nvSpPr>
        <p:spPr>
          <a:xfrm>
            <a:off x="3309232" y="1878632"/>
            <a:ext cx="2165310" cy="316072"/>
          </a:xfrm>
          <a:prstGeom prst="rect">
            <a:avLst/>
          </a:prstGeom>
        </p:spPr>
        <p:txBody>
          <a:bodyPr vert="horz" wrap="square" lIns="0" tIns="10501" rIns="0" bIns="0" rtlCol="0">
            <a:spAutoFit/>
          </a:bodyPr>
          <a:lstStyle/>
          <a:p>
            <a:pPr marL="432142">
              <a:spcBef>
                <a:spcPts val="83"/>
              </a:spcBef>
            </a:pPr>
            <a:r>
              <a:rPr sz="1985" spc="-4" dirty="0">
                <a:latin typeface="Calibri"/>
                <a:cs typeface="Calibri"/>
              </a:rPr>
              <a:t>Output</a:t>
            </a:r>
            <a:r>
              <a:rPr sz="1985" spc="-37" dirty="0">
                <a:latin typeface="Calibri"/>
                <a:cs typeface="Calibri"/>
              </a:rPr>
              <a:t> </a:t>
            </a:r>
            <a:r>
              <a:rPr sz="1985" spc="-12" dirty="0">
                <a:latin typeface="Calibri"/>
                <a:cs typeface="Calibri"/>
              </a:rPr>
              <a:t>Gate</a:t>
            </a:r>
            <a:endParaRPr sz="1985">
              <a:latin typeface="Calibri"/>
              <a:cs typeface="Calibri"/>
            </a:endParaRPr>
          </a:p>
        </p:txBody>
      </p:sp>
      <p:sp>
        <p:nvSpPr>
          <p:cNvPr id="15" name="object 15"/>
          <p:cNvSpPr txBox="1"/>
          <p:nvPr/>
        </p:nvSpPr>
        <p:spPr>
          <a:xfrm>
            <a:off x="1362931" y="4165335"/>
            <a:ext cx="1484844" cy="1215534"/>
          </a:xfrm>
          <a:prstGeom prst="rect">
            <a:avLst/>
          </a:prstGeom>
        </p:spPr>
        <p:txBody>
          <a:bodyPr vert="horz" wrap="square" lIns="0" tIns="17852" rIns="0" bIns="0" rtlCol="0">
            <a:spAutoFit/>
          </a:bodyPr>
          <a:lstStyle/>
          <a:p>
            <a:pPr marL="10502" marR="4201" indent="27304" algn="just">
              <a:lnSpc>
                <a:spcPct val="97500"/>
              </a:lnSpc>
              <a:spcBef>
                <a:spcPts val="141"/>
              </a:spcBef>
            </a:pPr>
            <a:r>
              <a:rPr sz="1985" spc="-4" dirty="0">
                <a:latin typeface="Calibri"/>
                <a:cs typeface="Calibri"/>
              </a:rPr>
              <a:t>Signal </a:t>
            </a:r>
            <a:r>
              <a:rPr sz="1985" spc="-12" dirty="0">
                <a:latin typeface="Calibri"/>
                <a:cs typeface="Calibri"/>
              </a:rPr>
              <a:t>control </a:t>
            </a:r>
            <a:r>
              <a:rPr sz="1985" spc="-438" dirty="0">
                <a:latin typeface="Calibri"/>
                <a:cs typeface="Calibri"/>
              </a:rPr>
              <a:t> </a:t>
            </a:r>
            <a:r>
              <a:rPr sz="1985" dirty="0">
                <a:latin typeface="Calibri"/>
                <a:cs typeface="Calibri"/>
              </a:rPr>
              <a:t>the input </a:t>
            </a:r>
            <a:r>
              <a:rPr sz="1985" spc="-21" dirty="0">
                <a:latin typeface="Calibri"/>
                <a:cs typeface="Calibri"/>
              </a:rPr>
              <a:t>gate </a:t>
            </a:r>
            <a:r>
              <a:rPr sz="1985" spc="-438" dirty="0">
                <a:latin typeface="Calibri"/>
                <a:cs typeface="Calibri"/>
              </a:rPr>
              <a:t> </a:t>
            </a:r>
            <a:r>
              <a:rPr sz="1985" spc="-4" dirty="0">
                <a:solidFill>
                  <a:srgbClr val="0000FF"/>
                </a:solidFill>
                <a:latin typeface="Calibri"/>
                <a:cs typeface="Calibri"/>
              </a:rPr>
              <a:t>(Other part of </a:t>
            </a:r>
            <a:r>
              <a:rPr sz="1985" spc="-438" dirty="0">
                <a:solidFill>
                  <a:srgbClr val="0000FF"/>
                </a:solidFill>
                <a:latin typeface="Calibri"/>
                <a:cs typeface="Calibri"/>
              </a:rPr>
              <a:t> </a:t>
            </a:r>
            <a:r>
              <a:rPr sz="1985" dirty="0">
                <a:solidFill>
                  <a:srgbClr val="0000FF"/>
                </a:solidFill>
                <a:latin typeface="Calibri"/>
                <a:cs typeface="Calibri"/>
              </a:rPr>
              <a:t>the</a:t>
            </a:r>
            <a:r>
              <a:rPr sz="1985" spc="-21" dirty="0">
                <a:solidFill>
                  <a:srgbClr val="0000FF"/>
                </a:solidFill>
                <a:latin typeface="Calibri"/>
                <a:cs typeface="Calibri"/>
              </a:rPr>
              <a:t> </a:t>
            </a:r>
            <a:r>
              <a:rPr sz="1985" spc="-8" dirty="0">
                <a:solidFill>
                  <a:srgbClr val="0000FF"/>
                </a:solidFill>
                <a:latin typeface="Calibri"/>
                <a:cs typeface="Calibri"/>
              </a:rPr>
              <a:t>network)</a:t>
            </a:r>
            <a:endParaRPr sz="1985">
              <a:latin typeface="Calibri"/>
              <a:cs typeface="Calibri"/>
            </a:endParaRPr>
          </a:p>
        </p:txBody>
      </p:sp>
      <p:grpSp>
        <p:nvGrpSpPr>
          <p:cNvPr id="16" name="object 16"/>
          <p:cNvGrpSpPr/>
          <p:nvPr/>
        </p:nvGrpSpPr>
        <p:grpSpPr>
          <a:xfrm>
            <a:off x="5610109" y="2856592"/>
            <a:ext cx="1099457" cy="699893"/>
            <a:chOff x="5259196" y="3454780"/>
            <a:chExt cx="1329690" cy="846455"/>
          </a:xfrm>
        </p:grpSpPr>
        <p:pic>
          <p:nvPicPr>
            <p:cNvPr id="17" name="object 17"/>
            <p:cNvPicPr/>
            <p:nvPr/>
          </p:nvPicPr>
          <p:blipFill>
            <a:blip r:embed="rId5" cstate="print"/>
            <a:stretch>
              <a:fillRect/>
            </a:stretch>
          </p:blipFill>
          <p:spPr>
            <a:xfrm>
              <a:off x="5262371" y="3457955"/>
              <a:ext cx="1322831" cy="839724"/>
            </a:xfrm>
            <a:prstGeom prst="rect">
              <a:avLst/>
            </a:prstGeom>
          </p:spPr>
        </p:pic>
        <p:sp>
          <p:nvSpPr>
            <p:cNvPr id="18" name="object 18"/>
            <p:cNvSpPr/>
            <p:nvPr/>
          </p:nvSpPr>
          <p:spPr>
            <a:xfrm>
              <a:off x="5262371" y="3457955"/>
              <a:ext cx="1323340" cy="840105"/>
            </a:xfrm>
            <a:custGeom>
              <a:avLst/>
              <a:gdLst/>
              <a:ahLst/>
              <a:cxnLst/>
              <a:rect l="l" t="t" r="r" b="b"/>
              <a:pathLst>
                <a:path w="1323340" h="840104">
                  <a:moveTo>
                    <a:pt x="0" y="839724"/>
                  </a:moveTo>
                  <a:lnTo>
                    <a:pt x="1322831" y="839724"/>
                  </a:lnTo>
                  <a:lnTo>
                    <a:pt x="1322831" y="0"/>
                  </a:lnTo>
                  <a:lnTo>
                    <a:pt x="0" y="0"/>
                  </a:lnTo>
                  <a:lnTo>
                    <a:pt x="0" y="839724"/>
                  </a:lnTo>
                  <a:close/>
                </a:path>
              </a:pathLst>
            </a:custGeom>
            <a:ln w="6096">
              <a:solidFill>
                <a:srgbClr val="6FAC46"/>
              </a:solidFill>
            </a:ln>
          </p:spPr>
          <p:txBody>
            <a:bodyPr wrap="square" lIns="0" tIns="0" rIns="0" bIns="0" rtlCol="0"/>
            <a:lstStyle/>
            <a:p>
              <a:endParaRPr sz="1488"/>
            </a:p>
          </p:txBody>
        </p:sp>
      </p:grpSp>
      <p:sp>
        <p:nvSpPr>
          <p:cNvPr id="19" name="object 19"/>
          <p:cNvSpPr txBox="1"/>
          <p:nvPr/>
        </p:nvSpPr>
        <p:spPr>
          <a:xfrm>
            <a:off x="5615257" y="2877448"/>
            <a:ext cx="1067429" cy="621540"/>
          </a:xfrm>
          <a:prstGeom prst="rect">
            <a:avLst/>
          </a:prstGeom>
        </p:spPr>
        <p:txBody>
          <a:bodyPr vert="horz" wrap="square" lIns="0" tIns="10501" rIns="0" bIns="0" rtlCol="0">
            <a:spAutoFit/>
          </a:bodyPr>
          <a:lstStyle/>
          <a:p>
            <a:pPr marL="217384">
              <a:spcBef>
                <a:spcPts val="83"/>
              </a:spcBef>
            </a:pPr>
            <a:r>
              <a:rPr sz="1985" spc="-17" dirty="0">
                <a:latin typeface="Calibri"/>
                <a:cs typeface="Calibri"/>
              </a:rPr>
              <a:t>Forget</a:t>
            </a:r>
            <a:endParaRPr sz="1985">
              <a:latin typeface="Calibri"/>
              <a:cs typeface="Calibri"/>
            </a:endParaRPr>
          </a:p>
          <a:p>
            <a:pPr marL="301922">
              <a:spcBef>
                <a:spcPts val="4"/>
              </a:spcBef>
            </a:pPr>
            <a:r>
              <a:rPr sz="1985" spc="-12" dirty="0">
                <a:latin typeface="Calibri"/>
                <a:cs typeface="Calibri"/>
              </a:rPr>
              <a:t>Gate</a:t>
            </a:r>
            <a:endParaRPr sz="1985">
              <a:latin typeface="Calibri"/>
              <a:cs typeface="Calibri"/>
            </a:endParaRPr>
          </a:p>
        </p:txBody>
      </p:sp>
      <p:sp>
        <p:nvSpPr>
          <p:cNvPr id="20" name="object 20"/>
          <p:cNvSpPr/>
          <p:nvPr/>
        </p:nvSpPr>
        <p:spPr>
          <a:xfrm>
            <a:off x="2856849" y="1399996"/>
            <a:ext cx="3237989" cy="3793493"/>
          </a:xfrm>
          <a:custGeom>
            <a:avLst/>
            <a:gdLst/>
            <a:ahLst/>
            <a:cxnLst/>
            <a:rect l="l" t="t" r="r" b="b"/>
            <a:pathLst>
              <a:path w="3916045" h="4587875">
                <a:moveTo>
                  <a:pt x="469646" y="3744468"/>
                </a:moveTo>
                <a:lnTo>
                  <a:pt x="411734" y="3715512"/>
                </a:lnTo>
                <a:lnTo>
                  <a:pt x="295910" y="3657600"/>
                </a:lnTo>
                <a:lnTo>
                  <a:pt x="295910" y="3715512"/>
                </a:lnTo>
                <a:lnTo>
                  <a:pt x="0" y="3715512"/>
                </a:lnTo>
                <a:lnTo>
                  <a:pt x="0" y="3773424"/>
                </a:lnTo>
                <a:lnTo>
                  <a:pt x="295910" y="3773424"/>
                </a:lnTo>
                <a:lnTo>
                  <a:pt x="295910" y="3831336"/>
                </a:lnTo>
                <a:lnTo>
                  <a:pt x="411734" y="3773424"/>
                </a:lnTo>
                <a:lnTo>
                  <a:pt x="469646" y="3744468"/>
                </a:lnTo>
                <a:close/>
              </a:path>
              <a:path w="3916045" h="4587875">
                <a:moveTo>
                  <a:pt x="469646" y="794004"/>
                </a:moveTo>
                <a:lnTo>
                  <a:pt x="411734" y="765048"/>
                </a:lnTo>
                <a:lnTo>
                  <a:pt x="295910" y="707136"/>
                </a:lnTo>
                <a:lnTo>
                  <a:pt x="295910" y="765048"/>
                </a:lnTo>
                <a:lnTo>
                  <a:pt x="0" y="765048"/>
                </a:lnTo>
                <a:lnTo>
                  <a:pt x="0" y="822960"/>
                </a:lnTo>
                <a:lnTo>
                  <a:pt x="295910" y="822960"/>
                </a:lnTo>
                <a:lnTo>
                  <a:pt x="295910" y="880872"/>
                </a:lnTo>
                <a:lnTo>
                  <a:pt x="411721" y="822960"/>
                </a:lnTo>
                <a:lnTo>
                  <a:pt x="469646" y="794004"/>
                </a:lnTo>
                <a:close/>
              </a:path>
              <a:path w="3916045" h="4587875">
                <a:moveTo>
                  <a:pt x="1918716" y="173736"/>
                </a:moveTo>
                <a:lnTo>
                  <a:pt x="1904238" y="144780"/>
                </a:lnTo>
                <a:lnTo>
                  <a:pt x="1831848" y="0"/>
                </a:lnTo>
                <a:lnTo>
                  <a:pt x="1744980" y="173736"/>
                </a:lnTo>
                <a:lnTo>
                  <a:pt x="1802892" y="173736"/>
                </a:lnTo>
                <a:lnTo>
                  <a:pt x="1802892" y="508889"/>
                </a:lnTo>
                <a:lnTo>
                  <a:pt x="1860804" y="508889"/>
                </a:lnTo>
                <a:lnTo>
                  <a:pt x="1860804" y="173736"/>
                </a:lnTo>
                <a:lnTo>
                  <a:pt x="1918716" y="173736"/>
                </a:lnTo>
                <a:close/>
              </a:path>
              <a:path w="3916045" h="4587875">
                <a:moveTo>
                  <a:pt x="1930908" y="4146804"/>
                </a:moveTo>
                <a:lnTo>
                  <a:pt x="1916430" y="4117848"/>
                </a:lnTo>
                <a:lnTo>
                  <a:pt x="1844040" y="3973068"/>
                </a:lnTo>
                <a:lnTo>
                  <a:pt x="1757172" y="4146804"/>
                </a:lnTo>
                <a:lnTo>
                  <a:pt x="1815084" y="4146804"/>
                </a:lnTo>
                <a:lnTo>
                  <a:pt x="1815084" y="4587672"/>
                </a:lnTo>
                <a:lnTo>
                  <a:pt x="1872996" y="4587672"/>
                </a:lnTo>
                <a:lnTo>
                  <a:pt x="1872996" y="4146804"/>
                </a:lnTo>
                <a:lnTo>
                  <a:pt x="1930908" y="4146804"/>
                </a:lnTo>
                <a:close/>
              </a:path>
              <a:path w="3916045" h="4587875">
                <a:moveTo>
                  <a:pt x="1943100" y="2923032"/>
                </a:moveTo>
                <a:lnTo>
                  <a:pt x="1928622" y="2894076"/>
                </a:lnTo>
                <a:lnTo>
                  <a:pt x="1856232" y="2749296"/>
                </a:lnTo>
                <a:lnTo>
                  <a:pt x="1769364" y="2923032"/>
                </a:lnTo>
                <a:lnTo>
                  <a:pt x="1827276" y="2923032"/>
                </a:lnTo>
                <a:lnTo>
                  <a:pt x="1827276" y="3466084"/>
                </a:lnTo>
                <a:lnTo>
                  <a:pt x="1885188" y="3466084"/>
                </a:lnTo>
                <a:lnTo>
                  <a:pt x="1885188" y="2923032"/>
                </a:lnTo>
                <a:lnTo>
                  <a:pt x="1943100" y="2923032"/>
                </a:lnTo>
                <a:close/>
              </a:path>
              <a:path w="3916045" h="4587875">
                <a:moveTo>
                  <a:pt x="2412111" y="2971927"/>
                </a:moveTo>
                <a:lnTo>
                  <a:pt x="2411869" y="2971800"/>
                </a:lnTo>
                <a:lnTo>
                  <a:pt x="2412111" y="2971927"/>
                </a:lnTo>
                <a:close/>
              </a:path>
              <a:path w="3916045" h="4587875">
                <a:moveTo>
                  <a:pt x="2443353" y="2988437"/>
                </a:moveTo>
                <a:lnTo>
                  <a:pt x="2442870" y="2988183"/>
                </a:lnTo>
                <a:lnTo>
                  <a:pt x="2443353" y="2988437"/>
                </a:lnTo>
                <a:close/>
              </a:path>
              <a:path w="3916045" h="4587875">
                <a:moveTo>
                  <a:pt x="3229356" y="3124200"/>
                </a:moveTo>
                <a:lnTo>
                  <a:pt x="3037649" y="3124212"/>
                </a:lnTo>
                <a:lnTo>
                  <a:pt x="3036443" y="3124454"/>
                </a:lnTo>
                <a:lnTo>
                  <a:pt x="3037636" y="3124212"/>
                </a:lnTo>
                <a:lnTo>
                  <a:pt x="3008122" y="3128772"/>
                </a:lnTo>
                <a:lnTo>
                  <a:pt x="3009519" y="3128645"/>
                </a:lnTo>
                <a:lnTo>
                  <a:pt x="2980639" y="3131718"/>
                </a:lnTo>
                <a:lnTo>
                  <a:pt x="2951099" y="3133344"/>
                </a:lnTo>
                <a:lnTo>
                  <a:pt x="2952369" y="3133344"/>
                </a:lnTo>
                <a:lnTo>
                  <a:pt x="2923400" y="3133712"/>
                </a:lnTo>
                <a:lnTo>
                  <a:pt x="2893695" y="3132709"/>
                </a:lnTo>
                <a:lnTo>
                  <a:pt x="2894838" y="3132709"/>
                </a:lnTo>
                <a:lnTo>
                  <a:pt x="2866288" y="3130550"/>
                </a:lnTo>
                <a:lnTo>
                  <a:pt x="2865120" y="3130473"/>
                </a:lnTo>
                <a:lnTo>
                  <a:pt x="2864789" y="3130423"/>
                </a:lnTo>
                <a:lnTo>
                  <a:pt x="2835402" y="3126994"/>
                </a:lnTo>
                <a:lnTo>
                  <a:pt x="2836545" y="3127121"/>
                </a:lnTo>
                <a:lnTo>
                  <a:pt x="2835745" y="3126994"/>
                </a:lnTo>
                <a:lnTo>
                  <a:pt x="2806192" y="3122295"/>
                </a:lnTo>
                <a:lnTo>
                  <a:pt x="2807208" y="3122422"/>
                </a:lnTo>
                <a:lnTo>
                  <a:pt x="2806547" y="3122295"/>
                </a:lnTo>
                <a:lnTo>
                  <a:pt x="2777896" y="3116707"/>
                </a:lnTo>
                <a:lnTo>
                  <a:pt x="2776601" y="3116453"/>
                </a:lnTo>
                <a:lnTo>
                  <a:pt x="2777617" y="3116707"/>
                </a:lnTo>
                <a:lnTo>
                  <a:pt x="2747949" y="3109722"/>
                </a:lnTo>
                <a:lnTo>
                  <a:pt x="2746883" y="3109468"/>
                </a:lnTo>
                <a:lnTo>
                  <a:pt x="2747772" y="3109722"/>
                </a:lnTo>
                <a:lnTo>
                  <a:pt x="2718117" y="3101848"/>
                </a:lnTo>
                <a:lnTo>
                  <a:pt x="2717673" y="3101746"/>
                </a:lnTo>
                <a:lnTo>
                  <a:pt x="2717520" y="3101695"/>
                </a:lnTo>
                <a:lnTo>
                  <a:pt x="2717215" y="3101594"/>
                </a:lnTo>
                <a:lnTo>
                  <a:pt x="2688145" y="3092704"/>
                </a:lnTo>
                <a:lnTo>
                  <a:pt x="2687320" y="3092450"/>
                </a:lnTo>
                <a:lnTo>
                  <a:pt x="2687955" y="3092704"/>
                </a:lnTo>
                <a:lnTo>
                  <a:pt x="2656967" y="3082544"/>
                </a:lnTo>
                <a:lnTo>
                  <a:pt x="2657856" y="3082798"/>
                </a:lnTo>
                <a:lnTo>
                  <a:pt x="2657157" y="3082544"/>
                </a:lnTo>
                <a:lnTo>
                  <a:pt x="2627553" y="3071749"/>
                </a:lnTo>
                <a:lnTo>
                  <a:pt x="2626868" y="3071495"/>
                </a:lnTo>
                <a:lnTo>
                  <a:pt x="2627503" y="3071749"/>
                </a:lnTo>
                <a:lnTo>
                  <a:pt x="2597162" y="3059938"/>
                </a:lnTo>
                <a:lnTo>
                  <a:pt x="2596870" y="3059836"/>
                </a:lnTo>
                <a:lnTo>
                  <a:pt x="2596616" y="3059734"/>
                </a:lnTo>
                <a:lnTo>
                  <a:pt x="2565908" y="3046984"/>
                </a:lnTo>
                <a:lnTo>
                  <a:pt x="2566543" y="3047238"/>
                </a:lnTo>
                <a:lnTo>
                  <a:pt x="2565971" y="3046984"/>
                </a:lnTo>
                <a:lnTo>
                  <a:pt x="2535986" y="3033649"/>
                </a:lnTo>
                <a:lnTo>
                  <a:pt x="2535428" y="3033395"/>
                </a:lnTo>
                <a:lnTo>
                  <a:pt x="2535936" y="3033649"/>
                </a:lnTo>
                <a:lnTo>
                  <a:pt x="2505227" y="3019298"/>
                </a:lnTo>
                <a:lnTo>
                  <a:pt x="2474341" y="3004185"/>
                </a:lnTo>
                <a:lnTo>
                  <a:pt x="2473833" y="3003931"/>
                </a:lnTo>
                <a:lnTo>
                  <a:pt x="2474214" y="3004185"/>
                </a:lnTo>
                <a:lnTo>
                  <a:pt x="2442845" y="2988183"/>
                </a:lnTo>
                <a:lnTo>
                  <a:pt x="2411857" y="2971800"/>
                </a:lnTo>
                <a:lnTo>
                  <a:pt x="2380742" y="2954782"/>
                </a:lnTo>
                <a:lnTo>
                  <a:pt x="2381250" y="2955036"/>
                </a:lnTo>
                <a:lnTo>
                  <a:pt x="2380792" y="2954782"/>
                </a:lnTo>
                <a:lnTo>
                  <a:pt x="2318131" y="2919095"/>
                </a:lnTo>
                <a:lnTo>
                  <a:pt x="2318639" y="2919349"/>
                </a:lnTo>
                <a:lnTo>
                  <a:pt x="2318207" y="2919095"/>
                </a:lnTo>
                <a:lnTo>
                  <a:pt x="2255939" y="2881884"/>
                </a:lnTo>
                <a:lnTo>
                  <a:pt x="2255520" y="2881630"/>
                </a:lnTo>
                <a:lnTo>
                  <a:pt x="2255901" y="2881884"/>
                </a:lnTo>
                <a:lnTo>
                  <a:pt x="2192934" y="2842895"/>
                </a:lnTo>
                <a:lnTo>
                  <a:pt x="2146693" y="2813291"/>
                </a:lnTo>
                <a:lnTo>
                  <a:pt x="2156714" y="2797810"/>
                </a:lnTo>
                <a:lnTo>
                  <a:pt x="2177669" y="2765425"/>
                </a:lnTo>
                <a:lnTo>
                  <a:pt x="1987169" y="2744216"/>
                </a:lnTo>
                <a:lnTo>
                  <a:pt x="2084578" y="2909316"/>
                </a:lnTo>
                <a:lnTo>
                  <a:pt x="2115680" y="2861233"/>
                </a:lnTo>
                <a:lnTo>
                  <a:pt x="2162302" y="2891155"/>
                </a:lnTo>
                <a:lnTo>
                  <a:pt x="2226056" y="2930525"/>
                </a:lnTo>
                <a:lnTo>
                  <a:pt x="2289556" y="2968625"/>
                </a:lnTo>
                <a:lnTo>
                  <a:pt x="2353183" y="3004820"/>
                </a:lnTo>
                <a:lnTo>
                  <a:pt x="2416810" y="3039110"/>
                </a:lnTo>
                <a:lnTo>
                  <a:pt x="2480310" y="3070733"/>
                </a:lnTo>
                <a:lnTo>
                  <a:pt x="2543683" y="3099562"/>
                </a:lnTo>
                <a:lnTo>
                  <a:pt x="2607056" y="3125089"/>
                </a:lnTo>
                <a:lnTo>
                  <a:pt x="2670429" y="3147060"/>
                </a:lnTo>
                <a:lnTo>
                  <a:pt x="2733548" y="3165094"/>
                </a:lnTo>
                <a:lnTo>
                  <a:pt x="2796667" y="3178683"/>
                </a:lnTo>
                <a:lnTo>
                  <a:pt x="2859659" y="3187446"/>
                </a:lnTo>
                <a:lnTo>
                  <a:pt x="2922397" y="3190875"/>
                </a:lnTo>
                <a:lnTo>
                  <a:pt x="2953766" y="3190494"/>
                </a:lnTo>
                <a:lnTo>
                  <a:pt x="3016123" y="3185414"/>
                </a:lnTo>
                <a:lnTo>
                  <a:pt x="3077845" y="3174365"/>
                </a:lnTo>
                <a:lnTo>
                  <a:pt x="3138932" y="3158109"/>
                </a:lnTo>
                <a:lnTo>
                  <a:pt x="3199384" y="3136646"/>
                </a:lnTo>
                <a:lnTo>
                  <a:pt x="3206407" y="3133725"/>
                </a:lnTo>
                <a:lnTo>
                  <a:pt x="3211004" y="3131820"/>
                </a:lnTo>
                <a:lnTo>
                  <a:pt x="3211309" y="3131693"/>
                </a:lnTo>
                <a:lnTo>
                  <a:pt x="3218650" y="3128645"/>
                </a:lnTo>
                <a:lnTo>
                  <a:pt x="3228733" y="3124454"/>
                </a:lnTo>
                <a:lnTo>
                  <a:pt x="3229356" y="3124200"/>
                </a:lnTo>
                <a:close/>
              </a:path>
              <a:path w="3916045" h="4587875">
                <a:moveTo>
                  <a:pt x="3915156" y="1740408"/>
                </a:moveTo>
                <a:lnTo>
                  <a:pt x="3883088" y="1681988"/>
                </a:lnTo>
                <a:lnTo>
                  <a:pt x="3821684" y="1570101"/>
                </a:lnTo>
                <a:lnTo>
                  <a:pt x="3788651" y="1617916"/>
                </a:lnTo>
                <a:lnTo>
                  <a:pt x="3762692" y="1600073"/>
                </a:lnTo>
                <a:lnTo>
                  <a:pt x="3750691" y="1591818"/>
                </a:lnTo>
                <a:lnTo>
                  <a:pt x="3689985" y="1551686"/>
                </a:lnTo>
                <a:lnTo>
                  <a:pt x="3629406" y="1512697"/>
                </a:lnTo>
                <a:lnTo>
                  <a:pt x="3620503" y="1507236"/>
                </a:lnTo>
                <a:lnTo>
                  <a:pt x="3592779" y="1490218"/>
                </a:lnTo>
                <a:lnTo>
                  <a:pt x="3568573" y="1475359"/>
                </a:lnTo>
                <a:lnTo>
                  <a:pt x="3566210" y="1473962"/>
                </a:lnTo>
                <a:lnTo>
                  <a:pt x="3539375" y="1458087"/>
                </a:lnTo>
                <a:lnTo>
                  <a:pt x="3538093" y="1457325"/>
                </a:lnTo>
                <a:lnTo>
                  <a:pt x="3512604" y="1442720"/>
                </a:lnTo>
                <a:lnTo>
                  <a:pt x="3507740" y="1439926"/>
                </a:lnTo>
                <a:lnTo>
                  <a:pt x="3486645" y="1428242"/>
                </a:lnTo>
                <a:lnTo>
                  <a:pt x="3477260" y="1423035"/>
                </a:lnTo>
                <a:lnTo>
                  <a:pt x="3461359" y="1414526"/>
                </a:lnTo>
                <a:lnTo>
                  <a:pt x="3446653" y="1406652"/>
                </a:lnTo>
                <a:lnTo>
                  <a:pt x="3416046" y="1391031"/>
                </a:lnTo>
                <a:lnTo>
                  <a:pt x="3413163" y="1389634"/>
                </a:lnTo>
                <a:lnTo>
                  <a:pt x="3385439" y="1376172"/>
                </a:lnTo>
                <a:lnTo>
                  <a:pt x="3367824" y="1367917"/>
                </a:lnTo>
                <a:lnTo>
                  <a:pt x="3354832" y="1361821"/>
                </a:lnTo>
                <a:lnTo>
                  <a:pt x="3346970" y="1358392"/>
                </a:lnTo>
                <a:lnTo>
                  <a:pt x="3328327" y="1350264"/>
                </a:lnTo>
                <a:lnTo>
                  <a:pt x="3323971" y="1348359"/>
                </a:lnTo>
                <a:lnTo>
                  <a:pt x="3310305" y="1342771"/>
                </a:lnTo>
                <a:lnTo>
                  <a:pt x="3294164" y="1336167"/>
                </a:lnTo>
                <a:lnTo>
                  <a:pt x="3293237" y="1335786"/>
                </a:lnTo>
                <a:lnTo>
                  <a:pt x="3281007" y="1331087"/>
                </a:lnTo>
                <a:lnTo>
                  <a:pt x="3270097" y="1326896"/>
                </a:lnTo>
                <a:lnTo>
                  <a:pt x="3269767" y="1326769"/>
                </a:lnTo>
                <a:lnTo>
                  <a:pt x="3262503" y="1323975"/>
                </a:lnTo>
                <a:lnTo>
                  <a:pt x="3261779" y="1323721"/>
                </a:lnTo>
                <a:lnTo>
                  <a:pt x="3254959" y="1321308"/>
                </a:lnTo>
                <a:lnTo>
                  <a:pt x="3231642" y="1313053"/>
                </a:lnTo>
                <a:lnTo>
                  <a:pt x="3200654" y="1303147"/>
                </a:lnTo>
                <a:lnTo>
                  <a:pt x="3138678" y="1286383"/>
                </a:lnTo>
                <a:lnTo>
                  <a:pt x="3076321" y="1273810"/>
                </a:lnTo>
                <a:lnTo>
                  <a:pt x="3013964" y="1266063"/>
                </a:lnTo>
                <a:lnTo>
                  <a:pt x="2951226" y="1263396"/>
                </a:lnTo>
                <a:lnTo>
                  <a:pt x="2919857" y="1264031"/>
                </a:lnTo>
                <a:lnTo>
                  <a:pt x="2857246" y="1269365"/>
                </a:lnTo>
                <a:lnTo>
                  <a:pt x="2794889" y="1279525"/>
                </a:lnTo>
                <a:lnTo>
                  <a:pt x="2732786" y="1294257"/>
                </a:lnTo>
                <a:lnTo>
                  <a:pt x="2670937" y="1313053"/>
                </a:lnTo>
                <a:lnTo>
                  <a:pt x="2609215" y="1335786"/>
                </a:lnTo>
                <a:lnTo>
                  <a:pt x="2547747" y="1361948"/>
                </a:lnTo>
                <a:lnTo>
                  <a:pt x="2486533" y="1391031"/>
                </a:lnTo>
                <a:lnTo>
                  <a:pt x="2425319" y="1423035"/>
                </a:lnTo>
                <a:lnTo>
                  <a:pt x="2364359" y="1457325"/>
                </a:lnTo>
                <a:lnTo>
                  <a:pt x="2273173" y="1512697"/>
                </a:lnTo>
                <a:lnTo>
                  <a:pt x="2212467" y="1551686"/>
                </a:lnTo>
                <a:lnTo>
                  <a:pt x="2151888" y="1591818"/>
                </a:lnTo>
                <a:lnTo>
                  <a:pt x="2091436" y="1632966"/>
                </a:lnTo>
                <a:lnTo>
                  <a:pt x="1970786" y="1716659"/>
                </a:lnTo>
                <a:lnTo>
                  <a:pt x="2003806" y="1764157"/>
                </a:lnTo>
                <a:lnTo>
                  <a:pt x="2124202" y="1680718"/>
                </a:lnTo>
                <a:lnTo>
                  <a:pt x="2124075" y="1680845"/>
                </a:lnTo>
                <a:lnTo>
                  <a:pt x="2124252" y="1680718"/>
                </a:lnTo>
                <a:lnTo>
                  <a:pt x="2184400" y="1639824"/>
                </a:lnTo>
                <a:lnTo>
                  <a:pt x="2184146" y="1640078"/>
                </a:lnTo>
                <a:lnTo>
                  <a:pt x="2184527" y="1639824"/>
                </a:lnTo>
                <a:lnTo>
                  <a:pt x="2244344" y="1600073"/>
                </a:lnTo>
                <a:lnTo>
                  <a:pt x="2303780" y="1561846"/>
                </a:lnTo>
                <a:lnTo>
                  <a:pt x="2363559" y="1525143"/>
                </a:lnTo>
                <a:lnTo>
                  <a:pt x="2363978" y="1524889"/>
                </a:lnTo>
                <a:lnTo>
                  <a:pt x="2363470" y="1525143"/>
                </a:lnTo>
                <a:lnTo>
                  <a:pt x="2393480" y="1507490"/>
                </a:lnTo>
                <a:lnTo>
                  <a:pt x="2393696" y="1507363"/>
                </a:lnTo>
                <a:lnTo>
                  <a:pt x="2393315" y="1507490"/>
                </a:lnTo>
                <a:lnTo>
                  <a:pt x="2423414" y="1490218"/>
                </a:lnTo>
                <a:lnTo>
                  <a:pt x="2423033" y="1490472"/>
                </a:lnTo>
                <a:lnTo>
                  <a:pt x="2423490" y="1490218"/>
                </a:lnTo>
                <a:lnTo>
                  <a:pt x="2482494" y="1458214"/>
                </a:lnTo>
                <a:lnTo>
                  <a:pt x="2541778" y="1428496"/>
                </a:lnTo>
                <a:lnTo>
                  <a:pt x="2571877" y="1414526"/>
                </a:lnTo>
                <a:lnTo>
                  <a:pt x="2571369" y="1414780"/>
                </a:lnTo>
                <a:lnTo>
                  <a:pt x="2571940" y="1414526"/>
                </a:lnTo>
                <a:lnTo>
                  <a:pt x="2600883" y="1401826"/>
                </a:lnTo>
                <a:lnTo>
                  <a:pt x="2601468" y="1401572"/>
                </a:lnTo>
                <a:lnTo>
                  <a:pt x="2600706" y="1401826"/>
                </a:lnTo>
                <a:lnTo>
                  <a:pt x="2630309" y="1389634"/>
                </a:lnTo>
                <a:lnTo>
                  <a:pt x="2659723" y="1378458"/>
                </a:lnTo>
                <a:lnTo>
                  <a:pt x="2660396" y="1378204"/>
                </a:lnTo>
                <a:lnTo>
                  <a:pt x="2659634" y="1378458"/>
                </a:lnTo>
                <a:lnTo>
                  <a:pt x="2689364" y="1368044"/>
                </a:lnTo>
                <a:lnTo>
                  <a:pt x="2689733" y="1367917"/>
                </a:lnTo>
                <a:lnTo>
                  <a:pt x="2689098" y="1368044"/>
                </a:lnTo>
                <a:lnTo>
                  <a:pt x="2747518" y="1350264"/>
                </a:lnTo>
                <a:lnTo>
                  <a:pt x="2777617" y="1342644"/>
                </a:lnTo>
                <a:lnTo>
                  <a:pt x="2776855" y="1342771"/>
                </a:lnTo>
                <a:lnTo>
                  <a:pt x="2805811" y="1336421"/>
                </a:lnTo>
                <a:lnTo>
                  <a:pt x="2807208" y="1336167"/>
                </a:lnTo>
                <a:lnTo>
                  <a:pt x="2835198" y="1331087"/>
                </a:lnTo>
                <a:lnTo>
                  <a:pt x="2835910" y="1330960"/>
                </a:lnTo>
                <a:lnTo>
                  <a:pt x="2834894" y="1331087"/>
                </a:lnTo>
                <a:lnTo>
                  <a:pt x="2892806" y="1323848"/>
                </a:lnTo>
                <a:lnTo>
                  <a:pt x="2922905" y="1321943"/>
                </a:lnTo>
                <a:lnTo>
                  <a:pt x="2921762" y="1321943"/>
                </a:lnTo>
                <a:lnTo>
                  <a:pt x="2951226" y="1321333"/>
                </a:lnTo>
                <a:lnTo>
                  <a:pt x="2980690" y="1321943"/>
                </a:lnTo>
                <a:lnTo>
                  <a:pt x="2979547" y="1321943"/>
                </a:lnTo>
                <a:lnTo>
                  <a:pt x="3009646" y="1323848"/>
                </a:lnTo>
                <a:lnTo>
                  <a:pt x="3037624" y="1326794"/>
                </a:lnTo>
                <a:lnTo>
                  <a:pt x="3067558" y="1331087"/>
                </a:lnTo>
                <a:lnTo>
                  <a:pt x="3066542" y="1330960"/>
                </a:lnTo>
                <a:lnTo>
                  <a:pt x="3096641" y="1336421"/>
                </a:lnTo>
                <a:lnTo>
                  <a:pt x="3095625" y="1336167"/>
                </a:lnTo>
                <a:lnTo>
                  <a:pt x="3125724" y="1342771"/>
                </a:lnTo>
                <a:lnTo>
                  <a:pt x="3124962" y="1342644"/>
                </a:lnTo>
                <a:lnTo>
                  <a:pt x="3154045" y="1350010"/>
                </a:lnTo>
                <a:lnTo>
                  <a:pt x="3184144" y="1358646"/>
                </a:lnTo>
                <a:lnTo>
                  <a:pt x="3213481" y="1368171"/>
                </a:lnTo>
                <a:lnTo>
                  <a:pt x="3212846" y="1367917"/>
                </a:lnTo>
                <a:lnTo>
                  <a:pt x="3242183" y="1378204"/>
                </a:lnTo>
                <a:lnTo>
                  <a:pt x="3242843" y="1378458"/>
                </a:lnTo>
                <a:lnTo>
                  <a:pt x="3272282" y="1389634"/>
                </a:lnTo>
                <a:lnTo>
                  <a:pt x="3271520" y="1389380"/>
                </a:lnTo>
                <a:lnTo>
                  <a:pt x="3301111" y="1401572"/>
                </a:lnTo>
                <a:lnTo>
                  <a:pt x="3301682" y="1401826"/>
                </a:lnTo>
                <a:lnTo>
                  <a:pt x="3331210" y="1414780"/>
                </a:lnTo>
                <a:lnTo>
                  <a:pt x="3360801" y="1428496"/>
                </a:lnTo>
                <a:lnTo>
                  <a:pt x="3390125" y="1442859"/>
                </a:lnTo>
                <a:lnTo>
                  <a:pt x="3390379" y="1442974"/>
                </a:lnTo>
                <a:lnTo>
                  <a:pt x="3419983" y="1458087"/>
                </a:lnTo>
                <a:lnTo>
                  <a:pt x="3419602" y="1457960"/>
                </a:lnTo>
                <a:lnTo>
                  <a:pt x="3449701" y="1473962"/>
                </a:lnTo>
                <a:lnTo>
                  <a:pt x="3449320" y="1473835"/>
                </a:lnTo>
                <a:lnTo>
                  <a:pt x="3479419" y="1490472"/>
                </a:lnTo>
                <a:lnTo>
                  <a:pt x="3479038" y="1490218"/>
                </a:lnTo>
                <a:lnTo>
                  <a:pt x="3509137" y="1507490"/>
                </a:lnTo>
                <a:lnTo>
                  <a:pt x="3508883" y="1507236"/>
                </a:lnTo>
                <a:lnTo>
                  <a:pt x="3538982" y="1525143"/>
                </a:lnTo>
                <a:lnTo>
                  <a:pt x="3538474" y="1524889"/>
                </a:lnTo>
                <a:lnTo>
                  <a:pt x="3538880" y="1525143"/>
                </a:lnTo>
                <a:lnTo>
                  <a:pt x="3598799" y="1561846"/>
                </a:lnTo>
                <a:lnTo>
                  <a:pt x="3598291" y="1561592"/>
                </a:lnTo>
                <a:lnTo>
                  <a:pt x="3598684" y="1561846"/>
                </a:lnTo>
                <a:lnTo>
                  <a:pt x="3658489" y="1600327"/>
                </a:lnTo>
                <a:lnTo>
                  <a:pt x="3658235" y="1600073"/>
                </a:lnTo>
                <a:lnTo>
                  <a:pt x="3718115" y="1639747"/>
                </a:lnTo>
                <a:lnTo>
                  <a:pt x="3718420" y="1639951"/>
                </a:lnTo>
                <a:lnTo>
                  <a:pt x="3755720" y="1665566"/>
                </a:lnTo>
                <a:lnTo>
                  <a:pt x="3722878" y="1713103"/>
                </a:lnTo>
                <a:lnTo>
                  <a:pt x="3915156" y="1740408"/>
                </a:lnTo>
                <a:close/>
              </a:path>
              <a:path w="3916045" h="4587875">
                <a:moveTo>
                  <a:pt x="3916045" y="2608072"/>
                </a:moveTo>
                <a:lnTo>
                  <a:pt x="3877310" y="2565908"/>
                </a:lnTo>
                <a:lnTo>
                  <a:pt x="3821557" y="2617216"/>
                </a:lnTo>
                <a:lnTo>
                  <a:pt x="3765677" y="2668016"/>
                </a:lnTo>
                <a:lnTo>
                  <a:pt x="3765931" y="2667762"/>
                </a:lnTo>
                <a:lnTo>
                  <a:pt x="3765639" y="2668016"/>
                </a:lnTo>
                <a:lnTo>
                  <a:pt x="3709924" y="2717927"/>
                </a:lnTo>
                <a:lnTo>
                  <a:pt x="3710178" y="2717673"/>
                </a:lnTo>
                <a:lnTo>
                  <a:pt x="3709886" y="2717927"/>
                </a:lnTo>
                <a:lnTo>
                  <a:pt x="3654171" y="2766695"/>
                </a:lnTo>
                <a:lnTo>
                  <a:pt x="3654425" y="2766441"/>
                </a:lnTo>
                <a:lnTo>
                  <a:pt x="3654120" y="2766695"/>
                </a:lnTo>
                <a:lnTo>
                  <a:pt x="3598291" y="2814066"/>
                </a:lnTo>
                <a:lnTo>
                  <a:pt x="3598799" y="2813685"/>
                </a:lnTo>
                <a:lnTo>
                  <a:pt x="3542538" y="2859405"/>
                </a:lnTo>
                <a:lnTo>
                  <a:pt x="3542919" y="2859151"/>
                </a:lnTo>
                <a:lnTo>
                  <a:pt x="3514725" y="2881249"/>
                </a:lnTo>
                <a:lnTo>
                  <a:pt x="3515106" y="2880995"/>
                </a:lnTo>
                <a:lnTo>
                  <a:pt x="3486785" y="2902458"/>
                </a:lnTo>
                <a:lnTo>
                  <a:pt x="3487039" y="2902204"/>
                </a:lnTo>
                <a:lnTo>
                  <a:pt x="3486683" y="2902458"/>
                </a:lnTo>
                <a:lnTo>
                  <a:pt x="3458845" y="2923032"/>
                </a:lnTo>
                <a:lnTo>
                  <a:pt x="3459226" y="2922778"/>
                </a:lnTo>
                <a:lnTo>
                  <a:pt x="3430778" y="2942971"/>
                </a:lnTo>
                <a:lnTo>
                  <a:pt x="3431286" y="2942717"/>
                </a:lnTo>
                <a:lnTo>
                  <a:pt x="3402711" y="2962275"/>
                </a:lnTo>
                <a:lnTo>
                  <a:pt x="3403219" y="2961894"/>
                </a:lnTo>
                <a:lnTo>
                  <a:pt x="3402634" y="2962275"/>
                </a:lnTo>
                <a:lnTo>
                  <a:pt x="3374771" y="2980563"/>
                </a:lnTo>
                <a:lnTo>
                  <a:pt x="3375279" y="2980309"/>
                </a:lnTo>
                <a:lnTo>
                  <a:pt x="3346704" y="2998216"/>
                </a:lnTo>
                <a:lnTo>
                  <a:pt x="3347212" y="2997835"/>
                </a:lnTo>
                <a:lnTo>
                  <a:pt x="3318637" y="3014853"/>
                </a:lnTo>
                <a:lnTo>
                  <a:pt x="3319145" y="3014472"/>
                </a:lnTo>
                <a:lnTo>
                  <a:pt x="3290570" y="3030601"/>
                </a:lnTo>
                <a:lnTo>
                  <a:pt x="3291078" y="3030220"/>
                </a:lnTo>
                <a:lnTo>
                  <a:pt x="3262376" y="3045460"/>
                </a:lnTo>
                <a:lnTo>
                  <a:pt x="3263265" y="3045079"/>
                </a:lnTo>
                <a:lnTo>
                  <a:pt x="3234309" y="3059176"/>
                </a:lnTo>
                <a:lnTo>
                  <a:pt x="3235071" y="3058795"/>
                </a:lnTo>
                <a:lnTo>
                  <a:pt x="3234232" y="3059176"/>
                </a:lnTo>
                <a:lnTo>
                  <a:pt x="3206559" y="3071812"/>
                </a:lnTo>
                <a:lnTo>
                  <a:pt x="3206407" y="3071876"/>
                </a:lnTo>
                <a:lnTo>
                  <a:pt x="3177921" y="3083687"/>
                </a:lnTo>
                <a:lnTo>
                  <a:pt x="3178810" y="3083306"/>
                </a:lnTo>
                <a:lnTo>
                  <a:pt x="3177806" y="3083687"/>
                </a:lnTo>
                <a:lnTo>
                  <a:pt x="3150743" y="3093974"/>
                </a:lnTo>
                <a:lnTo>
                  <a:pt x="3121533" y="3103626"/>
                </a:lnTo>
                <a:lnTo>
                  <a:pt x="3122549" y="3103372"/>
                </a:lnTo>
                <a:lnTo>
                  <a:pt x="3093212" y="3111754"/>
                </a:lnTo>
                <a:lnTo>
                  <a:pt x="3094355" y="3111500"/>
                </a:lnTo>
                <a:lnTo>
                  <a:pt x="3065297" y="3118612"/>
                </a:lnTo>
                <a:lnTo>
                  <a:pt x="3065907" y="3118485"/>
                </a:lnTo>
                <a:lnTo>
                  <a:pt x="3064764" y="3118739"/>
                </a:lnTo>
                <a:lnTo>
                  <a:pt x="3065297" y="3118612"/>
                </a:lnTo>
                <a:lnTo>
                  <a:pt x="3064649" y="3118739"/>
                </a:lnTo>
                <a:lnTo>
                  <a:pt x="3037713" y="3124200"/>
                </a:lnTo>
                <a:lnTo>
                  <a:pt x="3229356" y="3124200"/>
                </a:lnTo>
                <a:lnTo>
                  <a:pt x="3241967" y="3118485"/>
                </a:lnTo>
                <a:lnTo>
                  <a:pt x="3257385" y="3111500"/>
                </a:lnTo>
                <a:lnTo>
                  <a:pt x="3259074" y="3110738"/>
                </a:lnTo>
                <a:lnTo>
                  <a:pt x="3274123" y="3103372"/>
                </a:lnTo>
                <a:lnTo>
                  <a:pt x="3288665" y="3096260"/>
                </a:lnTo>
                <a:lnTo>
                  <a:pt x="3292271" y="3094355"/>
                </a:lnTo>
                <a:lnTo>
                  <a:pt x="3292983" y="3093974"/>
                </a:lnTo>
                <a:lnTo>
                  <a:pt x="3318256" y="3080639"/>
                </a:lnTo>
                <a:lnTo>
                  <a:pt x="3334207" y="3071622"/>
                </a:lnTo>
                <a:lnTo>
                  <a:pt x="3347466" y="3064129"/>
                </a:lnTo>
                <a:lnTo>
                  <a:pt x="3376803" y="3046730"/>
                </a:lnTo>
                <a:lnTo>
                  <a:pt x="3379444" y="3045079"/>
                </a:lnTo>
                <a:lnTo>
                  <a:pt x="3402622" y="3030601"/>
                </a:lnTo>
                <a:lnTo>
                  <a:pt x="3405886" y="3028569"/>
                </a:lnTo>
                <a:lnTo>
                  <a:pt x="3426726" y="3014853"/>
                </a:lnTo>
                <a:lnTo>
                  <a:pt x="3434842" y="3009519"/>
                </a:lnTo>
                <a:lnTo>
                  <a:pt x="3451352" y="2998216"/>
                </a:lnTo>
                <a:lnTo>
                  <a:pt x="3463798" y="2989707"/>
                </a:lnTo>
                <a:lnTo>
                  <a:pt x="3476980" y="2980309"/>
                </a:lnTo>
                <a:lnTo>
                  <a:pt x="3492500" y="2969260"/>
                </a:lnTo>
                <a:lnTo>
                  <a:pt x="3521202" y="2948051"/>
                </a:lnTo>
                <a:lnTo>
                  <a:pt x="3528212" y="2942717"/>
                </a:lnTo>
                <a:lnTo>
                  <a:pt x="3549777" y="2926334"/>
                </a:lnTo>
                <a:lnTo>
                  <a:pt x="3554311" y="2922778"/>
                </a:lnTo>
                <a:lnTo>
                  <a:pt x="3578352" y="2903982"/>
                </a:lnTo>
                <a:lnTo>
                  <a:pt x="3606647" y="2880995"/>
                </a:lnTo>
                <a:lnTo>
                  <a:pt x="3633546" y="2859151"/>
                </a:lnTo>
                <a:lnTo>
                  <a:pt x="3635121" y="2857881"/>
                </a:lnTo>
                <a:lnTo>
                  <a:pt x="3687140" y="2813685"/>
                </a:lnTo>
                <a:lnTo>
                  <a:pt x="3691636" y="2809875"/>
                </a:lnTo>
                <a:lnTo>
                  <a:pt x="3748024" y="2760599"/>
                </a:lnTo>
                <a:lnTo>
                  <a:pt x="3804158" y="2710307"/>
                </a:lnTo>
                <a:lnTo>
                  <a:pt x="3916045" y="2608072"/>
                </a:lnTo>
                <a:close/>
              </a:path>
            </a:pathLst>
          </a:custGeom>
          <a:solidFill>
            <a:srgbClr val="000000"/>
          </a:solidFill>
        </p:spPr>
        <p:txBody>
          <a:bodyPr wrap="square" lIns="0" tIns="0" rIns="0" bIns="0" rtlCol="0"/>
          <a:lstStyle/>
          <a:p>
            <a:endParaRPr sz="1488"/>
          </a:p>
        </p:txBody>
      </p:sp>
      <p:sp>
        <p:nvSpPr>
          <p:cNvPr id="21" name="object 21"/>
          <p:cNvSpPr txBox="1"/>
          <p:nvPr/>
        </p:nvSpPr>
        <p:spPr>
          <a:xfrm>
            <a:off x="3062563" y="5243452"/>
            <a:ext cx="2677235" cy="316072"/>
          </a:xfrm>
          <a:prstGeom prst="rect">
            <a:avLst/>
          </a:prstGeom>
        </p:spPr>
        <p:txBody>
          <a:bodyPr vert="horz" wrap="square" lIns="0" tIns="10501" rIns="0" bIns="0" rtlCol="0">
            <a:spAutoFit/>
          </a:bodyPr>
          <a:lstStyle/>
          <a:p>
            <a:pPr marL="10502">
              <a:spcBef>
                <a:spcPts val="83"/>
              </a:spcBef>
            </a:pPr>
            <a:r>
              <a:rPr sz="1985" spc="-4" dirty="0">
                <a:solidFill>
                  <a:srgbClr val="0000FF"/>
                </a:solidFill>
                <a:latin typeface="Calibri"/>
                <a:cs typeface="Calibri"/>
              </a:rPr>
              <a:t>Other</a:t>
            </a:r>
            <a:r>
              <a:rPr sz="1985" spc="-12" dirty="0">
                <a:solidFill>
                  <a:srgbClr val="0000FF"/>
                </a:solidFill>
                <a:latin typeface="Calibri"/>
                <a:cs typeface="Calibri"/>
              </a:rPr>
              <a:t> </a:t>
            </a:r>
            <a:r>
              <a:rPr sz="1985" spc="-4" dirty="0">
                <a:solidFill>
                  <a:srgbClr val="0000FF"/>
                </a:solidFill>
                <a:latin typeface="Calibri"/>
                <a:cs typeface="Calibri"/>
              </a:rPr>
              <a:t>part</a:t>
            </a:r>
            <a:r>
              <a:rPr sz="1985" spc="-25" dirty="0">
                <a:solidFill>
                  <a:srgbClr val="0000FF"/>
                </a:solidFill>
                <a:latin typeface="Calibri"/>
                <a:cs typeface="Calibri"/>
              </a:rPr>
              <a:t> </a:t>
            </a:r>
            <a:r>
              <a:rPr sz="1985" spc="-4" dirty="0">
                <a:solidFill>
                  <a:srgbClr val="0000FF"/>
                </a:solidFill>
                <a:latin typeface="Calibri"/>
                <a:cs typeface="Calibri"/>
              </a:rPr>
              <a:t>of</a:t>
            </a:r>
            <a:r>
              <a:rPr sz="1985" spc="-8" dirty="0">
                <a:solidFill>
                  <a:srgbClr val="0000FF"/>
                </a:solidFill>
                <a:latin typeface="Calibri"/>
                <a:cs typeface="Calibri"/>
              </a:rPr>
              <a:t> </a:t>
            </a:r>
            <a:r>
              <a:rPr sz="1985" dirty="0">
                <a:solidFill>
                  <a:srgbClr val="0000FF"/>
                </a:solidFill>
                <a:latin typeface="Calibri"/>
                <a:cs typeface="Calibri"/>
              </a:rPr>
              <a:t>the</a:t>
            </a:r>
            <a:r>
              <a:rPr sz="1985" spc="-21" dirty="0">
                <a:solidFill>
                  <a:srgbClr val="0000FF"/>
                </a:solidFill>
                <a:latin typeface="Calibri"/>
                <a:cs typeface="Calibri"/>
              </a:rPr>
              <a:t> </a:t>
            </a:r>
            <a:r>
              <a:rPr sz="1985" spc="-8" dirty="0">
                <a:solidFill>
                  <a:srgbClr val="0000FF"/>
                </a:solidFill>
                <a:latin typeface="Calibri"/>
                <a:cs typeface="Calibri"/>
              </a:rPr>
              <a:t>network</a:t>
            </a:r>
            <a:endParaRPr sz="1985">
              <a:latin typeface="Calibri"/>
              <a:cs typeface="Calibri"/>
            </a:endParaRPr>
          </a:p>
        </p:txBody>
      </p:sp>
      <p:sp>
        <p:nvSpPr>
          <p:cNvPr id="22" name="object 22"/>
          <p:cNvSpPr txBox="1"/>
          <p:nvPr/>
        </p:nvSpPr>
        <p:spPr>
          <a:xfrm>
            <a:off x="3015203" y="1100466"/>
            <a:ext cx="2675660" cy="316072"/>
          </a:xfrm>
          <a:prstGeom prst="rect">
            <a:avLst/>
          </a:prstGeom>
        </p:spPr>
        <p:txBody>
          <a:bodyPr vert="horz" wrap="square" lIns="0" tIns="10501" rIns="0" bIns="0" rtlCol="0">
            <a:spAutoFit/>
          </a:bodyPr>
          <a:lstStyle/>
          <a:p>
            <a:pPr marL="10502">
              <a:spcBef>
                <a:spcPts val="83"/>
              </a:spcBef>
            </a:pPr>
            <a:r>
              <a:rPr sz="1985" spc="-4" dirty="0">
                <a:solidFill>
                  <a:srgbClr val="0000FF"/>
                </a:solidFill>
                <a:latin typeface="Calibri"/>
                <a:cs typeface="Calibri"/>
              </a:rPr>
              <a:t>Other</a:t>
            </a:r>
            <a:r>
              <a:rPr sz="1985" spc="-12" dirty="0">
                <a:solidFill>
                  <a:srgbClr val="0000FF"/>
                </a:solidFill>
                <a:latin typeface="Calibri"/>
                <a:cs typeface="Calibri"/>
              </a:rPr>
              <a:t> </a:t>
            </a:r>
            <a:r>
              <a:rPr sz="1985" spc="-4" dirty="0">
                <a:solidFill>
                  <a:srgbClr val="0000FF"/>
                </a:solidFill>
                <a:latin typeface="Calibri"/>
                <a:cs typeface="Calibri"/>
              </a:rPr>
              <a:t>part</a:t>
            </a:r>
            <a:r>
              <a:rPr sz="1985" spc="-25" dirty="0">
                <a:solidFill>
                  <a:srgbClr val="0000FF"/>
                </a:solidFill>
                <a:latin typeface="Calibri"/>
                <a:cs typeface="Calibri"/>
              </a:rPr>
              <a:t> </a:t>
            </a:r>
            <a:r>
              <a:rPr sz="1985" spc="-4" dirty="0">
                <a:solidFill>
                  <a:srgbClr val="0000FF"/>
                </a:solidFill>
                <a:latin typeface="Calibri"/>
                <a:cs typeface="Calibri"/>
              </a:rPr>
              <a:t>of</a:t>
            </a:r>
            <a:r>
              <a:rPr sz="1985" spc="-12" dirty="0">
                <a:solidFill>
                  <a:srgbClr val="0000FF"/>
                </a:solidFill>
                <a:latin typeface="Calibri"/>
                <a:cs typeface="Calibri"/>
              </a:rPr>
              <a:t> </a:t>
            </a:r>
            <a:r>
              <a:rPr sz="1985" dirty="0">
                <a:solidFill>
                  <a:srgbClr val="0000FF"/>
                </a:solidFill>
                <a:latin typeface="Calibri"/>
                <a:cs typeface="Calibri"/>
              </a:rPr>
              <a:t>the</a:t>
            </a:r>
            <a:r>
              <a:rPr sz="1985" spc="-25" dirty="0">
                <a:solidFill>
                  <a:srgbClr val="0000FF"/>
                </a:solidFill>
                <a:latin typeface="Calibri"/>
                <a:cs typeface="Calibri"/>
              </a:rPr>
              <a:t> </a:t>
            </a:r>
            <a:r>
              <a:rPr sz="1985" spc="-8" dirty="0">
                <a:solidFill>
                  <a:srgbClr val="0000FF"/>
                </a:solidFill>
                <a:latin typeface="Calibri"/>
                <a:cs typeface="Calibri"/>
              </a:rPr>
              <a:t>network</a:t>
            </a:r>
            <a:endParaRPr sz="1985">
              <a:latin typeface="Calibri"/>
              <a:cs typeface="Calibri"/>
            </a:endParaRPr>
          </a:p>
        </p:txBody>
      </p:sp>
      <p:grpSp>
        <p:nvGrpSpPr>
          <p:cNvPr id="23" name="object 23"/>
          <p:cNvGrpSpPr/>
          <p:nvPr/>
        </p:nvGrpSpPr>
        <p:grpSpPr>
          <a:xfrm>
            <a:off x="3246227" y="1756610"/>
            <a:ext cx="3499464" cy="3053696"/>
            <a:chOff x="2400300" y="2124455"/>
            <a:chExt cx="4232275" cy="3693160"/>
          </a:xfrm>
        </p:grpSpPr>
        <p:sp>
          <p:nvSpPr>
            <p:cNvPr id="24" name="object 24"/>
            <p:cNvSpPr/>
            <p:nvPr/>
          </p:nvSpPr>
          <p:spPr>
            <a:xfrm>
              <a:off x="3669791" y="2741675"/>
              <a:ext cx="173990" cy="716915"/>
            </a:xfrm>
            <a:custGeom>
              <a:avLst/>
              <a:gdLst/>
              <a:ahLst/>
              <a:cxnLst/>
              <a:rect l="l" t="t" r="r" b="b"/>
              <a:pathLst>
                <a:path w="173989" h="716914">
                  <a:moveTo>
                    <a:pt x="115824" y="144779"/>
                  </a:moveTo>
                  <a:lnTo>
                    <a:pt x="57912" y="144779"/>
                  </a:lnTo>
                  <a:lnTo>
                    <a:pt x="57912" y="716788"/>
                  </a:lnTo>
                  <a:lnTo>
                    <a:pt x="115824" y="716788"/>
                  </a:lnTo>
                  <a:lnTo>
                    <a:pt x="115824" y="144779"/>
                  </a:lnTo>
                  <a:close/>
                </a:path>
                <a:path w="173989" h="716914">
                  <a:moveTo>
                    <a:pt x="86868" y="0"/>
                  </a:moveTo>
                  <a:lnTo>
                    <a:pt x="0" y="173736"/>
                  </a:lnTo>
                  <a:lnTo>
                    <a:pt x="57912" y="173736"/>
                  </a:lnTo>
                  <a:lnTo>
                    <a:pt x="57912" y="144779"/>
                  </a:lnTo>
                  <a:lnTo>
                    <a:pt x="159258" y="144779"/>
                  </a:lnTo>
                  <a:lnTo>
                    <a:pt x="86868" y="0"/>
                  </a:lnTo>
                  <a:close/>
                </a:path>
                <a:path w="173989" h="716914">
                  <a:moveTo>
                    <a:pt x="159258" y="144779"/>
                  </a:moveTo>
                  <a:lnTo>
                    <a:pt x="115824" y="144779"/>
                  </a:lnTo>
                  <a:lnTo>
                    <a:pt x="115824" y="173736"/>
                  </a:lnTo>
                  <a:lnTo>
                    <a:pt x="173736" y="173736"/>
                  </a:lnTo>
                  <a:lnTo>
                    <a:pt x="159258" y="144779"/>
                  </a:lnTo>
                  <a:close/>
                </a:path>
              </a:pathLst>
            </a:custGeom>
            <a:solidFill>
              <a:srgbClr val="000000"/>
            </a:solidFill>
          </p:spPr>
          <p:txBody>
            <a:bodyPr wrap="square" lIns="0" tIns="0" rIns="0" bIns="0" rtlCol="0"/>
            <a:lstStyle/>
            <a:p>
              <a:endParaRPr sz="1488"/>
            </a:p>
          </p:txBody>
        </p:sp>
        <p:sp>
          <p:nvSpPr>
            <p:cNvPr id="25" name="object 25"/>
            <p:cNvSpPr/>
            <p:nvPr/>
          </p:nvSpPr>
          <p:spPr>
            <a:xfrm>
              <a:off x="2438400" y="2162555"/>
              <a:ext cx="4156075" cy="3616960"/>
            </a:xfrm>
            <a:custGeom>
              <a:avLst/>
              <a:gdLst/>
              <a:ahLst/>
              <a:cxnLst/>
              <a:rect l="l" t="t" r="r" b="b"/>
              <a:pathLst>
                <a:path w="4156075" h="3616960">
                  <a:moveTo>
                    <a:pt x="0" y="3616452"/>
                  </a:moveTo>
                  <a:lnTo>
                    <a:pt x="4155948" y="3616452"/>
                  </a:lnTo>
                  <a:lnTo>
                    <a:pt x="4155948" y="0"/>
                  </a:lnTo>
                  <a:lnTo>
                    <a:pt x="0" y="0"/>
                  </a:lnTo>
                  <a:lnTo>
                    <a:pt x="0" y="3616452"/>
                  </a:lnTo>
                  <a:close/>
                </a:path>
              </a:pathLst>
            </a:custGeom>
            <a:ln w="76200">
              <a:solidFill>
                <a:srgbClr val="FF0000"/>
              </a:solidFill>
            </a:ln>
          </p:spPr>
          <p:txBody>
            <a:bodyPr wrap="square" lIns="0" tIns="0" rIns="0" bIns="0" rtlCol="0"/>
            <a:lstStyle/>
            <a:p>
              <a:endParaRPr sz="1488"/>
            </a:p>
          </p:txBody>
        </p:sp>
      </p:grpSp>
      <p:sp>
        <p:nvSpPr>
          <p:cNvPr id="26" name="object 26"/>
          <p:cNvSpPr txBox="1"/>
          <p:nvPr/>
        </p:nvSpPr>
        <p:spPr>
          <a:xfrm>
            <a:off x="1362931" y="1723700"/>
            <a:ext cx="1641309" cy="1309421"/>
          </a:xfrm>
          <a:prstGeom prst="rect">
            <a:avLst/>
          </a:prstGeom>
        </p:spPr>
        <p:txBody>
          <a:bodyPr vert="horz" wrap="square" lIns="0" tIns="10501" rIns="0" bIns="0" rtlCol="0">
            <a:spAutoFit/>
          </a:bodyPr>
          <a:lstStyle/>
          <a:p>
            <a:pPr marL="37806">
              <a:spcBef>
                <a:spcPts val="83"/>
              </a:spcBef>
            </a:pPr>
            <a:r>
              <a:rPr sz="1985" spc="-4" dirty="0">
                <a:latin typeface="Calibri"/>
                <a:cs typeface="Calibri"/>
              </a:rPr>
              <a:t>Signal</a:t>
            </a:r>
            <a:r>
              <a:rPr sz="1985" spc="-50" dirty="0">
                <a:latin typeface="Calibri"/>
                <a:cs typeface="Calibri"/>
              </a:rPr>
              <a:t> </a:t>
            </a:r>
            <a:r>
              <a:rPr sz="1985" spc="-12" dirty="0">
                <a:latin typeface="Calibri"/>
                <a:cs typeface="Calibri"/>
              </a:rPr>
              <a:t>control</a:t>
            </a:r>
            <a:endParaRPr sz="1985">
              <a:latin typeface="Calibri"/>
              <a:cs typeface="Calibri"/>
            </a:endParaRPr>
          </a:p>
          <a:p>
            <a:pPr marL="37806">
              <a:spcBef>
                <a:spcPts val="4"/>
              </a:spcBef>
            </a:pPr>
            <a:r>
              <a:rPr sz="1985" dirty="0">
                <a:latin typeface="Calibri"/>
                <a:cs typeface="Calibri"/>
              </a:rPr>
              <a:t>the</a:t>
            </a:r>
            <a:r>
              <a:rPr sz="1985" spc="-33" dirty="0">
                <a:latin typeface="Calibri"/>
                <a:cs typeface="Calibri"/>
              </a:rPr>
              <a:t> </a:t>
            </a:r>
            <a:r>
              <a:rPr sz="1985" spc="-4" dirty="0">
                <a:latin typeface="Calibri"/>
                <a:cs typeface="Calibri"/>
              </a:rPr>
              <a:t>output</a:t>
            </a:r>
            <a:r>
              <a:rPr sz="1985" spc="-33" dirty="0">
                <a:latin typeface="Calibri"/>
                <a:cs typeface="Calibri"/>
              </a:rPr>
              <a:t> </a:t>
            </a:r>
            <a:r>
              <a:rPr sz="1985" spc="-25" dirty="0">
                <a:latin typeface="Calibri"/>
                <a:cs typeface="Calibri"/>
              </a:rPr>
              <a:t>gate</a:t>
            </a:r>
            <a:endParaRPr sz="1985">
              <a:latin typeface="Calibri"/>
              <a:cs typeface="Calibri"/>
            </a:endParaRPr>
          </a:p>
          <a:p>
            <a:pPr marL="10502">
              <a:spcBef>
                <a:spcPts val="645"/>
              </a:spcBef>
            </a:pPr>
            <a:r>
              <a:rPr sz="1985" spc="-4" dirty="0">
                <a:solidFill>
                  <a:srgbClr val="0000FF"/>
                </a:solidFill>
                <a:latin typeface="Calibri"/>
                <a:cs typeface="Calibri"/>
              </a:rPr>
              <a:t>(Other</a:t>
            </a:r>
            <a:r>
              <a:rPr sz="1985" spc="-37" dirty="0">
                <a:solidFill>
                  <a:srgbClr val="0000FF"/>
                </a:solidFill>
                <a:latin typeface="Calibri"/>
                <a:cs typeface="Calibri"/>
              </a:rPr>
              <a:t> </a:t>
            </a:r>
            <a:r>
              <a:rPr sz="1985" spc="-4" dirty="0">
                <a:solidFill>
                  <a:srgbClr val="0000FF"/>
                </a:solidFill>
                <a:latin typeface="Calibri"/>
                <a:cs typeface="Calibri"/>
              </a:rPr>
              <a:t>part</a:t>
            </a:r>
            <a:r>
              <a:rPr sz="1985" spc="-33" dirty="0">
                <a:solidFill>
                  <a:srgbClr val="0000FF"/>
                </a:solidFill>
                <a:latin typeface="Calibri"/>
                <a:cs typeface="Calibri"/>
              </a:rPr>
              <a:t> </a:t>
            </a:r>
            <a:r>
              <a:rPr sz="1985" spc="-4" dirty="0">
                <a:solidFill>
                  <a:srgbClr val="0000FF"/>
                </a:solidFill>
                <a:latin typeface="Calibri"/>
                <a:cs typeface="Calibri"/>
              </a:rPr>
              <a:t>of</a:t>
            </a:r>
            <a:endParaRPr sz="1985">
              <a:latin typeface="Calibri"/>
              <a:cs typeface="Calibri"/>
            </a:endParaRPr>
          </a:p>
          <a:p>
            <a:pPr marL="55659">
              <a:spcBef>
                <a:spcPts val="4"/>
              </a:spcBef>
            </a:pPr>
            <a:r>
              <a:rPr sz="1985" dirty="0">
                <a:solidFill>
                  <a:srgbClr val="0000FF"/>
                </a:solidFill>
                <a:latin typeface="Calibri"/>
                <a:cs typeface="Calibri"/>
              </a:rPr>
              <a:t>the</a:t>
            </a:r>
            <a:r>
              <a:rPr sz="1985" spc="-29" dirty="0">
                <a:solidFill>
                  <a:srgbClr val="0000FF"/>
                </a:solidFill>
                <a:latin typeface="Calibri"/>
                <a:cs typeface="Calibri"/>
              </a:rPr>
              <a:t> </a:t>
            </a:r>
            <a:r>
              <a:rPr sz="1985" spc="-8" dirty="0">
                <a:solidFill>
                  <a:srgbClr val="0000FF"/>
                </a:solidFill>
                <a:latin typeface="Calibri"/>
                <a:cs typeface="Calibri"/>
              </a:rPr>
              <a:t>network)</a:t>
            </a:r>
            <a:endParaRPr sz="1985">
              <a:latin typeface="Calibri"/>
              <a:cs typeface="Calibri"/>
            </a:endParaRPr>
          </a:p>
        </p:txBody>
      </p:sp>
      <p:sp>
        <p:nvSpPr>
          <p:cNvPr id="27" name="object 27"/>
          <p:cNvSpPr txBox="1"/>
          <p:nvPr/>
        </p:nvSpPr>
        <p:spPr>
          <a:xfrm>
            <a:off x="7137798" y="2874443"/>
            <a:ext cx="1553625" cy="1283773"/>
          </a:xfrm>
          <a:prstGeom prst="rect">
            <a:avLst/>
          </a:prstGeom>
        </p:spPr>
        <p:txBody>
          <a:bodyPr vert="horz" wrap="square" lIns="0" tIns="10501" rIns="0" bIns="0" rtlCol="0">
            <a:spAutoFit/>
          </a:bodyPr>
          <a:lstStyle/>
          <a:p>
            <a:pPr marL="33605" marR="4201">
              <a:spcBef>
                <a:spcPts val="83"/>
              </a:spcBef>
            </a:pPr>
            <a:r>
              <a:rPr sz="1985" spc="-4" dirty="0">
                <a:latin typeface="Calibri"/>
                <a:cs typeface="Calibri"/>
              </a:rPr>
              <a:t>Signal </a:t>
            </a:r>
            <a:r>
              <a:rPr sz="1985" spc="-12" dirty="0">
                <a:latin typeface="Calibri"/>
                <a:cs typeface="Calibri"/>
              </a:rPr>
              <a:t>control </a:t>
            </a:r>
            <a:r>
              <a:rPr sz="1985" spc="-8" dirty="0">
                <a:latin typeface="Calibri"/>
                <a:cs typeface="Calibri"/>
              </a:rPr>
              <a:t> </a:t>
            </a:r>
            <a:r>
              <a:rPr sz="1985" dirty="0">
                <a:latin typeface="Calibri"/>
                <a:cs typeface="Calibri"/>
              </a:rPr>
              <a:t>the</a:t>
            </a:r>
            <a:r>
              <a:rPr sz="1985" spc="-33" dirty="0">
                <a:latin typeface="Calibri"/>
                <a:cs typeface="Calibri"/>
              </a:rPr>
              <a:t> </a:t>
            </a:r>
            <a:r>
              <a:rPr sz="1985" spc="-21" dirty="0">
                <a:latin typeface="Calibri"/>
                <a:cs typeface="Calibri"/>
              </a:rPr>
              <a:t>forget</a:t>
            </a:r>
            <a:r>
              <a:rPr sz="1985" spc="-37" dirty="0">
                <a:latin typeface="Calibri"/>
                <a:cs typeface="Calibri"/>
              </a:rPr>
              <a:t> </a:t>
            </a:r>
            <a:r>
              <a:rPr sz="1985" spc="-21" dirty="0">
                <a:latin typeface="Calibri"/>
                <a:cs typeface="Calibri"/>
              </a:rPr>
              <a:t>gate</a:t>
            </a:r>
            <a:endParaRPr sz="1985">
              <a:latin typeface="Calibri"/>
              <a:cs typeface="Calibri"/>
            </a:endParaRPr>
          </a:p>
          <a:p>
            <a:pPr marL="55659" marR="117618" indent="-45681">
              <a:spcBef>
                <a:spcPts val="359"/>
              </a:spcBef>
            </a:pPr>
            <a:r>
              <a:rPr sz="1985" spc="-4" dirty="0">
                <a:solidFill>
                  <a:srgbClr val="0000FF"/>
                </a:solidFill>
                <a:latin typeface="Calibri"/>
                <a:cs typeface="Calibri"/>
              </a:rPr>
              <a:t>(Other</a:t>
            </a:r>
            <a:r>
              <a:rPr sz="1985" spc="-50" dirty="0">
                <a:solidFill>
                  <a:srgbClr val="0000FF"/>
                </a:solidFill>
                <a:latin typeface="Calibri"/>
                <a:cs typeface="Calibri"/>
              </a:rPr>
              <a:t> </a:t>
            </a:r>
            <a:r>
              <a:rPr sz="1985" spc="-4" dirty="0">
                <a:solidFill>
                  <a:srgbClr val="0000FF"/>
                </a:solidFill>
                <a:latin typeface="Calibri"/>
                <a:cs typeface="Calibri"/>
              </a:rPr>
              <a:t>part</a:t>
            </a:r>
            <a:r>
              <a:rPr sz="1985" spc="-45" dirty="0">
                <a:solidFill>
                  <a:srgbClr val="0000FF"/>
                </a:solidFill>
                <a:latin typeface="Calibri"/>
                <a:cs typeface="Calibri"/>
              </a:rPr>
              <a:t> </a:t>
            </a:r>
            <a:r>
              <a:rPr sz="1985" spc="-4" dirty="0">
                <a:solidFill>
                  <a:srgbClr val="0000FF"/>
                </a:solidFill>
                <a:latin typeface="Calibri"/>
                <a:cs typeface="Calibri"/>
              </a:rPr>
              <a:t>of </a:t>
            </a:r>
            <a:r>
              <a:rPr sz="1985" spc="-438" dirty="0">
                <a:solidFill>
                  <a:srgbClr val="0000FF"/>
                </a:solidFill>
                <a:latin typeface="Calibri"/>
                <a:cs typeface="Calibri"/>
              </a:rPr>
              <a:t> </a:t>
            </a:r>
            <a:r>
              <a:rPr sz="1985" dirty="0">
                <a:solidFill>
                  <a:srgbClr val="0000FF"/>
                </a:solidFill>
                <a:latin typeface="Calibri"/>
                <a:cs typeface="Calibri"/>
              </a:rPr>
              <a:t>the</a:t>
            </a:r>
            <a:r>
              <a:rPr sz="1985" spc="-37" dirty="0">
                <a:solidFill>
                  <a:srgbClr val="0000FF"/>
                </a:solidFill>
                <a:latin typeface="Calibri"/>
                <a:cs typeface="Calibri"/>
              </a:rPr>
              <a:t> </a:t>
            </a:r>
            <a:r>
              <a:rPr sz="1985" spc="-8" dirty="0">
                <a:solidFill>
                  <a:srgbClr val="0000FF"/>
                </a:solidFill>
                <a:latin typeface="Calibri"/>
                <a:cs typeface="Calibri"/>
              </a:rPr>
              <a:t>network)</a:t>
            </a:r>
            <a:endParaRPr sz="1985">
              <a:latin typeface="Calibri"/>
              <a:cs typeface="Calibri"/>
            </a:endParaRPr>
          </a:p>
        </p:txBody>
      </p:sp>
      <p:sp>
        <p:nvSpPr>
          <p:cNvPr id="28" name="object 28"/>
          <p:cNvSpPr txBox="1"/>
          <p:nvPr/>
        </p:nvSpPr>
        <p:spPr>
          <a:xfrm>
            <a:off x="5837876" y="4261524"/>
            <a:ext cx="681516" cy="366325"/>
          </a:xfrm>
          <a:prstGeom prst="rect">
            <a:avLst/>
          </a:prstGeom>
        </p:spPr>
        <p:txBody>
          <a:bodyPr vert="horz" wrap="square" lIns="0" tIns="9976" rIns="0" bIns="0" rtlCol="0">
            <a:spAutoFit/>
          </a:bodyPr>
          <a:lstStyle/>
          <a:p>
            <a:pPr marL="10502">
              <a:spcBef>
                <a:spcPts val="79"/>
              </a:spcBef>
            </a:pPr>
            <a:r>
              <a:rPr sz="2315" b="1" i="1" u="sng" spc="-4" dirty="0">
                <a:solidFill>
                  <a:srgbClr val="FF0000"/>
                </a:solidFill>
                <a:uFill>
                  <a:solidFill>
                    <a:srgbClr val="FF0000"/>
                  </a:solidFill>
                </a:uFill>
                <a:latin typeface="Calibri"/>
                <a:cs typeface="Calibri"/>
              </a:rPr>
              <a:t>L</a:t>
            </a:r>
            <a:r>
              <a:rPr sz="2315" b="1" i="1" u="sng" spc="-25" dirty="0">
                <a:solidFill>
                  <a:srgbClr val="FF0000"/>
                </a:solidFill>
                <a:uFill>
                  <a:solidFill>
                    <a:srgbClr val="FF0000"/>
                  </a:solidFill>
                </a:uFill>
                <a:latin typeface="Calibri"/>
                <a:cs typeface="Calibri"/>
              </a:rPr>
              <a:t>S</a:t>
            </a:r>
            <a:r>
              <a:rPr sz="2315" b="1" i="1" u="sng" spc="-8" dirty="0">
                <a:solidFill>
                  <a:srgbClr val="FF0000"/>
                </a:solidFill>
                <a:uFill>
                  <a:solidFill>
                    <a:srgbClr val="FF0000"/>
                  </a:solidFill>
                </a:uFill>
                <a:latin typeface="Calibri"/>
                <a:cs typeface="Calibri"/>
              </a:rPr>
              <a:t>TM</a:t>
            </a:r>
            <a:endParaRPr sz="2315">
              <a:latin typeface="Calibri"/>
              <a:cs typeface="Calibri"/>
            </a:endParaRPr>
          </a:p>
        </p:txBody>
      </p:sp>
      <p:grpSp>
        <p:nvGrpSpPr>
          <p:cNvPr id="29" name="object 29"/>
          <p:cNvGrpSpPr/>
          <p:nvPr/>
        </p:nvGrpSpPr>
        <p:grpSpPr>
          <a:xfrm>
            <a:off x="6143036" y="1282595"/>
            <a:ext cx="2409984" cy="1241745"/>
            <a:chOff x="5903721" y="1551177"/>
            <a:chExt cx="2914650" cy="1501775"/>
          </a:xfrm>
        </p:grpSpPr>
        <p:sp>
          <p:nvSpPr>
            <p:cNvPr id="30" name="object 30"/>
            <p:cNvSpPr/>
            <p:nvPr/>
          </p:nvSpPr>
          <p:spPr>
            <a:xfrm>
              <a:off x="5913881" y="1561337"/>
              <a:ext cx="2894330" cy="1481455"/>
            </a:xfrm>
            <a:custGeom>
              <a:avLst/>
              <a:gdLst/>
              <a:ahLst/>
              <a:cxnLst/>
              <a:rect l="l" t="t" r="r" b="b"/>
              <a:pathLst>
                <a:path w="2894329" h="1481455">
                  <a:moveTo>
                    <a:pt x="2894075" y="0"/>
                  </a:moveTo>
                  <a:lnTo>
                    <a:pt x="0" y="0"/>
                  </a:lnTo>
                  <a:lnTo>
                    <a:pt x="0" y="1481327"/>
                  </a:lnTo>
                  <a:lnTo>
                    <a:pt x="2894075" y="1481327"/>
                  </a:lnTo>
                  <a:lnTo>
                    <a:pt x="2894075" y="0"/>
                  </a:lnTo>
                  <a:close/>
                </a:path>
              </a:pathLst>
            </a:custGeom>
            <a:solidFill>
              <a:srgbClr val="4471C4"/>
            </a:solidFill>
          </p:spPr>
          <p:txBody>
            <a:bodyPr wrap="square" lIns="0" tIns="0" rIns="0" bIns="0" rtlCol="0"/>
            <a:lstStyle/>
            <a:p>
              <a:endParaRPr sz="1488"/>
            </a:p>
          </p:txBody>
        </p:sp>
        <p:sp>
          <p:nvSpPr>
            <p:cNvPr id="31" name="object 31"/>
            <p:cNvSpPr/>
            <p:nvPr/>
          </p:nvSpPr>
          <p:spPr>
            <a:xfrm>
              <a:off x="5913881" y="1561337"/>
              <a:ext cx="2894330" cy="1481455"/>
            </a:xfrm>
            <a:custGeom>
              <a:avLst/>
              <a:gdLst/>
              <a:ahLst/>
              <a:cxnLst/>
              <a:rect l="l" t="t" r="r" b="b"/>
              <a:pathLst>
                <a:path w="2894329" h="1481455">
                  <a:moveTo>
                    <a:pt x="0" y="1481327"/>
                  </a:moveTo>
                  <a:lnTo>
                    <a:pt x="2894075" y="1481327"/>
                  </a:lnTo>
                  <a:lnTo>
                    <a:pt x="2894075" y="0"/>
                  </a:lnTo>
                  <a:lnTo>
                    <a:pt x="0" y="0"/>
                  </a:lnTo>
                  <a:lnTo>
                    <a:pt x="0" y="1481327"/>
                  </a:lnTo>
                  <a:close/>
                </a:path>
              </a:pathLst>
            </a:custGeom>
            <a:ln w="19812">
              <a:solidFill>
                <a:srgbClr val="FFFFFF"/>
              </a:solidFill>
            </a:ln>
          </p:spPr>
          <p:txBody>
            <a:bodyPr wrap="square" lIns="0" tIns="0" rIns="0" bIns="0" rtlCol="0"/>
            <a:lstStyle/>
            <a:p>
              <a:endParaRPr sz="1488"/>
            </a:p>
          </p:txBody>
        </p:sp>
      </p:grpSp>
      <p:sp>
        <p:nvSpPr>
          <p:cNvPr id="32" name="object 32"/>
          <p:cNvSpPr txBox="1"/>
          <p:nvPr/>
        </p:nvSpPr>
        <p:spPr>
          <a:xfrm>
            <a:off x="6151438" y="1290996"/>
            <a:ext cx="2393182" cy="1132906"/>
          </a:xfrm>
          <a:prstGeom prst="rect">
            <a:avLst/>
          </a:prstGeom>
        </p:spPr>
        <p:txBody>
          <a:bodyPr vert="horz" wrap="square" lIns="0" tIns="63531" rIns="0" bIns="0" rtlCol="0">
            <a:spAutoFit/>
          </a:bodyPr>
          <a:lstStyle/>
          <a:p>
            <a:pPr marL="259390" marR="253089" algn="ctr">
              <a:spcBef>
                <a:spcPts val="500"/>
              </a:spcBef>
            </a:pPr>
            <a:r>
              <a:rPr sz="2315" spc="-8" dirty="0">
                <a:solidFill>
                  <a:srgbClr val="FFFFFF"/>
                </a:solidFill>
                <a:latin typeface="Calibri"/>
                <a:cs typeface="Calibri"/>
              </a:rPr>
              <a:t>Special</a:t>
            </a:r>
            <a:r>
              <a:rPr sz="2315" spc="-45" dirty="0">
                <a:solidFill>
                  <a:srgbClr val="FFFFFF"/>
                </a:solidFill>
                <a:latin typeface="Calibri"/>
                <a:cs typeface="Calibri"/>
              </a:rPr>
              <a:t> </a:t>
            </a:r>
            <a:r>
              <a:rPr sz="2315" spc="-12" dirty="0">
                <a:solidFill>
                  <a:srgbClr val="FFFFFF"/>
                </a:solidFill>
                <a:latin typeface="Calibri"/>
                <a:cs typeface="Calibri"/>
              </a:rPr>
              <a:t>Neuron: </a:t>
            </a:r>
            <a:r>
              <a:rPr sz="2315" spc="-509" dirty="0">
                <a:solidFill>
                  <a:srgbClr val="FFFFFF"/>
                </a:solidFill>
                <a:latin typeface="Calibri"/>
                <a:cs typeface="Calibri"/>
              </a:rPr>
              <a:t> </a:t>
            </a:r>
            <a:r>
              <a:rPr sz="2315" spc="-4" dirty="0">
                <a:solidFill>
                  <a:srgbClr val="FFFFFF"/>
                </a:solidFill>
                <a:latin typeface="Calibri"/>
                <a:cs typeface="Calibri"/>
              </a:rPr>
              <a:t>4</a:t>
            </a:r>
            <a:r>
              <a:rPr sz="2315" dirty="0">
                <a:solidFill>
                  <a:srgbClr val="FFFFFF"/>
                </a:solidFill>
                <a:latin typeface="Calibri"/>
                <a:cs typeface="Calibri"/>
              </a:rPr>
              <a:t> </a:t>
            </a:r>
            <a:r>
              <a:rPr sz="2315" spc="-8" dirty="0">
                <a:solidFill>
                  <a:srgbClr val="FFFFFF"/>
                </a:solidFill>
                <a:latin typeface="Calibri"/>
                <a:cs typeface="Calibri"/>
              </a:rPr>
              <a:t>inputs,</a:t>
            </a:r>
            <a:endParaRPr sz="2315">
              <a:latin typeface="Calibri"/>
              <a:cs typeface="Calibri"/>
            </a:endParaRPr>
          </a:p>
          <a:p>
            <a:pPr algn="ctr">
              <a:spcBef>
                <a:spcPts val="4"/>
              </a:spcBef>
            </a:pPr>
            <a:r>
              <a:rPr sz="2315" spc="-4" dirty="0">
                <a:solidFill>
                  <a:srgbClr val="FFFFFF"/>
                </a:solidFill>
                <a:latin typeface="Calibri"/>
                <a:cs typeface="Calibri"/>
              </a:rPr>
              <a:t>1</a:t>
            </a:r>
            <a:r>
              <a:rPr sz="2315" spc="-62" dirty="0">
                <a:solidFill>
                  <a:srgbClr val="FFFFFF"/>
                </a:solidFill>
                <a:latin typeface="Calibri"/>
                <a:cs typeface="Calibri"/>
              </a:rPr>
              <a:t> </a:t>
            </a:r>
            <a:r>
              <a:rPr sz="2315" spc="-8" dirty="0">
                <a:solidFill>
                  <a:srgbClr val="FFFFFF"/>
                </a:solidFill>
                <a:latin typeface="Calibri"/>
                <a:cs typeface="Calibri"/>
              </a:rPr>
              <a:t>output</a:t>
            </a:r>
            <a:endParaRPr sz="2315">
              <a:latin typeface="Calibri"/>
              <a:cs typeface="Calibri"/>
            </a:endParaRPr>
          </a:p>
        </p:txBody>
      </p:sp>
      <p:sp>
        <p:nvSpPr>
          <p:cNvPr id="33" name="object 33"/>
          <p:cNvSpPr/>
          <p:nvPr/>
        </p:nvSpPr>
        <p:spPr>
          <a:xfrm>
            <a:off x="6681318" y="3133924"/>
            <a:ext cx="388538" cy="143864"/>
          </a:xfrm>
          <a:custGeom>
            <a:avLst/>
            <a:gdLst/>
            <a:ahLst/>
            <a:cxnLst/>
            <a:rect l="l" t="t" r="r" b="b"/>
            <a:pathLst>
              <a:path w="469900" h="173989">
                <a:moveTo>
                  <a:pt x="173735" y="0"/>
                </a:moveTo>
                <a:lnTo>
                  <a:pt x="0" y="86868"/>
                </a:lnTo>
                <a:lnTo>
                  <a:pt x="173735" y="173736"/>
                </a:lnTo>
                <a:lnTo>
                  <a:pt x="173735" y="115824"/>
                </a:lnTo>
                <a:lnTo>
                  <a:pt x="144779" y="115824"/>
                </a:lnTo>
                <a:lnTo>
                  <a:pt x="144779" y="57912"/>
                </a:lnTo>
                <a:lnTo>
                  <a:pt x="173735" y="57912"/>
                </a:lnTo>
                <a:lnTo>
                  <a:pt x="173735" y="0"/>
                </a:lnTo>
                <a:close/>
              </a:path>
              <a:path w="469900" h="173989">
                <a:moveTo>
                  <a:pt x="173735" y="57912"/>
                </a:moveTo>
                <a:lnTo>
                  <a:pt x="144779" y="57912"/>
                </a:lnTo>
                <a:lnTo>
                  <a:pt x="144779" y="115824"/>
                </a:lnTo>
                <a:lnTo>
                  <a:pt x="173735" y="115824"/>
                </a:lnTo>
                <a:lnTo>
                  <a:pt x="173735" y="57912"/>
                </a:lnTo>
                <a:close/>
              </a:path>
              <a:path w="469900" h="173989">
                <a:moveTo>
                  <a:pt x="469646" y="57912"/>
                </a:moveTo>
                <a:lnTo>
                  <a:pt x="173735" y="57912"/>
                </a:lnTo>
                <a:lnTo>
                  <a:pt x="173735" y="115824"/>
                </a:lnTo>
                <a:lnTo>
                  <a:pt x="469646" y="115824"/>
                </a:lnTo>
                <a:lnTo>
                  <a:pt x="469646" y="57912"/>
                </a:lnTo>
                <a:close/>
              </a:path>
            </a:pathLst>
          </a:custGeom>
          <a:solidFill>
            <a:srgbClr val="000000"/>
          </a:solidFill>
        </p:spPr>
        <p:txBody>
          <a:bodyPr wrap="square" lIns="0" tIns="0" rIns="0" bIns="0" rtlCol="0"/>
          <a:lstStyle/>
          <a:p>
            <a:endParaRPr sz="1488"/>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1909333" y="341495"/>
            <a:ext cx="3844698" cy="5212190"/>
          </a:xfrm>
          <a:prstGeom prst="rect">
            <a:avLst/>
          </a:prstGeom>
        </p:spPr>
      </p:pic>
      <p:sp>
        <p:nvSpPr>
          <p:cNvPr id="3" name="object 3"/>
          <p:cNvSpPr txBox="1"/>
          <p:nvPr/>
        </p:nvSpPr>
        <p:spPr>
          <a:xfrm>
            <a:off x="3962816" y="5241689"/>
            <a:ext cx="143339" cy="316072"/>
          </a:xfrm>
          <a:prstGeom prst="rect">
            <a:avLst/>
          </a:prstGeom>
        </p:spPr>
        <p:txBody>
          <a:bodyPr vert="horz" wrap="square" lIns="0" tIns="10501" rIns="0" bIns="0" rtlCol="0">
            <a:spAutoFit/>
          </a:bodyPr>
          <a:lstStyle/>
          <a:p>
            <a:pPr marL="10502">
              <a:spcBef>
                <a:spcPts val="83"/>
              </a:spcBef>
            </a:pPr>
            <a:r>
              <a:rPr sz="1985" dirty="0">
                <a:latin typeface="Cambria Math"/>
                <a:cs typeface="Cambria Math"/>
              </a:rPr>
              <a:t>𝑧</a:t>
            </a:r>
            <a:endParaRPr sz="1985">
              <a:latin typeface="Cambria Math"/>
              <a:cs typeface="Cambria Math"/>
            </a:endParaRPr>
          </a:p>
        </p:txBody>
      </p:sp>
      <p:sp>
        <p:nvSpPr>
          <p:cNvPr id="4" name="object 4"/>
          <p:cNvSpPr txBox="1"/>
          <p:nvPr/>
        </p:nvSpPr>
        <p:spPr>
          <a:xfrm>
            <a:off x="1644695" y="3697829"/>
            <a:ext cx="143339" cy="316072"/>
          </a:xfrm>
          <a:prstGeom prst="rect">
            <a:avLst/>
          </a:prstGeom>
        </p:spPr>
        <p:txBody>
          <a:bodyPr vert="horz" wrap="square" lIns="0" tIns="10501" rIns="0" bIns="0" rtlCol="0">
            <a:spAutoFit/>
          </a:bodyPr>
          <a:lstStyle/>
          <a:p>
            <a:pPr marL="10502">
              <a:spcBef>
                <a:spcPts val="83"/>
              </a:spcBef>
            </a:pPr>
            <a:r>
              <a:rPr sz="1985" dirty="0">
                <a:latin typeface="Cambria Math"/>
                <a:cs typeface="Cambria Math"/>
              </a:rPr>
              <a:t>𝑧</a:t>
            </a:r>
            <a:endParaRPr sz="1985">
              <a:latin typeface="Cambria Math"/>
              <a:cs typeface="Cambria Math"/>
            </a:endParaRPr>
          </a:p>
        </p:txBody>
      </p:sp>
      <p:sp>
        <p:nvSpPr>
          <p:cNvPr id="5" name="object 5"/>
          <p:cNvSpPr txBox="1"/>
          <p:nvPr/>
        </p:nvSpPr>
        <p:spPr>
          <a:xfrm>
            <a:off x="1760627" y="3817541"/>
            <a:ext cx="85583" cy="455982"/>
          </a:xfrm>
          <a:prstGeom prst="rect">
            <a:avLst/>
          </a:prstGeom>
        </p:spPr>
        <p:txBody>
          <a:bodyPr vert="horz" wrap="square" lIns="0" tIns="10501" rIns="0" bIns="0" rtlCol="0">
            <a:spAutoFit/>
          </a:bodyPr>
          <a:lstStyle/>
          <a:p>
            <a:pPr marL="10502">
              <a:spcBef>
                <a:spcPts val="83"/>
              </a:spcBef>
            </a:pPr>
            <a:r>
              <a:rPr sz="1447" spc="153" dirty="0">
                <a:latin typeface="Cambria Math"/>
                <a:cs typeface="Cambria Math"/>
              </a:rPr>
              <a:t>𝑖</a:t>
            </a:r>
            <a:endParaRPr sz="1447">
              <a:latin typeface="Cambria Math"/>
              <a:cs typeface="Cambria Math"/>
            </a:endParaRPr>
          </a:p>
        </p:txBody>
      </p:sp>
      <p:sp>
        <p:nvSpPr>
          <p:cNvPr id="6" name="object 6"/>
          <p:cNvSpPr txBox="1"/>
          <p:nvPr/>
        </p:nvSpPr>
        <p:spPr>
          <a:xfrm>
            <a:off x="5809105" y="2756937"/>
            <a:ext cx="274602" cy="316072"/>
          </a:xfrm>
          <a:prstGeom prst="rect">
            <a:avLst/>
          </a:prstGeom>
        </p:spPr>
        <p:txBody>
          <a:bodyPr vert="horz" wrap="square" lIns="0" tIns="10501" rIns="0" bIns="0" rtlCol="0">
            <a:spAutoFit/>
          </a:bodyPr>
          <a:lstStyle/>
          <a:p>
            <a:pPr marL="31505">
              <a:spcBef>
                <a:spcPts val="83"/>
              </a:spcBef>
            </a:pPr>
            <a:r>
              <a:rPr sz="1985" spc="-50" dirty="0">
                <a:latin typeface="Cambria Math"/>
                <a:cs typeface="Cambria Math"/>
              </a:rPr>
              <a:t>𝑧</a:t>
            </a:r>
            <a:r>
              <a:rPr sz="2171" spc="-74" baseline="-15873" dirty="0">
                <a:latin typeface="Cambria Math"/>
                <a:cs typeface="Cambria Math"/>
              </a:rPr>
              <a:t>𝑓</a:t>
            </a:r>
            <a:endParaRPr sz="2171" baseline="-15873">
              <a:latin typeface="Cambria Math"/>
              <a:cs typeface="Cambria Math"/>
            </a:endParaRPr>
          </a:p>
        </p:txBody>
      </p:sp>
      <p:sp>
        <p:nvSpPr>
          <p:cNvPr id="7" name="object 7"/>
          <p:cNvSpPr txBox="1"/>
          <p:nvPr/>
        </p:nvSpPr>
        <p:spPr>
          <a:xfrm>
            <a:off x="1631757" y="762163"/>
            <a:ext cx="287728" cy="316072"/>
          </a:xfrm>
          <a:prstGeom prst="rect">
            <a:avLst/>
          </a:prstGeom>
        </p:spPr>
        <p:txBody>
          <a:bodyPr vert="horz" wrap="square" lIns="0" tIns="10501" rIns="0" bIns="0" rtlCol="0">
            <a:spAutoFit/>
          </a:bodyPr>
          <a:lstStyle/>
          <a:p>
            <a:pPr marL="31505">
              <a:spcBef>
                <a:spcPts val="83"/>
              </a:spcBef>
            </a:pPr>
            <a:r>
              <a:rPr sz="1985" spc="12" dirty="0">
                <a:latin typeface="Cambria Math"/>
                <a:cs typeface="Cambria Math"/>
              </a:rPr>
              <a:t>𝑧</a:t>
            </a:r>
            <a:r>
              <a:rPr sz="2171" spc="18" baseline="-15873" dirty="0">
                <a:latin typeface="Cambria Math"/>
                <a:cs typeface="Cambria Math"/>
              </a:rPr>
              <a:t>𝑜</a:t>
            </a:r>
            <a:endParaRPr sz="2171" baseline="-15873">
              <a:latin typeface="Cambria Math"/>
              <a:cs typeface="Cambria Math"/>
            </a:endParaRPr>
          </a:p>
        </p:txBody>
      </p:sp>
      <p:sp>
        <p:nvSpPr>
          <p:cNvPr id="8" name="object 8"/>
          <p:cNvSpPr/>
          <p:nvPr/>
        </p:nvSpPr>
        <p:spPr>
          <a:xfrm>
            <a:off x="3087347" y="3618652"/>
            <a:ext cx="1338355" cy="921464"/>
          </a:xfrm>
          <a:custGeom>
            <a:avLst/>
            <a:gdLst/>
            <a:ahLst/>
            <a:cxnLst/>
            <a:rect l="l" t="t" r="r" b="b"/>
            <a:pathLst>
              <a:path w="1618614" h="1114425">
                <a:moveTo>
                  <a:pt x="94107" y="11430"/>
                </a:moveTo>
                <a:lnTo>
                  <a:pt x="90043" y="0"/>
                </a:lnTo>
                <a:lnTo>
                  <a:pt x="69583" y="7391"/>
                </a:lnTo>
                <a:lnTo>
                  <a:pt x="51650" y="18097"/>
                </a:lnTo>
                <a:lnTo>
                  <a:pt x="23368" y="49530"/>
                </a:lnTo>
                <a:lnTo>
                  <a:pt x="5816" y="91427"/>
                </a:lnTo>
                <a:lnTo>
                  <a:pt x="0" y="141224"/>
                </a:lnTo>
                <a:lnTo>
                  <a:pt x="1447" y="167182"/>
                </a:lnTo>
                <a:lnTo>
                  <a:pt x="13068" y="213093"/>
                </a:lnTo>
                <a:lnTo>
                  <a:pt x="36118" y="250291"/>
                </a:lnTo>
                <a:lnTo>
                  <a:pt x="69507" y="274955"/>
                </a:lnTo>
                <a:lnTo>
                  <a:pt x="90043" y="282321"/>
                </a:lnTo>
                <a:lnTo>
                  <a:pt x="93599" y="270891"/>
                </a:lnTo>
                <a:lnTo>
                  <a:pt x="77546" y="263779"/>
                </a:lnTo>
                <a:lnTo>
                  <a:pt x="63690" y="253860"/>
                </a:lnTo>
                <a:lnTo>
                  <a:pt x="35204" y="207606"/>
                </a:lnTo>
                <a:lnTo>
                  <a:pt x="26822" y="164642"/>
                </a:lnTo>
                <a:lnTo>
                  <a:pt x="25781" y="139700"/>
                </a:lnTo>
                <a:lnTo>
                  <a:pt x="26822" y="115633"/>
                </a:lnTo>
                <a:lnTo>
                  <a:pt x="35204" y="73863"/>
                </a:lnTo>
                <a:lnTo>
                  <a:pt x="63792" y="28359"/>
                </a:lnTo>
                <a:lnTo>
                  <a:pt x="77812" y="18529"/>
                </a:lnTo>
                <a:lnTo>
                  <a:pt x="94107" y="11430"/>
                </a:lnTo>
                <a:close/>
              </a:path>
              <a:path w="1618614" h="1114425">
                <a:moveTo>
                  <a:pt x="437134" y="141224"/>
                </a:moveTo>
                <a:lnTo>
                  <a:pt x="431317" y="91427"/>
                </a:lnTo>
                <a:lnTo>
                  <a:pt x="413893" y="49530"/>
                </a:lnTo>
                <a:lnTo>
                  <a:pt x="385533" y="18097"/>
                </a:lnTo>
                <a:lnTo>
                  <a:pt x="347091" y="0"/>
                </a:lnTo>
                <a:lnTo>
                  <a:pt x="343154" y="11430"/>
                </a:lnTo>
                <a:lnTo>
                  <a:pt x="359460" y="18529"/>
                </a:lnTo>
                <a:lnTo>
                  <a:pt x="373507" y="28359"/>
                </a:lnTo>
                <a:lnTo>
                  <a:pt x="402043" y="73863"/>
                </a:lnTo>
                <a:lnTo>
                  <a:pt x="410425" y="115633"/>
                </a:lnTo>
                <a:lnTo>
                  <a:pt x="411480" y="139700"/>
                </a:lnTo>
                <a:lnTo>
                  <a:pt x="410425" y="164642"/>
                </a:lnTo>
                <a:lnTo>
                  <a:pt x="402043" y="207606"/>
                </a:lnTo>
                <a:lnTo>
                  <a:pt x="373545" y="253860"/>
                </a:lnTo>
                <a:lnTo>
                  <a:pt x="343535" y="270891"/>
                </a:lnTo>
                <a:lnTo>
                  <a:pt x="347091" y="282321"/>
                </a:lnTo>
                <a:lnTo>
                  <a:pt x="385648" y="264261"/>
                </a:lnTo>
                <a:lnTo>
                  <a:pt x="414020" y="233045"/>
                </a:lnTo>
                <a:lnTo>
                  <a:pt x="431330" y="191135"/>
                </a:lnTo>
                <a:lnTo>
                  <a:pt x="435673" y="167182"/>
                </a:lnTo>
                <a:lnTo>
                  <a:pt x="437134" y="141224"/>
                </a:lnTo>
                <a:close/>
              </a:path>
              <a:path w="1618614" h="1114425">
                <a:moveTo>
                  <a:pt x="1360551" y="843165"/>
                </a:moveTo>
                <a:lnTo>
                  <a:pt x="1356487" y="831608"/>
                </a:lnTo>
                <a:lnTo>
                  <a:pt x="1336027" y="839038"/>
                </a:lnTo>
                <a:lnTo>
                  <a:pt x="1318094" y="849744"/>
                </a:lnTo>
                <a:lnTo>
                  <a:pt x="1289812" y="881126"/>
                </a:lnTo>
                <a:lnTo>
                  <a:pt x="1272311" y="923074"/>
                </a:lnTo>
                <a:lnTo>
                  <a:pt x="1266444" y="972820"/>
                </a:lnTo>
                <a:lnTo>
                  <a:pt x="1267891" y="998778"/>
                </a:lnTo>
                <a:lnTo>
                  <a:pt x="1279512" y="1044689"/>
                </a:lnTo>
                <a:lnTo>
                  <a:pt x="1302562" y="1081938"/>
                </a:lnTo>
                <a:lnTo>
                  <a:pt x="1335951" y="1106563"/>
                </a:lnTo>
                <a:lnTo>
                  <a:pt x="1356487" y="1113917"/>
                </a:lnTo>
                <a:lnTo>
                  <a:pt x="1360170" y="1102487"/>
                </a:lnTo>
                <a:lnTo>
                  <a:pt x="1344041" y="1095375"/>
                </a:lnTo>
                <a:lnTo>
                  <a:pt x="1330147" y="1085456"/>
                </a:lnTo>
                <a:lnTo>
                  <a:pt x="1301648" y="1039253"/>
                </a:lnTo>
                <a:lnTo>
                  <a:pt x="1293266" y="996315"/>
                </a:lnTo>
                <a:lnTo>
                  <a:pt x="1292225" y="971423"/>
                </a:lnTo>
                <a:lnTo>
                  <a:pt x="1293266" y="947331"/>
                </a:lnTo>
                <a:lnTo>
                  <a:pt x="1301648" y="905522"/>
                </a:lnTo>
                <a:lnTo>
                  <a:pt x="1330236" y="860031"/>
                </a:lnTo>
                <a:lnTo>
                  <a:pt x="1344256" y="850239"/>
                </a:lnTo>
                <a:lnTo>
                  <a:pt x="1360551" y="843165"/>
                </a:lnTo>
                <a:close/>
              </a:path>
              <a:path w="1618614" h="1114425">
                <a:moveTo>
                  <a:pt x="1618361" y="972820"/>
                </a:moveTo>
                <a:lnTo>
                  <a:pt x="1612480" y="923074"/>
                </a:lnTo>
                <a:lnTo>
                  <a:pt x="1594993" y="881126"/>
                </a:lnTo>
                <a:lnTo>
                  <a:pt x="1566697" y="849744"/>
                </a:lnTo>
                <a:lnTo>
                  <a:pt x="1528318" y="831608"/>
                </a:lnTo>
                <a:lnTo>
                  <a:pt x="1524254" y="843165"/>
                </a:lnTo>
                <a:lnTo>
                  <a:pt x="1540611" y="850239"/>
                </a:lnTo>
                <a:lnTo>
                  <a:pt x="1554670" y="860031"/>
                </a:lnTo>
                <a:lnTo>
                  <a:pt x="1583194" y="905522"/>
                </a:lnTo>
                <a:lnTo>
                  <a:pt x="1591525" y="947331"/>
                </a:lnTo>
                <a:lnTo>
                  <a:pt x="1592580" y="971423"/>
                </a:lnTo>
                <a:lnTo>
                  <a:pt x="1591525" y="996315"/>
                </a:lnTo>
                <a:lnTo>
                  <a:pt x="1583143" y="1039253"/>
                </a:lnTo>
                <a:lnTo>
                  <a:pt x="1554670" y="1085456"/>
                </a:lnTo>
                <a:lnTo>
                  <a:pt x="1524762" y="1102487"/>
                </a:lnTo>
                <a:lnTo>
                  <a:pt x="1528318" y="1113917"/>
                </a:lnTo>
                <a:lnTo>
                  <a:pt x="1566811" y="1095908"/>
                </a:lnTo>
                <a:lnTo>
                  <a:pt x="1595120" y="1064641"/>
                </a:lnTo>
                <a:lnTo>
                  <a:pt x="1612544" y="1022743"/>
                </a:lnTo>
                <a:lnTo>
                  <a:pt x="1616900" y="998778"/>
                </a:lnTo>
                <a:lnTo>
                  <a:pt x="1618361" y="972820"/>
                </a:lnTo>
                <a:close/>
              </a:path>
            </a:pathLst>
          </a:custGeom>
          <a:solidFill>
            <a:srgbClr val="000000"/>
          </a:solidFill>
        </p:spPr>
        <p:txBody>
          <a:bodyPr wrap="square" lIns="0" tIns="0" rIns="0" bIns="0" rtlCol="0"/>
          <a:lstStyle/>
          <a:p>
            <a:endParaRPr sz="1488"/>
          </a:p>
        </p:txBody>
      </p:sp>
      <p:sp>
        <p:nvSpPr>
          <p:cNvPr id="9" name="object 9"/>
          <p:cNvSpPr txBox="1"/>
          <p:nvPr/>
        </p:nvSpPr>
        <p:spPr>
          <a:xfrm>
            <a:off x="2886566" y="3545038"/>
            <a:ext cx="495648" cy="316072"/>
          </a:xfrm>
          <a:prstGeom prst="rect">
            <a:avLst/>
          </a:prstGeom>
        </p:spPr>
        <p:txBody>
          <a:bodyPr vert="horz" wrap="square" lIns="0" tIns="10501" rIns="0" bIns="0" rtlCol="0">
            <a:spAutoFit/>
          </a:bodyPr>
          <a:lstStyle/>
          <a:p>
            <a:pPr marL="31505">
              <a:spcBef>
                <a:spcPts val="83"/>
              </a:spcBef>
              <a:tabLst>
                <a:tab pos="283019" algn="l"/>
              </a:tabLst>
            </a:pPr>
            <a:r>
              <a:rPr sz="1985" dirty="0">
                <a:latin typeface="Cambria Math"/>
                <a:cs typeface="Cambria Math"/>
              </a:rPr>
              <a:t>𝑓	</a:t>
            </a:r>
            <a:r>
              <a:rPr sz="1985" spc="-4" dirty="0">
                <a:latin typeface="Cambria Math"/>
                <a:cs typeface="Cambria Math"/>
              </a:rPr>
              <a:t>𝑧</a:t>
            </a:r>
            <a:r>
              <a:rPr sz="2171" spc="-6" baseline="-15873" dirty="0">
                <a:latin typeface="Cambria Math"/>
                <a:cs typeface="Cambria Math"/>
              </a:rPr>
              <a:t>𝑖</a:t>
            </a:r>
            <a:endParaRPr sz="2171" baseline="-15873">
              <a:latin typeface="Cambria Math"/>
              <a:cs typeface="Cambria Math"/>
            </a:endParaRPr>
          </a:p>
        </p:txBody>
      </p:sp>
      <p:sp>
        <p:nvSpPr>
          <p:cNvPr id="10" name="object 10"/>
          <p:cNvSpPr txBox="1"/>
          <p:nvPr/>
        </p:nvSpPr>
        <p:spPr>
          <a:xfrm>
            <a:off x="4007444" y="798707"/>
            <a:ext cx="859508" cy="316072"/>
          </a:xfrm>
          <a:prstGeom prst="rect">
            <a:avLst/>
          </a:prstGeom>
        </p:spPr>
        <p:txBody>
          <a:bodyPr vert="horz" wrap="square" lIns="0" tIns="10501" rIns="0" bIns="0" rtlCol="0">
            <a:spAutoFit/>
          </a:bodyPr>
          <a:lstStyle/>
          <a:p>
            <a:pPr marL="10502">
              <a:spcBef>
                <a:spcPts val="83"/>
              </a:spcBef>
            </a:pPr>
            <a:r>
              <a:rPr sz="1985" dirty="0">
                <a:solidFill>
                  <a:srgbClr val="FF0000"/>
                </a:solidFill>
                <a:latin typeface="Calibri"/>
                <a:cs typeface="Calibri"/>
              </a:rPr>
              <a:t>multiply</a:t>
            </a:r>
            <a:endParaRPr sz="1985">
              <a:latin typeface="Calibri"/>
              <a:cs typeface="Calibri"/>
            </a:endParaRPr>
          </a:p>
        </p:txBody>
      </p:sp>
      <p:sp>
        <p:nvSpPr>
          <p:cNvPr id="11" name="object 11"/>
          <p:cNvSpPr txBox="1"/>
          <p:nvPr/>
        </p:nvSpPr>
        <p:spPr>
          <a:xfrm>
            <a:off x="5649384" y="1020804"/>
            <a:ext cx="2978089" cy="1514605"/>
          </a:xfrm>
          <a:prstGeom prst="rect">
            <a:avLst/>
          </a:prstGeom>
        </p:spPr>
        <p:txBody>
          <a:bodyPr vert="horz" wrap="square" lIns="0" tIns="10501" rIns="0" bIns="0" rtlCol="0">
            <a:spAutoFit/>
          </a:bodyPr>
          <a:lstStyle/>
          <a:p>
            <a:pPr marL="10502" marR="305072">
              <a:spcBef>
                <a:spcPts val="83"/>
              </a:spcBef>
            </a:pPr>
            <a:r>
              <a:rPr sz="1985" spc="-8" dirty="0">
                <a:latin typeface="Calibri"/>
                <a:cs typeface="Calibri"/>
              </a:rPr>
              <a:t>Activation </a:t>
            </a:r>
            <a:r>
              <a:rPr sz="1985" spc="-4" dirty="0">
                <a:latin typeface="Calibri"/>
                <a:cs typeface="Calibri"/>
              </a:rPr>
              <a:t>function </a:t>
            </a:r>
            <a:r>
              <a:rPr sz="1985" dirty="0">
                <a:latin typeface="Calibri"/>
                <a:cs typeface="Calibri"/>
              </a:rPr>
              <a:t>f is </a:t>
            </a:r>
            <a:r>
              <a:rPr sz="1985" spc="4" dirty="0">
                <a:latin typeface="Calibri"/>
                <a:cs typeface="Calibri"/>
              </a:rPr>
              <a:t> </a:t>
            </a:r>
            <a:r>
              <a:rPr sz="1985" spc="-4" dirty="0">
                <a:latin typeface="Calibri"/>
                <a:cs typeface="Calibri"/>
              </a:rPr>
              <a:t>usually</a:t>
            </a:r>
            <a:r>
              <a:rPr sz="1985" spc="-37" dirty="0">
                <a:latin typeface="Calibri"/>
                <a:cs typeface="Calibri"/>
              </a:rPr>
              <a:t> </a:t>
            </a:r>
            <a:r>
              <a:rPr sz="1985" dirty="0">
                <a:latin typeface="Calibri"/>
                <a:cs typeface="Calibri"/>
              </a:rPr>
              <a:t>a</a:t>
            </a:r>
            <a:r>
              <a:rPr sz="1985" spc="-29" dirty="0">
                <a:latin typeface="Calibri"/>
                <a:cs typeface="Calibri"/>
              </a:rPr>
              <a:t> </a:t>
            </a:r>
            <a:r>
              <a:rPr sz="1985" spc="-4" dirty="0">
                <a:latin typeface="Calibri"/>
                <a:cs typeface="Calibri"/>
              </a:rPr>
              <a:t>sigmoid</a:t>
            </a:r>
            <a:r>
              <a:rPr sz="1985" spc="-37" dirty="0">
                <a:latin typeface="Calibri"/>
                <a:cs typeface="Calibri"/>
              </a:rPr>
              <a:t> </a:t>
            </a:r>
            <a:r>
              <a:rPr sz="1985" spc="-4" dirty="0">
                <a:latin typeface="Calibri"/>
                <a:cs typeface="Calibri"/>
              </a:rPr>
              <a:t>function</a:t>
            </a:r>
            <a:endParaRPr sz="1985">
              <a:latin typeface="Calibri"/>
              <a:cs typeface="Calibri"/>
            </a:endParaRPr>
          </a:p>
          <a:p>
            <a:pPr marL="234186">
              <a:spcBef>
                <a:spcPts val="1129"/>
              </a:spcBef>
            </a:pPr>
            <a:r>
              <a:rPr sz="1985" spc="-4" dirty="0">
                <a:latin typeface="Calibri"/>
                <a:cs typeface="Calibri"/>
              </a:rPr>
              <a:t>Between</a:t>
            </a:r>
            <a:r>
              <a:rPr sz="1985" spc="-33" dirty="0">
                <a:latin typeface="Calibri"/>
                <a:cs typeface="Calibri"/>
              </a:rPr>
              <a:t> </a:t>
            </a:r>
            <a:r>
              <a:rPr sz="1985" dirty="0">
                <a:latin typeface="Calibri"/>
                <a:cs typeface="Calibri"/>
              </a:rPr>
              <a:t>0</a:t>
            </a:r>
            <a:r>
              <a:rPr sz="1985" spc="-25" dirty="0">
                <a:latin typeface="Calibri"/>
                <a:cs typeface="Calibri"/>
              </a:rPr>
              <a:t> </a:t>
            </a:r>
            <a:r>
              <a:rPr sz="1985" dirty="0">
                <a:latin typeface="Calibri"/>
                <a:cs typeface="Calibri"/>
              </a:rPr>
              <a:t>and</a:t>
            </a:r>
            <a:r>
              <a:rPr sz="1985" spc="-21" dirty="0">
                <a:latin typeface="Calibri"/>
                <a:cs typeface="Calibri"/>
              </a:rPr>
              <a:t> </a:t>
            </a:r>
            <a:r>
              <a:rPr sz="1985" dirty="0">
                <a:latin typeface="Calibri"/>
                <a:cs typeface="Calibri"/>
              </a:rPr>
              <a:t>1</a:t>
            </a:r>
            <a:endParaRPr sz="1985">
              <a:latin typeface="Calibri"/>
              <a:cs typeface="Calibri"/>
            </a:endParaRPr>
          </a:p>
          <a:p>
            <a:pPr marL="234186">
              <a:spcBef>
                <a:spcPts val="1075"/>
              </a:spcBef>
            </a:pPr>
            <a:r>
              <a:rPr sz="1985" dirty="0">
                <a:latin typeface="Calibri"/>
                <a:cs typeface="Calibri"/>
              </a:rPr>
              <a:t>Mimic</a:t>
            </a:r>
            <a:r>
              <a:rPr sz="1985" spc="-37" dirty="0">
                <a:latin typeface="Calibri"/>
                <a:cs typeface="Calibri"/>
              </a:rPr>
              <a:t> </a:t>
            </a:r>
            <a:r>
              <a:rPr sz="1985" spc="-4" dirty="0">
                <a:latin typeface="Calibri"/>
                <a:cs typeface="Calibri"/>
              </a:rPr>
              <a:t>open</a:t>
            </a:r>
            <a:r>
              <a:rPr sz="1985" spc="-21" dirty="0">
                <a:latin typeface="Calibri"/>
                <a:cs typeface="Calibri"/>
              </a:rPr>
              <a:t> </a:t>
            </a:r>
            <a:r>
              <a:rPr sz="1985" dirty="0">
                <a:latin typeface="Calibri"/>
                <a:cs typeface="Calibri"/>
              </a:rPr>
              <a:t>and</a:t>
            </a:r>
            <a:r>
              <a:rPr sz="1985" spc="-17" dirty="0">
                <a:latin typeface="Calibri"/>
                <a:cs typeface="Calibri"/>
              </a:rPr>
              <a:t> </a:t>
            </a:r>
            <a:r>
              <a:rPr sz="1985" dirty="0">
                <a:latin typeface="Calibri"/>
                <a:cs typeface="Calibri"/>
              </a:rPr>
              <a:t>close</a:t>
            </a:r>
            <a:r>
              <a:rPr sz="1985" spc="-29" dirty="0">
                <a:latin typeface="Calibri"/>
                <a:cs typeface="Calibri"/>
              </a:rPr>
              <a:t> </a:t>
            </a:r>
            <a:r>
              <a:rPr sz="1985" spc="-21" dirty="0">
                <a:latin typeface="Calibri"/>
                <a:cs typeface="Calibri"/>
              </a:rPr>
              <a:t>gate</a:t>
            </a:r>
            <a:endParaRPr sz="1985">
              <a:latin typeface="Calibri"/>
              <a:cs typeface="Calibri"/>
            </a:endParaRPr>
          </a:p>
        </p:txBody>
      </p:sp>
      <p:sp>
        <p:nvSpPr>
          <p:cNvPr id="12" name="object 12"/>
          <p:cNvSpPr/>
          <p:nvPr/>
        </p:nvSpPr>
        <p:spPr>
          <a:xfrm>
            <a:off x="6371853" y="3421966"/>
            <a:ext cx="340233" cy="271976"/>
          </a:xfrm>
          <a:custGeom>
            <a:avLst/>
            <a:gdLst/>
            <a:ahLst/>
            <a:cxnLst/>
            <a:rect l="l" t="t" r="r" b="b"/>
            <a:pathLst>
              <a:path w="411479" h="328929">
                <a:moveTo>
                  <a:pt x="306197" y="0"/>
                </a:moveTo>
                <a:lnTo>
                  <a:pt x="301498" y="13462"/>
                </a:lnTo>
                <a:lnTo>
                  <a:pt x="320547" y="21705"/>
                </a:lnTo>
                <a:lnTo>
                  <a:pt x="336930" y="33115"/>
                </a:lnTo>
                <a:lnTo>
                  <a:pt x="361696" y="65531"/>
                </a:lnTo>
                <a:lnTo>
                  <a:pt x="376269" y="109219"/>
                </a:lnTo>
                <a:lnTo>
                  <a:pt x="381126" y="162813"/>
                </a:lnTo>
                <a:lnTo>
                  <a:pt x="379892" y="191845"/>
                </a:lnTo>
                <a:lnTo>
                  <a:pt x="370089" y="241859"/>
                </a:lnTo>
                <a:lnTo>
                  <a:pt x="350547" y="280965"/>
                </a:lnTo>
                <a:lnTo>
                  <a:pt x="320742" y="307306"/>
                </a:lnTo>
                <a:lnTo>
                  <a:pt x="302006" y="315594"/>
                </a:lnTo>
                <a:lnTo>
                  <a:pt x="306197" y="328930"/>
                </a:lnTo>
                <a:lnTo>
                  <a:pt x="351075" y="307895"/>
                </a:lnTo>
                <a:lnTo>
                  <a:pt x="384048" y="271525"/>
                </a:lnTo>
                <a:lnTo>
                  <a:pt x="404336" y="222678"/>
                </a:lnTo>
                <a:lnTo>
                  <a:pt x="411099" y="164592"/>
                </a:lnTo>
                <a:lnTo>
                  <a:pt x="409406" y="134417"/>
                </a:lnTo>
                <a:lnTo>
                  <a:pt x="395829" y="80974"/>
                </a:lnTo>
                <a:lnTo>
                  <a:pt x="368919" y="37468"/>
                </a:lnTo>
                <a:lnTo>
                  <a:pt x="330057" y="8616"/>
                </a:lnTo>
                <a:lnTo>
                  <a:pt x="306197" y="0"/>
                </a:lnTo>
                <a:close/>
              </a:path>
              <a:path w="411479" h="328929">
                <a:moveTo>
                  <a:pt x="104902" y="0"/>
                </a:moveTo>
                <a:lnTo>
                  <a:pt x="60118" y="21113"/>
                </a:lnTo>
                <a:lnTo>
                  <a:pt x="27050" y="57657"/>
                </a:lnTo>
                <a:lnTo>
                  <a:pt x="6762" y="106552"/>
                </a:lnTo>
                <a:lnTo>
                  <a:pt x="0" y="164592"/>
                </a:lnTo>
                <a:lnTo>
                  <a:pt x="1690" y="194784"/>
                </a:lnTo>
                <a:lnTo>
                  <a:pt x="15216" y="248263"/>
                </a:lnTo>
                <a:lnTo>
                  <a:pt x="42054" y="291621"/>
                </a:lnTo>
                <a:lnTo>
                  <a:pt x="80968" y="320335"/>
                </a:lnTo>
                <a:lnTo>
                  <a:pt x="104902" y="328930"/>
                </a:lnTo>
                <a:lnTo>
                  <a:pt x="109093" y="315594"/>
                </a:lnTo>
                <a:lnTo>
                  <a:pt x="90302" y="307306"/>
                </a:lnTo>
                <a:lnTo>
                  <a:pt x="74120" y="295767"/>
                </a:lnTo>
                <a:lnTo>
                  <a:pt x="49530" y="262889"/>
                </a:lnTo>
                <a:lnTo>
                  <a:pt x="34845" y="218185"/>
                </a:lnTo>
                <a:lnTo>
                  <a:pt x="29972" y="162813"/>
                </a:lnTo>
                <a:lnTo>
                  <a:pt x="31188" y="134790"/>
                </a:lnTo>
                <a:lnTo>
                  <a:pt x="40955" y="86125"/>
                </a:lnTo>
                <a:lnTo>
                  <a:pt x="60577" y="47716"/>
                </a:lnTo>
                <a:lnTo>
                  <a:pt x="90624" y="21705"/>
                </a:lnTo>
                <a:lnTo>
                  <a:pt x="109600" y="13462"/>
                </a:lnTo>
                <a:lnTo>
                  <a:pt x="104902" y="0"/>
                </a:lnTo>
                <a:close/>
              </a:path>
            </a:pathLst>
          </a:custGeom>
          <a:solidFill>
            <a:srgbClr val="000000"/>
          </a:solidFill>
        </p:spPr>
        <p:txBody>
          <a:bodyPr wrap="square" lIns="0" tIns="0" rIns="0" bIns="0" rtlCol="0"/>
          <a:lstStyle/>
          <a:p>
            <a:endParaRPr sz="1488"/>
          </a:p>
        </p:txBody>
      </p:sp>
      <p:sp>
        <p:nvSpPr>
          <p:cNvPr id="13" name="object 13"/>
          <p:cNvSpPr/>
          <p:nvPr/>
        </p:nvSpPr>
        <p:spPr>
          <a:xfrm>
            <a:off x="6932608" y="3421966"/>
            <a:ext cx="422141" cy="271976"/>
          </a:xfrm>
          <a:custGeom>
            <a:avLst/>
            <a:gdLst/>
            <a:ahLst/>
            <a:cxnLst/>
            <a:rect l="l" t="t" r="r" b="b"/>
            <a:pathLst>
              <a:path w="510540" h="328929">
                <a:moveTo>
                  <a:pt x="405257" y="0"/>
                </a:moveTo>
                <a:lnTo>
                  <a:pt x="400558" y="13462"/>
                </a:lnTo>
                <a:lnTo>
                  <a:pt x="419608" y="21705"/>
                </a:lnTo>
                <a:lnTo>
                  <a:pt x="435991" y="33115"/>
                </a:lnTo>
                <a:lnTo>
                  <a:pt x="460756" y="65531"/>
                </a:lnTo>
                <a:lnTo>
                  <a:pt x="475329" y="109219"/>
                </a:lnTo>
                <a:lnTo>
                  <a:pt x="480187" y="162813"/>
                </a:lnTo>
                <a:lnTo>
                  <a:pt x="478952" y="191845"/>
                </a:lnTo>
                <a:lnTo>
                  <a:pt x="469149" y="241859"/>
                </a:lnTo>
                <a:lnTo>
                  <a:pt x="449607" y="280965"/>
                </a:lnTo>
                <a:lnTo>
                  <a:pt x="419802" y="307306"/>
                </a:lnTo>
                <a:lnTo>
                  <a:pt x="401066" y="315594"/>
                </a:lnTo>
                <a:lnTo>
                  <a:pt x="405257" y="328930"/>
                </a:lnTo>
                <a:lnTo>
                  <a:pt x="450135" y="307895"/>
                </a:lnTo>
                <a:lnTo>
                  <a:pt x="483108" y="271525"/>
                </a:lnTo>
                <a:lnTo>
                  <a:pt x="503396" y="222678"/>
                </a:lnTo>
                <a:lnTo>
                  <a:pt x="510159" y="164592"/>
                </a:lnTo>
                <a:lnTo>
                  <a:pt x="508466" y="134417"/>
                </a:lnTo>
                <a:lnTo>
                  <a:pt x="494889" y="80974"/>
                </a:lnTo>
                <a:lnTo>
                  <a:pt x="467979" y="37468"/>
                </a:lnTo>
                <a:lnTo>
                  <a:pt x="429117" y="8616"/>
                </a:lnTo>
                <a:lnTo>
                  <a:pt x="405257" y="0"/>
                </a:lnTo>
                <a:close/>
              </a:path>
              <a:path w="510540" h="328929">
                <a:moveTo>
                  <a:pt x="104901" y="0"/>
                </a:moveTo>
                <a:lnTo>
                  <a:pt x="60118" y="21113"/>
                </a:lnTo>
                <a:lnTo>
                  <a:pt x="27050" y="57657"/>
                </a:lnTo>
                <a:lnTo>
                  <a:pt x="6762" y="106552"/>
                </a:lnTo>
                <a:lnTo>
                  <a:pt x="0" y="164592"/>
                </a:lnTo>
                <a:lnTo>
                  <a:pt x="1690" y="194784"/>
                </a:lnTo>
                <a:lnTo>
                  <a:pt x="15216" y="248263"/>
                </a:lnTo>
                <a:lnTo>
                  <a:pt x="42054" y="291621"/>
                </a:lnTo>
                <a:lnTo>
                  <a:pt x="80968" y="320335"/>
                </a:lnTo>
                <a:lnTo>
                  <a:pt x="104901" y="328930"/>
                </a:lnTo>
                <a:lnTo>
                  <a:pt x="109093" y="315594"/>
                </a:lnTo>
                <a:lnTo>
                  <a:pt x="90302" y="307306"/>
                </a:lnTo>
                <a:lnTo>
                  <a:pt x="74120" y="295767"/>
                </a:lnTo>
                <a:lnTo>
                  <a:pt x="49530" y="262889"/>
                </a:lnTo>
                <a:lnTo>
                  <a:pt x="34845" y="218185"/>
                </a:lnTo>
                <a:lnTo>
                  <a:pt x="29972" y="162813"/>
                </a:lnTo>
                <a:lnTo>
                  <a:pt x="31188" y="134790"/>
                </a:lnTo>
                <a:lnTo>
                  <a:pt x="40955" y="86125"/>
                </a:lnTo>
                <a:lnTo>
                  <a:pt x="60577" y="47716"/>
                </a:lnTo>
                <a:lnTo>
                  <a:pt x="90624" y="21705"/>
                </a:lnTo>
                <a:lnTo>
                  <a:pt x="109600" y="13462"/>
                </a:lnTo>
                <a:lnTo>
                  <a:pt x="104901" y="0"/>
                </a:lnTo>
                <a:close/>
              </a:path>
            </a:pathLst>
          </a:custGeom>
          <a:solidFill>
            <a:srgbClr val="000000"/>
          </a:solidFill>
        </p:spPr>
        <p:txBody>
          <a:bodyPr wrap="square" lIns="0" tIns="0" rIns="0" bIns="0" rtlCol="0"/>
          <a:lstStyle/>
          <a:p>
            <a:endParaRPr sz="1488"/>
          </a:p>
        </p:txBody>
      </p:sp>
      <p:grpSp>
        <p:nvGrpSpPr>
          <p:cNvPr id="14" name="object 14"/>
          <p:cNvGrpSpPr/>
          <p:nvPr/>
        </p:nvGrpSpPr>
        <p:grpSpPr>
          <a:xfrm>
            <a:off x="3605256" y="1440215"/>
            <a:ext cx="881035" cy="1746844"/>
            <a:chOff x="2834513" y="1741804"/>
            <a:chExt cx="1065530" cy="2112645"/>
          </a:xfrm>
        </p:grpSpPr>
        <p:pic>
          <p:nvPicPr>
            <p:cNvPr id="15" name="object 15"/>
            <p:cNvPicPr/>
            <p:nvPr/>
          </p:nvPicPr>
          <p:blipFill>
            <a:blip r:embed="rId3" cstate="print"/>
            <a:stretch>
              <a:fillRect/>
            </a:stretch>
          </p:blipFill>
          <p:spPr>
            <a:xfrm>
              <a:off x="2837688" y="3203447"/>
              <a:ext cx="621791" cy="647700"/>
            </a:xfrm>
            <a:prstGeom prst="rect">
              <a:avLst/>
            </a:prstGeom>
          </p:spPr>
        </p:pic>
        <p:sp>
          <p:nvSpPr>
            <p:cNvPr id="16" name="object 16"/>
            <p:cNvSpPr/>
            <p:nvPr/>
          </p:nvSpPr>
          <p:spPr>
            <a:xfrm>
              <a:off x="2837688" y="3203447"/>
              <a:ext cx="622300" cy="647700"/>
            </a:xfrm>
            <a:custGeom>
              <a:avLst/>
              <a:gdLst/>
              <a:ahLst/>
              <a:cxnLst/>
              <a:rect l="l" t="t" r="r" b="b"/>
              <a:pathLst>
                <a:path w="622300" h="647700">
                  <a:moveTo>
                    <a:pt x="621791" y="107950"/>
                  </a:moveTo>
                  <a:lnTo>
                    <a:pt x="590192" y="155399"/>
                  </a:lnTo>
                  <a:lnTo>
                    <a:pt x="553491" y="175443"/>
                  </a:lnTo>
                  <a:lnTo>
                    <a:pt x="505345" y="192166"/>
                  </a:lnTo>
                  <a:lnTo>
                    <a:pt x="447620" y="204918"/>
                  </a:lnTo>
                  <a:lnTo>
                    <a:pt x="382181" y="213046"/>
                  </a:lnTo>
                  <a:lnTo>
                    <a:pt x="310895" y="215900"/>
                  </a:lnTo>
                  <a:lnTo>
                    <a:pt x="239610" y="213046"/>
                  </a:lnTo>
                  <a:lnTo>
                    <a:pt x="174171" y="204918"/>
                  </a:lnTo>
                  <a:lnTo>
                    <a:pt x="116446" y="192166"/>
                  </a:lnTo>
                  <a:lnTo>
                    <a:pt x="68300" y="175443"/>
                  </a:lnTo>
                  <a:lnTo>
                    <a:pt x="31599" y="155399"/>
                  </a:lnTo>
                  <a:lnTo>
                    <a:pt x="8210" y="132684"/>
                  </a:lnTo>
                  <a:lnTo>
                    <a:pt x="0" y="107950"/>
                  </a:lnTo>
                </a:path>
                <a:path w="622300" h="647700">
                  <a:moveTo>
                    <a:pt x="0" y="107950"/>
                  </a:moveTo>
                  <a:lnTo>
                    <a:pt x="31599" y="60500"/>
                  </a:lnTo>
                  <a:lnTo>
                    <a:pt x="68300" y="40456"/>
                  </a:lnTo>
                  <a:lnTo>
                    <a:pt x="116446" y="23733"/>
                  </a:lnTo>
                  <a:lnTo>
                    <a:pt x="174171" y="10981"/>
                  </a:lnTo>
                  <a:lnTo>
                    <a:pt x="239610" y="2853"/>
                  </a:lnTo>
                  <a:lnTo>
                    <a:pt x="310895" y="0"/>
                  </a:lnTo>
                  <a:lnTo>
                    <a:pt x="382181" y="2853"/>
                  </a:lnTo>
                  <a:lnTo>
                    <a:pt x="447620" y="10981"/>
                  </a:lnTo>
                  <a:lnTo>
                    <a:pt x="505345" y="23733"/>
                  </a:lnTo>
                  <a:lnTo>
                    <a:pt x="553491" y="40456"/>
                  </a:lnTo>
                  <a:lnTo>
                    <a:pt x="590192" y="60500"/>
                  </a:lnTo>
                  <a:lnTo>
                    <a:pt x="621791" y="107950"/>
                  </a:lnTo>
                  <a:lnTo>
                    <a:pt x="621791" y="539750"/>
                  </a:lnTo>
                  <a:lnTo>
                    <a:pt x="590192" y="587199"/>
                  </a:lnTo>
                  <a:lnTo>
                    <a:pt x="553491" y="607243"/>
                  </a:lnTo>
                  <a:lnTo>
                    <a:pt x="505345" y="623966"/>
                  </a:lnTo>
                  <a:lnTo>
                    <a:pt x="447620" y="636718"/>
                  </a:lnTo>
                  <a:lnTo>
                    <a:pt x="382181" y="644846"/>
                  </a:lnTo>
                  <a:lnTo>
                    <a:pt x="310895" y="647700"/>
                  </a:lnTo>
                  <a:lnTo>
                    <a:pt x="239610" y="644846"/>
                  </a:lnTo>
                  <a:lnTo>
                    <a:pt x="174171" y="636718"/>
                  </a:lnTo>
                  <a:lnTo>
                    <a:pt x="116446" y="623966"/>
                  </a:lnTo>
                  <a:lnTo>
                    <a:pt x="68300" y="607243"/>
                  </a:lnTo>
                  <a:lnTo>
                    <a:pt x="31599" y="587199"/>
                  </a:lnTo>
                  <a:lnTo>
                    <a:pt x="0" y="539750"/>
                  </a:lnTo>
                  <a:lnTo>
                    <a:pt x="0" y="107950"/>
                  </a:lnTo>
                  <a:close/>
                </a:path>
              </a:pathLst>
            </a:custGeom>
            <a:ln w="6096">
              <a:solidFill>
                <a:srgbClr val="5B9BD4"/>
              </a:solidFill>
            </a:ln>
          </p:spPr>
          <p:txBody>
            <a:bodyPr wrap="square" lIns="0" tIns="0" rIns="0" bIns="0" rtlCol="0"/>
            <a:lstStyle/>
            <a:p>
              <a:endParaRPr sz="1488"/>
            </a:p>
          </p:txBody>
        </p:sp>
        <p:sp>
          <p:nvSpPr>
            <p:cNvPr id="17" name="object 17"/>
            <p:cNvSpPr/>
            <p:nvPr/>
          </p:nvSpPr>
          <p:spPr>
            <a:xfrm>
              <a:off x="2965704" y="3401567"/>
              <a:ext cx="365760" cy="365760"/>
            </a:xfrm>
            <a:custGeom>
              <a:avLst/>
              <a:gdLst/>
              <a:ahLst/>
              <a:cxnLst/>
              <a:rect l="l" t="t" r="r" b="b"/>
              <a:pathLst>
                <a:path w="365760" h="365760">
                  <a:moveTo>
                    <a:pt x="0" y="0"/>
                  </a:moveTo>
                  <a:lnTo>
                    <a:pt x="365251" y="365252"/>
                  </a:lnTo>
                </a:path>
              </a:pathLst>
            </a:custGeom>
            <a:ln w="76200">
              <a:solidFill>
                <a:srgbClr val="FF0000"/>
              </a:solidFill>
            </a:ln>
          </p:spPr>
          <p:txBody>
            <a:bodyPr wrap="square" lIns="0" tIns="0" rIns="0" bIns="0" rtlCol="0"/>
            <a:lstStyle/>
            <a:p>
              <a:endParaRPr sz="1488"/>
            </a:p>
          </p:txBody>
        </p:sp>
        <p:sp>
          <p:nvSpPr>
            <p:cNvPr id="18" name="object 18"/>
            <p:cNvSpPr/>
            <p:nvPr/>
          </p:nvSpPr>
          <p:spPr>
            <a:xfrm>
              <a:off x="3453638" y="1741804"/>
              <a:ext cx="446405" cy="282575"/>
            </a:xfrm>
            <a:custGeom>
              <a:avLst/>
              <a:gdLst/>
              <a:ahLst/>
              <a:cxnLst/>
              <a:rect l="l" t="t" r="r" b="b"/>
              <a:pathLst>
                <a:path w="446404" h="282575">
                  <a:moveTo>
                    <a:pt x="356235" y="0"/>
                  </a:moveTo>
                  <a:lnTo>
                    <a:pt x="352298" y="11430"/>
                  </a:lnTo>
                  <a:lnTo>
                    <a:pt x="368605" y="18522"/>
                  </a:lnTo>
                  <a:lnTo>
                    <a:pt x="382650" y="28352"/>
                  </a:lnTo>
                  <a:lnTo>
                    <a:pt x="411194" y="73852"/>
                  </a:lnTo>
                  <a:lnTo>
                    <a:pt x="419576" y="115623"/>
                  </a:lnTo>
                  <a:lnTo>
                    <a:pt x="420624" y="139700"/>
                  </a:lnTo>
                  <a:lnTo>
                    <a:pt x="419576" y="164635"/>
                  </a:lnTo>
                  <a:lnTo>
                    <a:pt x="411194" y="207601"/>
                  </a:lnTo>
                  <a:lnTo>
                    <a:pt x="382698" y="253857"/>
                  </a:lnTo>
                  <a:lnTo>
                    <a:pt x="352678" y="270891"/>
                  </a:lnTo>
                  <a:lnTo>
                    <a:pt x="356235" y="282321"/>
                  </a:lnTo>
                  <a:lnTo>
                    <a:pt x="394795" y="264255"/>
                  </a:lnTo>
                  <a:lnTo>
                    <a:pt x="423163" y="233045"/>
                  </a:lnTo>
                  <a:lnTo>
                    <a:pt x="440483" y="191135"/>
                  </a:lnTo>
                  <a:lnTo>
                    <a:pt x="446277" y="141224"/>
                  </a:lnTo>
                  <a:lnTo>
                    <a:pt x="444825" y="115341"/>
                  </a:lnTo>
                  <a:lnTo>
                    <a:pt x="433204" y="69482"/>
                  </a:lnTo>
                  <a:lnTo>
                    <a:pt x="410134" y="32146"/>
                  </a:lnTo>
                  <a:lnTo>
                    <a:pt x="376709" y="7381"/>
                  </a:lnTo>
                  <a:lnTo>
                    <a:pt x="356235" y="0"/>
                  </a:lnTo>
                  <a:close/>
                </a:path>
                <a:path w="446404" h="282575">
                  <a:moveTo>
                    <a:pt x="90042" y="0"/>
                  </a:moveTo>
                  <a:lnTo>
                    <a:pt x="51657" y="18097"/>
                  </a:lnTo>
                  <a:lnTo>
                    <a:pt x="23367" y="49530"/>
                  </a:lnTo>
                  <a:lnTo>
                    <a:pt x="5826" y="91424"/>
                  </a:lnTo>
                  <a:lnTo>
                    <a:pt x="0" y="141224"/>
                  </a:lnTo>
                  <a:lnTo>
                    <a:pt x="1452" y="167179"/>
                  </a:lnTo>
                  <a:lnTo>
                    <a:pt x="13073" y="213090"/>
                  </a:lnTo>
                  <a:lnTo>
                    <a:pt x="36125" y="250281"/>
                  </a:lnTo>
                  <a:lnTo>
                    <a:pt x="69514" y="274943"/>
                  </a:lnTo>
                  <a:lnTo>
                    <a:pt x="90042" y="282321"/>
                  </a:lnTo>
                  <a:lnTo>
                    <a:pt x="93599" y="270891"/>
                  </a:lnTo>
                  <a:lnTo>
                    <a:pt x="77549" y="263773"/>
                  </a:lnTo>
                  <a:lnTo>
                    <a:pt x="63690" y="253857"/>
                  </a:lnTo>
                  <a:lnTo>
                    <a:pt x="35210" y="207601"/>
                  </a:lnTo>
                  <a:lnTo>
                    <a:pt x="26828" y="164635"/>
                  </a:lnTo>
                  <a:lnTo>
                    <a:pt x="25781" y="139700"/>
                  </a:lnTo>
                  <a:lnTo>
                    <a:pt x="26828" y="115623"/>
                  </a:lnTo>
                  <a:lnTo>
                    <a:pt x="35210" y="73852"/>
                  </a:lnTo>
                  <a:lnTo>
                    <a:pt x="63801" y="28352"/>
                  </a:lnTo>
                  <a:lnTo>
                    <a:pt x="94107" y="11430"/>
                  </a:lnTo>
                  <a:lnTo>
                    <a:pt x="90042" y="0"/>
                  </a:lnTo>
                  <a:close/>
                </a:path>
              </a:pathLst>
            </a:custGeom>
            <a:solidFill>
              <a:srgbClr val="000000"/>
            </a:solidFill>
          </p:spPr>
          <p:txBody>
            <a:bodyPr wrap="square" lIns="0" tIns="0" rIns="0" bIns="0" rtlCol="0"/>
            <a:lstStyle/>
            <a:p>
              <a:endParaRPr sz="1488"/>
            </a:p>
          </p:txBody>
        </p:sp>
      </p:grpSp>
      <p:sp>
        <p:nvSpPr>
          <p:cNvPr id="19" name="object 19"/>
          <p:cNvSpPr txBox="1"/>
          <p:nvPr/>
        </p:nvSpPr>
        <p:spPr>
          <a:xfrm>
            <a:off x="5508880" y="3338694"/>
            <a:ext cx="1694864" cy="366325"/>
          </a:xfrm>
          <a:prstGeom prst="rect">
            <a:avLst/>
          </a:prstGeom>
        </p:spPr>
        <p:txBody>
          <a:bodyPr vert="horz" wrap="square" lIns="0" tIns="9976" rIns="0" bIns="0" rtlCol="0">
            <a:spAutoFit/>
          </a:bodyPr>
          <a:lstStyle/>
          <a:p>
            <a:pPr marL="31505">
              <a:spcBef>
                <a:spcPts val="79"/>
              </a:spcBef>
              <a:tabLst>
                <a:tab pos="959849" algn="l"/>
                <a:tab pos="1229741" algn="l"/>
                <a:tab pos="1521161" algn="l"/>
              </a:tabLst>
            </a:pPr>
            <a:r>
              <a:rPr sz="2315" spc="132" dirty="0">
                <a:latin typeface="Cambria Math"/>
                <a:cs typeface="Cambria Math"/>
              </a:rPr>
              <a:t>𝑐</a:t>
            </a:r>
            <a:r>
              <a:rPr sz="2543" spc="198" baseline="27100" dirty="0">
                <a:latin typeface="Cambria Math"/>
                <a:cs typeface="Cambria Math"/>
              </a:rPr>
              <a:t>′</a:t>
            </a:r>
            <a:r>
              <a:rPr sz="2543" spc="558" baseline="27100" dirty="0">
                <a:latin typeface="Cambria Math"/>
                <a:cs typeface="Cambria Math"/>
              </a:rPr>
              <a:t> </a:t>
            </a:r>
            <a:r>
              <a:rPr sz="2315" spc="-4" dirty="0">
                <a:latin typeface="Cambria Math"/>
                <a:cs typeface="Cambria Math"/>
              </a:rPr>
              <a:t>=</a:t>
            </a:r>
            <a:r>
              <a:rPr sz="2315" spc="132" dirty="0">
                <a:latin typeface="Cambria Math"/>
                <a:cs typeface="Cambria Math"/>
              </a:rPr>
              <a:t> </a:t>
            </a:r>
            <a:r>
              <a:rPr sz="2315" spc="-4" dirty="0">
                <a:latin typeface="Cambria Math"/>
                <a:cs typeface="Cambria Math"/>
              </a:rPr>
              <a:t>𝑔	𝑧	𝑓	𝑧</a:t>
            </a:r>
            <a:endParaRPr sz="2315">
              <a:latin typeface="Cambria Math"/>
              <a:cs typeface="Cambria Math"/>
            </a:endParaRPr>
          </a:p>
        </p:txBody>
      </p:sp>
      <p:sp>
        <p:nvSpPr>
          <p:cNvPr id="20" name="object 20"/>
          <p:cNvSpPr txBox="1"/>
          <p:nvPr/>
        </p:nvSpPr>
        <p:spPr>
          <a:xfrm>
            <a:off x="7154495" y="3478567"/>
            <a:ext cx="96609" cy="531225"/>
          </a:xfrm>
          <a:prstGeom prst="rect">
            <a:avLst/>
          </a:prstGeom>
        </p:spPr>
        <p:txBody>
          <a:bodyPr vert="horz" wrap="square" lIns="0" tIns="9451" rIns="0" bIns="0" rtlCol="0">
            <a:spAutoFit/>
          </a:bodyPr>
          <a:lstStyle/>
          <a:p>
            <a:pPr marL="10502">
              <a:spcBef>
                <a:spcPts val="74"/>
              </a:spcBef>
            </a:pPr>
            <a:r>
              <a:rPr sz="1695" spc="169" dirty="0">
                <a:latin typeface="Cambria Math"/>
                <a:cs typeface="Cambria Math"/>
              </a:rPr>
              <a:t>𝑖</a:t>
            </a:r>
            <a:endParaRPr sz="1695">
              <a:latin typeface="Cambria Math"/>
              <a:cs typeface="Cambria Math"/>
            </a:endParaRPr>
          </a:p>
        </p:txBody>
      </p:sp>
      <p:sp>
        <p:nvSpPr>
          <p:cNvPr id="21" name="object 21"/>
          <p:cNvSpPr/>
          <p:nvPr/>
        </p:nvSpPr>
        <p:spPr>
          <a:xfrm>
            <a:off x="8060419" y="3380593"/>
            <a:ext cx="477271" cy="354934"/>
          </a:xfrm>
          <a:custGeom>
            <a:avLst/>
            <a:gdLst/>
            <a:ahLst/>
            <a:cxnLst/>
            <a:rect l="l" t="t" r="r" b="b"/>
            <a:pathLst>
              <a:path w="577215" h="429260">
                <a:moveTo>
                  <a:pt x="464438" y="0"/>
                </a:moveTo>
                <a:lnTo>
                  <a:pt x="460120" y="14224"/>
                </a:lnTo>
                <a:lnTo>
                  <a:pt x="479811" y="24389"/>
                </a:lnTo>
                <a:lnTo>
                  <a:pt x="496966" y="39258"/>
                </a:lnTo>
                <a:lnTo>
                  <a:pt x="523620" y="83057"/>
                </a:lnTo>
                <a:lnTo>
                  <a:pt x="539845" y="142462"/>
                </a:lnTo>
                <a:lnTo>
                  <a:pt x="545210" y="214630"/>
                </a:lnTo>
                <a:lnTo>
                  <a:pt x="543873" y="252204"/>
                </a:lnTo>
                <a:lnTo>
                  <a:pt x="533102" y="317875"/>
                </a:lnTo>
                <a:lnTo>
                  <a:pt x="511573" y="370113"/>
                </a:lnTo>
                <a:lnTo>
                  <a:pt x="479811" y="404491"/>
                </a:lnTo>
                <a:lnTo>
                  <a:pt x="460120" y="414655"/>
                </a:lnTo>
                <a:lnTo>
                  <a:pt x="464438" y="428878"/>
                </a:lnTo>
                <a:lnTo>
                  <a:pt x="512349" y="403383"/>
                </a:lnTo>
                <a:lnTo>
                  <a:pt x="547877" y="355219"/>
                </a:lnTo>
                <a:lnTo>
                  <a:pt x="569769" y="290274"/>
                </a:lnTo>
                <a:lnTo>
                  <a:pt x="577087" y="214375"/>
                </a:lnTo>
                <a:lnTo>
                  <a:pt x="575256" y="175136"/>
                </a:lnTo>
                <a:lnTo>
                  <a:pt x="560639" y="104755"/>
                </a:lnTo>
                <a:lnTo>
                  <a:pt x="531661" y="46755"/>
                </a:lnTo>
                <a:lnTo>
                  <a:pt x="489942" y="9902"/>
                </a:lnTo>
                <a:lnTo>
                  <a:pt x="464438" y="0"/>
                </a:lnTo>
                <a:close/>
              </a:path>
              <a:path w="577215" h="429260">
                <a:moveTo>
                  <a:pt x="112649" y="0"/>
                </a:moveTo>
                <a:lnTo>
                  <a:pt x="64754" y="25495"/>
                </a:lnTo>
                <a:lnTo>
                  <a:pt x="29336" y="73659"/>
                </a:lnTo>
                <a:lnTo>
                  <a:pt x="7334" y="138588"/>
                </a:lnTo>
                <a:lnTo>
                  <a:pt x="0" y="214375"/>
                </a:lnTo>
                <a:lnTo>
                  <a:pt x="1833" y="253688"/>
                </a:lnTo>
                <a:lnTo>
                  <a:pt x="16502" y="324121"/>
                </a:lnTo>
                <a:lnTo>
                  <a:pt x="45479" y="382123"/>
                </a:lnTo>
                <a:lnTo>
                  <a:pt x="87147" y="418976"/>
                </a:lnTo>
                <a:lnTo>
                  <a:pt x="112649" y="428878"/>
                </a:lnTo>
                <a:lnTo>
                  <a:pt x="116966" y="414655"/>
                </a:lnTo>
                <a:lnTo>
                  <a:pt x="97276" y="404491"/>
                </a:lnTo>
                <a:lnTo>
                  <a:pt x="80121" y="389636"/>
                </a:lnTo>
                <a:lnTo>
                  <a:pt x="53466" y="345947"/>
                </a:lnTo>
                <a:lnTo>
                  <a:pt x="37290" y="286623"/>
                </a:lnTo>
                <a:lnTo>
                  <a:pt x="31876" y="214630"/>
                </a:lnTo>
                <a:lnTo>
                  <a:pt x="33232" y="176962"/>
                </a:lnTo>
                <a:lnTo>
                  <a:pt x="44039" y="111152"/>
                </a:lnTo>
                <a:lnTo>
                  <a:pt x="65514" y="58818"/>
                </a:lnTo>
                <a:lnTo>
                  <a:pt x="97276" y="24389"/>
                </a:lnTo>
                <a:lnTo>
                  <a:pt x="116966" y="14224"/>
                </a:lnTo>
                <a:lnTo>
                  <a:pt x="112649" y="0"/>
                </a:lnTo>
                <a:close/>
              </a:path>
            </a:pathLst>
          </a:custGeom>
          <a:solidFill>
            <a:srgbClr val="000000"/>
          </a:solidFill>
        </p:spPr>
        <p:txBody>
          <a:bodyPr wrap="square" lIns="0" tIns="0" rIns="0" bIns="0" rtlCol="0"/>
          <a:lstStyle/>
          <a:p>
            <a:endParaRPr sz="1488"/>
          </a:p>
        </p:txBody>
      </p:sp>
      <p:sp>
        <p:nvSpPr>
          <p:cNvPr id="22" name="object 22"/>
          <p:cNvSpPr txBox="1"/>
          <p:nvPr/>
        </p:nvSpPr>
        <p:spPr>
          <a:xfrm>
            <a:off x="7435502" y="3338694"/>
            <a:ext cx="885236" cy="366325"/>
          </a:xfrm>
          <a:prstGeom prst="rect">
            <a:avLst/>
          </a:prstGeom>
        </p:spPr>
        <p:txBody>
          <a:bodyPr vert="horz" wrap="square" lIns="0" tIns="9976" rIns="0" bIns="0" rtlCol="0">
            <a:spAutoFit/>
          </a:bodyPr>
          <a:lstStyle/>
          <a:p>
            <a:pPr marL="10502">
              <a:spcBef>
                <a:spcPts val="79"/>
              </a:spcBef>
              <a:tabLst>
                <a:tab pos="732489" algn="l"/>
              </a:tabLst>
            </a:pPr>
            <a:r>
              <a:rPr sz="2315" spc="-4" dirty="0">
                <a:latin typeface="Cambria Math"/>
                <a:cs typeface="Cambria Math"/>
              </a:rPr>
              <a:t>+</a:t>
            </a:r>
            <a:r>
              <a:rPr sz="2315" spc="4" dirty="0">
                <a:latin typeface="Cambria Math"/>
                <a:cs typeface="Cambria Math"/>
              </a:rPr>
              <a:t> </a:t>
            </a:r>
            <a:r>
              <a:rPr sz="2315" spc="-8" dirty="0">
                <a:latin typeface="Cambria Math"/>
                <a:cs typeface="Cambria Math"/>
              </a:rPr>
              <a:t>𝑐</a:t>
            </a:r>
            <a:r>
              <a:rPr sz="2315" spc="-4" dirty="0">
                <a:latin typeface="Cambria Math"/>
                <a:cs typeface="Cambria Math"/>
              </a:rPr>
              <a:t>𝑓</a:t>
            </a:r>
            <a:r>
              <a:rPr sz="2315" dirty="0">
                <a:latin typeface="Cambria Math"/>
                <a:cs typeface="Cambria Math"/>
              </a:rPr>
              <a:t>	</a:t>
            </a:r>
            <a:r>
              <a:rPr sz="2315" spc="-4" dirty="0">
                <a:latin typeface="Cambria Math"/>
                <a:cs typeface="Cambria Math"/>
              </a:rPr>
              <a:t>𝑧</a:t>
            </a:r>
            <a:endParaRPr sz="2315">
              <a:latin typeface="Cambria Math"/>
              <a:cs typeface="Cambria Math"/>
            </a:endParaRPr>
          </a:p>
        </p:txBody>
      </p:sp>
      <p:sp>
        <p:nvSpPr>
          <p:cNvPr id="23" name="object 23"/>
          <p:cNvSpPr txBox="1"/>
          <p:nvPr/>
        </p:nvSpPr>
        <p:spPr>
          <a:xfrm>
            <a:off x="8274744" y="3478567"/>
            <a:ext cx="149640" cy="270384"/>
          </a:xfrm>
          <a:prstGeom prst="rect">
            <a:avLst/>
          </a:prstGeom>
        </p:spPr>
        <p:txBody>
          <a:bodyPr vert="horz" wrap="square" lIns="0" tIns="9451" rIns="0" bIns="0" rtlCol="0">
            <a:spAutoFit/>
          </a:bodyPr>
          <a:lstStyle/>
          <a:p>
            <a:pPr marL="10502">
              <a:spcBef>
                <a:spcPts val="74"/>
              </a:spcBef>
            </a:pPr>
            <a:r>
              <a:rPr sz="1695" spc="145" dirty="0">
                <a:latin typeface="Cambria Math"/>
                <a:cs typeface="Cambria Math"/>
              </a:rPr>
              <a:t>𝑓</a:t>
            </a:r>
            <a:endParaRPr sz="1695">
              <a:latin typeface="Cambria Math"/>
              <a:cs typeface="Cambria Math"/>
            </a:endParaRPr>
          </a:p>
        </p:txBody>
      </p:sp>
      <p:sp>
        <p:nvSpPr>
          <p:cNvPr id="24" name="object 24"/>
          <p:cNvSpPr txBox="1"/>
          <p:nvPr/>
        </p:nvSpPr>
        <p:spPr>
          <a:xfrm>
            <a:off x="3920392" y="1366077"/>
            <a:ext cx="504574" cy="316072"/>
          </a:xfrm>
          <a:prstGeom prst="rect">
            <a:avLst/>
          </a:prstGeom>
        </p:spPr>
        <p:txBody>
          <a:bodyPr vert="horz" wrap="square" lIns="0" tIns="10501" rIns="0" bIns="0" rtlCol="0">
            <a:spAutoFit/>
          </a:bodyPr>
          <a:lstStyle/>
          <a:p>
            <a:pPr marL="31505">
              <a:spcBef>
                <a:spcPts val="83"/>
              </a:spcBef>
              <a:tabLst>
                <a:tab pos="279343" algn="l"/>
              </a:tabLst>
            </a:pPr>
            <a:r>
              <a:rPr sz="1985" dirty="0">
                <a:latin typeface="Cambria Math"/>
                <a:cs typeface="Cambria Math"/>
              </a:rPr>
              <a:t>ℎ	</a:t>
            </a:r>
            <a:r>
              <a:rPr sz="1985" spc="112" dirty="0">
                <a:latin typeface="Cambria Math"/>
                <a:cs typeface="Cambria Math"/>
              </a:rPr>
              <a:t>𝑐</a:t>
            </a:r>
            <a:r>
              <a:rPr sz="2171" spc="167" baseline="28571" dirty="0">
                <a:latin typeface="Cambria Math"/>
                <a:cs typeface="Cambria Math"/>
              </a:rPr>
              <a:t>′</a:t>
            </a:r>
            <a:endParaRPr sz="2171" baseline="28571">
              <a:latin typeface="Cambria Math"/>
              <a:cs typeface="Cambria Math"/>
            </a:endParaRPr>
          </a:p>
        </p:txBody>
      </p:sp>
      <p:sp>
        <p:nvSpPr>
          <p:cNvPr id="25" name="object 25"/>
          <p:cNvSpPr/>
          <p:nvPr/>
        </p:nvSpPr>
        <p:spPr>
          <a:xfrm>
            <a:off x="3087345" y="1332580"/>
            <a:ext cx="404289" cy="233648"/>
          </a:xfrm>
          <a:custGeom>
            <a:avLst/>
            <a:gdLst/>
            <a:ahLst/>
            <a:cxnLst/>
            <a:rect l="l" t="t" r="r" b="b"/>
            <a:pathLst>
              <a:path w="488950" h="282575">
                <a:moveTo>
                  <a:pt x="398906" y="0"/>
                </a:moveTo>
                <a:lnTo>
                  <a:pt x="394969" y="11430"/>
                </a:lnTo>
                <a:lnTo>
                  <a:pt x="411277" y="18522"/>
                </a:lnTo>
                <a:lnTo>
                  <a:pt x="425322" y="28352"/>
                </a:lnTo>
                <a:lnTo>
                  <a:pt x="453866" y="73852"/>
                </a:lnTo>
                <a:lnTo>
                  <a:pt x="462248" y="115623"/>
                </a:lnTo>
                <a:lnTo>
                  <a:pt x="463295" y="139700"/>
                </a:lnTo>
                <a:lnTo>
                  <a:pt x="462248" y="164633"/>
                </a:lnTo>
                <a:lnTo>
                  <a:pt x="453866" y="207547"/>
                </a:lnTo>
                <a:lnTo>
                  <a:pt x="425370" y="253793"/>
                </a:lnTo>
                <a:lnTo>
                  <a:pt x="395350" y="270891"/>
                </a:lnTo>
                <a:lnTo>
                  <a:pt x="398906" y="282321"/>
                </a:lnTo>
                <a:lnTo>
                  <a:pt x="437467" y="264239"/>
                </a:lnTo>
                <a:lnTo>
                  <a:pt x="465836" y="232918"/>
                </a:lnTo>
                <a:lnTo>
                  <a:pt x="483155" y="191119"/>
                </a:lnTo>
                <a:lnTo>
                  <a:pt x="488950" y="141224"/>
                </a:lnTo>
                <a:lnTo>
                  <a:pt x="487497" y="115339"/>
                </a:lnTo>
                <a:lnTo>
                  <a:pt x="475876" y="69429"/>
                </a:lnTo>
                <a:lnTo>
                  <a:pt x="452806" y="32093"/>
                </a:lnTo>
                <a:lnTo>
                  <a:pt x="419381" y="7379"/>
                </a:lnTo>
                <a:lnTo>
                  <a:pt x="398906" y="0"/>
                </a:lnTo>
                <a:close/>
              </a:path>
              <a:path w="488950" h="282575">
                <a:moveTo>
                  <a:pt x="90043" y="0"/>
                </a:moveTo>
                <a:lnTo>
                  <a:pt x="51657" y="18081"/>
                </a:lnTo>
                <a:lnTo>
                  <a:pt x="23368" y="49403"/>
                </a:lnTo>
                <a:lnTo>
                  <a:pt x="5826" y="91408"/>
                </a:lnTo>
                <a:lnTo>
                  <a:pt x="0" y="141224"/>
                </a:lnTo>
                <a:lnTo>
                  <a:pt x="1452" y="167177"/>
                </a:lnTo>
                <a:lnTo>
                  <a:pt x="13073" y="213036"/>
                </a:lnTo>
                <a:lnTo>
                  <a:pt x="36125" y="250227"/>
                </a:lnTo>
                <a:lnTo>
                  <a:pt x="69514" y="274941"/>
                </a:lnTo>
                <a:lnTo>
                  <a:pt x="90043" y="282321"/>
                </a:lnTo>
                <a:lnTo>
                  <a:pt x="93599" y="270891"/>
                </a:lnTo>
                <a:lnTo>
                  <a:pt x="77549" y="263717"/>
                </a:lnTo>
                <a:lnTo>
                  <a:pt x="63690" y="253793"/>
                </a:lnTo>
                <a:lnTo>
                  <a:pt x="35210" y="207547"/>
                </a:lnTo>
                <a:lnTo>
                  <a:pt x="26828" y="164633"/>
                </a:lnTo>
                <a:lnTo>
                  <a:pt x="25781" y="139700"/>
                </a:lnTo>
                <a:lnTo>
                  <a:pt x="26828" y="115623"/>
                </a:lnTo>
                <a:lnTo>
                  <a:pt x="35210" y="73852"/>
                </a:lnTo>
                <a:lnTo>
                  <a:pt x="63801" y="28352"/>
                </a:lnTo>
                <a:lnTo>
                  <a:pt x="94106" y="11430"/>
                </a:lnTo>
                <a:lnTo>
                  <a:pt x="90043" y="0"/>
                </a:lnTo>
                <a:close/>
              </a:path>
            </a:pathLst>
          </a:custGeom>
          <a:solidFill>
            <a:srgbClr val="000000"/>
          </a:solidFill>
        </p:spPr>
        <p:txBody>
          <a:bodyPr wrap="square" lIns="0" tIns="0" rIns="0" bIns="0" rtlCol="0"/>
          <a:lstStyle/>
          <a:p>
            <a:endParaRPr sz="1488"/>
          </a:p>
        </p:txBody>
      </p:sp>
      <p:sp>
        <p:nvSpPr>
          <p:cNvPr id="26" name="object 26"/>
          <p:cNvSpPr txBox="1"/>
          <p:nvPr/>
        </p:nvSpPr>
        <p:spPr>
          <a:xfrm>
            <a:off x="2887827" y="1258441"/>
            <a:ext cx="538177" cy="316072"/>
          </a:xfrm>
          <a:prstGeom prst="rect">
            <a:avLst/>
          </a:prstGeom>
        </p:spPr>
        <p:txBody>
          <a:bodyPr vert="horz" wrap="square" lIns="0" tIns="10501" rIns="0" bIns="0" rtlCol="0">
            <a:spAutoFit/>
          </a:bodyPr>
          <a:lstStyle/>
          <a:p>
            <a:pPr marL="31505">
              <a:spcBef>
                <a:spcPts val="83"/>
              </a:spcBef>
              <a:tabLst>
                <a:tab pos="281969" algn="l"/>
              </a:tabLst>
            </a:pPr>
            <a:r>
              <a:rPr sz="1985" dirty="0">
                <a:latin typeface="Cambria Math"/>
                <a:cs typeface="Cambria Math"/>
              </a:rPr>
              <a:t>𝑓	</a:t>
            </a:r>
            <a:r>
              <a:rPr sz="1985" spc="12" dirty="0">
                <a:latin typeface="Cambria Math"/>
                <a:cs typeface="Cambria Math"/>
              </a:rPr>
              <a:t>𝑧</a:t>
            </a:r>
            <a:r>
              <a:rPr sz="2171" spc="18" baseline="-15873" dirty="0">
                <a:latin typeface="Cambria Math"/>
                <a:cs typeface="Cambria Math"/>
              </a:rPr>
              <a:t>𝑜</a:t>
            </a:r>
            <a:endParaRPr sz="2171" baseline="-15873">
              <a:latin typeface="Cambria Math"/>
              <a:cs typeface="Cambria Math"/>
            </a:endParaRPr>
          </a:p>
        </p:txBody>
      </p:sp>
      <p:sp>
        <p:nvSpPr>
          <p:cNvPr id="27" name="object 27"/>
          <p:cNvSpPr/>
          <p:nvPr/>
        </p:nvSpPr>
        <p:spPr>
          <a:xfrm>
            <a:off x="4686650" y="339288"/>
            <a:ext cx="963994" cy="233648"/>
          </a:xfrm>
          <a:custGeom>
            <a:avLst/>
            <a:gdLst/>
            <a:ahLst/>
            <a:cxnLst/>
            <a:rect l="l" t="t" r="r" b="b"/>
            <a:pathLst>
              <a:path w="1165860" h="282575">
                <a:moveTo>
                  <a:pt x="93980" y="11430"/>
                </a:moveTo>
                <a:lnTo>
                  <a:pt x="90043" y="0"/>
                </a:lnTo>
                <a:lnTo>
                  <a:pt x="69507" y="7391"/>
                </a:lnTo>
                <a:lnTo>
                  <a:pt x="51536" y="18097"/>
                </a:lnTo>
                <a:lnTo>
                  <a:pt x="23241" y="49530"/>
                </a:lnTo>
                <a:lnTo>
                  <a:pt x="5803" y="91427"/>
                </a:lnTo>
                <a:lnTo>
                  <a:pt x="0" y="141224"/>
                </a:lnTo>
                <a:lnTo>
                  <a:pt x="1447" y="167182"/>
                </a:lnTo>
                <a:lnTo>
                  <a:pt x="13017" y="213093"/>
                </a:lnTo>
                <a:lnTo>
                  <a:pt x="36017" y="250291"/>
                </a:lnTo>
                <a:lnTo>
                  <a:pt x="69494" y="274955"/>
                </a:lnTo>
                <a:lnTo>
                  <a:pt x="90043" y="282321"/>
                </a:lnTo>
                <a:lnTo>
                  <a:pt x="93599" y="270891"/>
                </a:lnTo>
                <a:lnTo>
                  <a:pt x="77470" y="263779"/>
                </a:lnTo>
                <a:lnTo>
                  <a:pt x="63576" y="253860"/>
                </a:lnTo>
                <a:lnTo>
                  <a:pt x="35077" y="207606"/>
                </a:lnTo>
                <a:lnTo>
                  <a:pt x="26695" y="164642"/>
                </a:lnTo>
                <a:lnTo>
                  <a:pt x="25654" y="139700"/>
                </a:lnTo>
                <a:lnTo>
                  <a:pt x="26695" y="115633"/>
                </a:lnTo>
                <a:lnTo>
                  <a:pt x="35077" y="73863"/>
                </a:lnTo>
                <a:lnTo>
                  <a:pt x="63665" y="28359"/>
                </a:lnTo>
                <a:lnTo>
                  <a:pt x="77685" y="18529"/>
                </a:lnTo>
                <a:lnTo>
                  <a:pt x="93980" y="11430"/>
                </a:lnTo>
                <a:close/>
              </a:path>
              <a:path w="1165860" h="282575">
                <a:moveTo>
                  <a:pt x="446278" y="141224"/>
                </a:moveTo>
                <a:lnTo>
                  <a:pt x="440448" y="91427"/>
                </a:lnTo>
                <a:lnTo>
                  <a:pt x="422910" y="49530"/>
                </a:lnTo>
                <a:lnTo>
                  <a:pt x="394614" y="18097"/>
                </a:lnTo>
                <a:lnTo>
                  <a:pt x="356235" y="0"/>
                </a:lnTo>
                <a:lnTo>
                  <a:pt x="352171" y="11430"/>
                </a:lnTo>
                <a:lnTo>
                  <a:pt x="368528" y="18529"/>
                </a:lnTo>
                <a:lnTo>
                  <a:pt x="382587" y="28359"/>
                </a:lnTo>
                <a:lnTo>
                  <a:pt x="411111" y="73863"/>
                </a:lnTo>
                <a:lnTo>
                  <a:pt x="419442" y="115633"/>
                </a:lnTo>
                <a:lnTo>
                  <a:pt x="420497" y="139700"/>
                </a:lnTo>
                <a:lnTo>
                  <a:pt x="419442" y="164642"/>
                </a:lnTo>
                <a:lnTo>
                  <a:pt x="411060" y="207606"/>
                </a:lnTo>
                <a:lnTo>
                  <a:pt x="382587" y="253860"/>
                </a:lnTo>
                <a:lnTo>
                  <a:pt x="352679" y="270891"/>
                </a:lnTo>
                <a:lnTo>
                  <a:pt x="356235" y="282321"/>
                </a:lnTo>
                <a:lnTo>
                  <a:pt x="394728" y="264261"/>
                </a:lnTo>
                <a:lnTo>
                  <a:pt x="423037" y="233045"/>
                </a:lnTo>
                <a:lnTo>
                  <a:pt x="440461" y="191135"/>
                </a:lnTo>
                <a:lnTo>
                  <a:pt x="444817" y="167182"/>
                </a:lnTo>
                <a:lnTo>
                  <a:pt x="446278" y="141224"/>
                </a:lnTo>
                <a:close/>
              </a:path>
              <a:path w="1165860" h="282575">
                <a:moveTo>
                  <a:pt x="770636" y="11430"/>
                </a:moveTo>
                <a:lnTo>
                  <a:pt x="766699" y="0"/>
                </a:lnTo>
                <a:lnTo>
                  <a:pt x="746163" y="7391"/>
                </a:lnTo>
                <a:lnTo>
                  <a:pt x="728192" y="18097"/>
                </a:lnTo>
                <a:lnTo>
                  <a:pt x="699897" y="49530"/>
                </a:lnTo>
                <a:lnTo>
                  <a:pt x="682459" y="91427"/>
                </a:lnTo>
                <a:lnTo>
                  <a:pt x="676656" y="141224"/>
                </a:lnTo>
                <a:lnTo>
                  <a:pt x="678103" y="167182"/>
                </a:lnTo>
                <a:lnTo>
                  <a:pt x="689673" y="213093"/>
                </a:lnTo>
                <a:lnTo>
                  <a:pt x="712673" y="250291"/>
                </a:lnTo>
                <a:lnTo>
                  <a:pt x="746150" y="274955"/>
                </a:lnTo>
                <a:lnTo>
                  <a:pt x="766699" y="282321"/>
                </a:lnTo>
                <a:lnTo>
                  <a:pt x="770255" y="270891"/>
                </a:lnTo>
                <a:lnTo>
                  <a:pt x="754126" y="263779"/>
                </a:lnTo>
                <a:lnTo>
                  <a:pt x="740232" y="253860"/>
                </a:lnTo>
                <a:lnTo>
                  <a:pt x="711733" y="207606"/>
                </a:lnTo>
                <a:lnTo>
                  <a:pt x="703351" y="164642"/>
                </a:lnTo>
                <a:lnTo>
                  <a:pt x="702310" y="139700"/>
                </a:lnTo>
                <a:lnTo>
                  <a:pt x="703351" y="115633"/>
                </a:lnTo>
                <a:lnTo>
                  <a:pt x="711733" y="73863"/>
                </a:lnTo>
                <a:lnTo>
                  <a:pt x="740321" y="28359"/>
                </a:lnTo>
                <a:lnTo>
                  <a:pt x="754341" y="18529"/>
                </a:lnTo>
                <a:lnTo>
                  <a:pt x="770636" y="11430"/>
                </a:lnTo>
                <a:close/>
              </a:path>
              <a:path w="1165860" h="282575">
                <a:moveTo>
                  <a:pt x="1165606" y="141224"/>
                </a:moveTo>
                <a:lnTo>
                  <a:pt x="1159776" y="91427"/>
                </a:lnTo>
                <a:lnTo>
                  <a:pt x="1142238" y="49530"/>
                </a:lnTo>
                <a:lnTo>
                  <a:pt x="1113942" y="18097"/>
                </a:lnTo>
                <a:lnTo>
                  <a:pt x="1075563" y="0"/>
                </a:lnTo>
                <a:lnTo>
                  <a:pt x="1071499" y="11430"/>
                </a:lnTo>
                <a:lnTo>
                  <a:pt x="1087856" y="18529"/>
                </a:lnTo>
                <a:lnTo>
                  <a:pt x="1101915" y="28359"/>
                </a:lnTo>
                <a:lnTo>
                  <a:pt x="1130439" y="73863"/>
                </a:lnTo>
                <a:lnTo>
                  <a:pt x="1138770" y="115633"/>
                </a:lnTo>
                <a:lnTo>
                  <a:pt x="1139825" y="139700"/>
                </a:lnTo>
                <a:lnTo>
                  <a:pt x="1138770" y="164642"/>
                </a:lnTo>
                <a:lnTo>
                  <a:pt x="1130388" y="207606"/>
                </a:lnTo>
                <a:lnTo>
                  <a:pt x="1101915" y="253860"/>
                </a:lnTo>
                <a:lnTo>
                  <a:pt x="1072007" y="270891"/>
                </a:lnTo>
                <a:lnTo>
                  <a:pt x="1075563" y="282321"/>
                </a:lnTo>
                <a:lnTo>
                  <a:pt x="1114056" y="264261"/>
                </a:lnTo>
                <a:lnTo>
                  <a:pt x="1142365" y="233045"/>
                </a:lnTo>
                <a:lnTo>
                  <a:pt x="1159789" y="191135"/>
                </a:lnTo>
                <a:lnTo>
                  <a:pt x="1164145" y="167182"/>
                </a:lnTo>
                <a:lnTo>
                  <a:pt x="1165606" y="141224"/>
                </a:lnTo>
                <a:close/>
              </a:path>
            </a:pathLst>
          </a:custGeom>
          <a:solidFill>
            <a:srgbClr val="000000"/>
          </a:solidFill>
        </p:spPr>
        <p:txBody>
          <a:bodyPr wrap="square" lIns="0" tIns="0" rIns="0" bIns="0" rtlCol="0"/>
          <a:lstStyle/>
          <a:p>
            <a:endParaRPr sz="1488"/>
          </a:p>
        </p:txBody>
      </p:sp>
      <p:sp>
        <p:nvSpPr>
          <p:cNvPr id="28" name="object 28"/>
          <p:cNvSpPr txBox="1">
            <a:spLocks noGrp="1"/>
          </p:cNvSpPr>
          <p:nvPr>
            <p:ph type="title"/>
          </p:nvPr>
        </p:nvSpPr>
        <p:spPr>
          <a:xfrm>
            <a:off x="4030653" y="268421"/>
            <a:ext cx="1544175" cy="316072"/>
          </a:xfrm>
          <a:prstGeom prst="rect">
            <a:avLst/>
          </a:prstGeom>
        </p:spPr>
        <p:txBody>
          <a:bodyPr vert="horz" wrap="square" lIns="0" tIns="10501" rIns="0" bIns="0" rtlCol="0" anchor="ctr">
            <a:spAutoFit/>
          </a:bodyPr>
          <a:lstStyle/>
          <a:p>
            <a:pPr marL="21003">
              <a:lnSpc>
                <a:spcPct val="100000"/>
              </a:lnSpc>
              <a:spcBef>
                <a:spcPts val="83"/>
              </a:spcBef>
              <a:tabLst>
                <a:tab pos="738789" algn="l"/>
                <a:tab pos="1047538" algn="l"/>
                <a:tab pos="1298527" algn="l"/>
              </a:tabLst>
            </a:pPr>
            <a:r>
              <a:rPr sz="2977" baseline="3472" dirty="0">
                <a:latin typeface="Cambria Math"/>
                <a:cs typeface="Cambria Math"/>
              </a:rPr>
              <a:t>𝑎</a:t>
            </a:r>
            <a:r>
              <a:rPr sz="2977" spc="179" baseline="3472" dirty="0">
                <a:latin typeface="Cambria Math"/>
                <a:cs typeface="Cambria Math"/>
              </a:rPr>
              <a:t> </a:t>
            </a:r>
            <a:r>
              <a:rPr sz="1985" dirty="0">
                <a:latin typeface="Cambria Math"/>
                <a:cs typeface="Cambria Math"/>
              </a:rPr>
              <a:t>=</a:t>
            </a:r>
            <a:r>
              <a:rPr sz="1985" spc="103" dirty="0">
                <a:latin typeface="Cambria Math"/>
                <a:cs typeface="Cambria Math"/>
              </a:rPr>
              <a:t> </a:t>
            </a:r>
            <a:r>
              <a:rPr sz="1985" dirty="0">
                <a:latin typeface="Cambria Math"/>
                <a:cs typeface="Cambria Math"/>
              </a:rPr>
              <a:t>ℎ	</a:t>
            </a:r>
            <a:r>
              <a:rPr sz="1985" spc="112" dirty="0">
                <a:latin typeface="Cambria Math"/>
                <a:cs typeface="Cambria Math"/>
              </a:rPr>
              <a:t>𝑐</a:t>
            </a:r>
            <a:r>
              <a:rPr sz="2171" spc="167" baseline="28571" dirty="0">
                <a:latin typeface="Cambria Math"/>
                <a:cs typeface="Cambria Math"/>
              </a:rPr>
              <a:t>′	</a:t>
            </a:r>
            <a:r>
              <a:rPr sz="1985" dirty="0">
                <a:latin typeface="Cambria Math"/>
                <a:cs typeface="Cambria Math"/>
              </a:rPr>
              <a:t>𝑓	</a:t>
            </a:r>
            <a:r>
              <a:rPr sz="1985" spc="17" dirty="0">
                <a:latin typeface="Cambria Math"/>
                <a:cs typeface="Cambria Math"/>
              </a:rPr>
              <a:t>𝑧</a:t>
            </a:r>
            <a:r>
              <a:rPr sz="2171" spc="25" baseline="-15873" dirty="0">
                <a:latin typeface="Cambria Math"/>
                <a:cs typeface="Cambria Math"/>
              </a:rPr>
              <a:t>𝑜</a:t>
            </a:r>
            <a:endParaRPr sz="2171" baseline="-15873">
              <a:latin typeface="Cambria Math"/>
              <a:cs typeface="Cambria Math"/>
            </a:endParaRPr>
          </a:p>
        </p:txBody>
      </p:sp>
      <p:grpSp>
        <p:nvGrpSpPr>
          <p:cNvPr id="29" name="object 29"/>
          <p:cNvGrpSpPr/>
          <p:nvPr/>
        </p:nvGrpSpPr>
        <p:grpSpPr>
          <a:xfrm>
            <a:off x="3611556" y="2144729"/>
            <a:ext cx="1600879" cy="1686989"/>
            <a:chOff x="2842132" y="2593848"/>
            <a:chExt cx="1936114" cy="2040255"/>
          </a:xfrm>
        </p:grpSpPr>
        <p:sp>
          <p:nvSpPr>
            <p:cNvPr id="30" name="object 30"/>
            <p:cNvSpPr/>
            <p:nvPr/>
          </p:nvSpPr>
          <p:spPr>
            <a:xfrm>
              <a:off x="3441446" y="4351400"/>
              <a:ext cx="1021080" cy="282575"/>
            </a:xfrm>
            <a:custGeom>
              <a:avLst/>
              <a:gdLst/>
              <a:ahLst/>
              <a:cxnLst/>
              <a:rect l="l" t="t" r="r" b="b"/>
              <a:pathLst>
                <a:path w="1021079" h="282575">
                  <a:moveTo>
                    <a:pt x="93980" y="11557"/>
                  </a:moveTo>
                  <a:lnTo>
                    <a:pt x="90043" y="0"/>
                  </a:lnTo>
                  <a:lnTo>
                    <a:pt x="69507" y="7391"/>
                  </a:lnTo>
                  <a:lnTo>
                    <a:pt x="51536" y="18097"/>
                  </a:lnTo>
                  <a:lnTo>
                    <a:pt x="23241" y="49530"/>
                  </a:lnTo>
                  <a:lnTo>
                    <a:pt x="5803" y="91478"/>
                  </a:lnTo>
                  <a:lnTo>
                    <a:pt x="0" y="141224"/>
                  </a:lnTo>
                  <a:lnTo>
                    <a:pt x="1447" y="167182"/>
                  </a:lnTo>
                  <a:lnTo>
                    <a:pt x="13017" y="213093"/>
                  </a:lnTo>
                  <a:lnTo>
                    <a:pt x="36017" y="250342"/>
                  </a:lnTo>
                  <a:lnTo>
                    <a:pt x="69494" y="274967"/>
                  </a:lnTo>
                  <a:lnTo>
                    <a:pt x="90043" y="282321"/>
                  </a:lnTo>
                  <a:lnTo>
                    <a:pt x="93599" y="270891"/>
                  </a:lnTo>
                  <a:lnTo>
                    <a:pt x="77470" y="263779"/>
                  </a:lnTo>
                  <a:lnTo>
                    <a:pt x="63576" y="253860"/>
                  </a:lnTo>
                  <a:lnTo>
                    <a:pt x="35077" y="207657"/>
                  </a:lnTo>
                  <a:lnTo>
                    <a:pt x="26695" y="164719"/>
                  </a:lnTo>
                  <a:lnTo>
                    <a:pt x="25654" y="139827"/>
                  </a:lnTo>
                  <a:lnTo>
                    <a:pt x="26695" y="115735"/>
                  </a:lnTo>
                  <a:lnTo>
                    <a:pt x="35077" y="73926"/>
                  </a:lnTo>
                  <a:lnTo>
                    <a:pt x="63665" y="28435"/>
                  </a:lnTo>
                  <a:lnTo>
                    <a:pt x="77685" y="18643"/>
                  </a:lnTo>
                  <a:lnTo>
                    <a:pt x="93980" y="11557"/>
                  </a:lnTo>
                  <a:close/>
                </a:path>
                <a:path w="1021079" h="282575">
                  <a:moveTo>
                    <a:pt x="351790" y="141224"/>
                  </a:moveTo>
                  <a:lnTo>
                    <a:pt x="345960" y="91478"/>
                  </a:lnTo>
                  <a:lnTo>
                    <a:pt x="328422" y="49530"/>
                  </a:lnTo>
                  <a:lnTo>
                    <a:pt x="300126" y="18097"/>
                  </a:lnTo>
                  <a:lnTo>
                    <a:pt x="261747" y="0"/>
                  </a:lnTo>
                  <a:lnTo>
                    <a:pt x="257683" y="11557"/>
                  </a:lnTo>
                  <a:lnTo>
                    <a:pt x="274040" y="18643"/>
                  </a:lnTo>
                  <a:lnTo>
                    <a:pt x="288099" y="28435"/>
                  </a:lnTo>
                  <a:lnTo>
                    <a:pt x="316623" y="73926"/>
                  </a:lnTo>
                  <a:lnTo>
                    <a:pt x="324954" y="115735"/>
                  </a:lnTo>
                  <a:lnTo>
                    <a:pt x="326009" y="139827"/>
                  </a:lnTo>
                  <a:lnTo>
                    <a:pt x="324954" y="164719"/>
                  </a:lnTo>
                  <a:lnTo>
                    <a:pt x="316572" y="207657"/>
                  </a:lnTo>
                  <a:lnTo>
                    <a:pt x="288099" y="253860"/>
                  </a:lnTo>
                  <a:lnTo>
                    <a:pt x="258191" y="270891"/>
                  </a:lnTo>
                  <a:lnTo>
                    <a:pt x="261747" y="282321"/>
                  </a:lnTo>
                  <a:lnTo>
                    <a:pt x="300240" y="264312"/>
                  </a:lnTo>
                  <a:lnTo>
                    <a:pt x="328549" y="233045"/>
                  </a:lnTo>
                  <a:lnTo>
                    <a:pt x="345973" y="191135"/>
                  </a:lnTo>
                  <a:lnTo>
                    <a:pt x="350329" y="167182"/>
                  </a:lnTo>
                  <a:lnTo>
                    <a:pt x="351790" y="141224"/>
                  </a:lnTo>
                  <a:close/>
                </a:path>
                <a:path w="1021079" h="282575">
                  <a:moveTo>
                    <a:pt x="676148" y="11557"/>
                  </a:moveTo>
                  <a:lnTo>
                    <a:pt x="672211" y="0"/>
                  </a:lnTo>
                  <a:lnTo>
                    <a:pt x="651675" y="7391"/>
                  </a:lnTo>
                  <a:lnTo>
                    <a:pt x="633704" y="18097"/>
                  </a:lnTo>
                  <a:lnTo>
                    <a:pt x="605409" y="49530"/>
                  </a:lnTo>
                  <a:lnTo>
                    <a:pt x="587971" y="91478"/>
                  </a:lnTo>
                  <a:lnTo>
                    <a:pt x="582168" y="141224"/>
                  </a:lnTo>
                  <a:lnTo>
                    <a:pt x="583615" y="167182"/>
                  </a:lnTo>
                  <a:lnTo>
                    <a:pt x="595185" y="213093"/>
                  </a:lnTo>
                  <a:lnTo>
                    <a:pt x="618185" y="250342"/>
                  </a:lnTo>
                  <a:lnTo>
                    <a:pt x="651662" y="274967"/>
                  </a:lnTo>
                  <a:lnTo>
                    <a:pt x="672211" y="282321"/>
                  </a:lnTo>
                  <a:lnTo>
                    <a:pt x="675767" y="270891"/>
                  </a:lnTo>
                  <a:lnTo>
                    <a:pt x="659638" y="263779"/>
                  </a:lnTo>
                  <a:lnTo>
                    <a:pt x="645744" y="253860"/>
                  </a:lnTo>
                  <a:lnTo>
                    <a:pt x="617245" y="207657"/>
                  </a:lnTo>
                  <a:lnTo>
                    <a:pt x="608863" y="164719"/>
                  </a:lnTo>
                  <a:lnTo>
                    <a:pt x="607822" y="139827"/>
                  </a:lnTo>
                  <a:lnTo>
                    <a:pt x="608863" y="115735"/>
                  </a:lnTo>
                  <a:lnTo>
                    <a:pt x="617245" y="73926"/>
                  </a:lnTo>
                  <a:lnTo>
                    <a:pt x="645833" y="28435"/>
                  </a:lnTo>
                  <a:lnTo>
                    <a:pt x="659853" y="18643"/>
                  </a:lnTo>
                  <a:lnTo>
                    <a:pt x="676148" y="11557"/>
                  </a:lnTo>
                  <a:close/>
                </a:path>
                <a:path w="1021079" h="282575">
                  <a:moveTo>
                    <a:pt x="1020826" y="141224"/>
                  </a:moveTo>
                  <a:lnTo>
                    <a:pt x="1014996" y="91478"/>
                  </a:lnTo>
                  <a:lnTo>
                    <a:pt x="997458" y="49530"/>
                  </a:lnTo>
                  <a:lnTo>
                    <a:pt x="969162" y="18097"/>
                  </a:lnTo>
                  <a:lnTo>
                    <a:pt x="930783" y="0"/>
                  </a:lnTo>
                  <a:lnTo>
                    <a:pt x="926719" y="11557"/>
                  </a:lnTo>
                  <a:lnTo>
                    <a:pt x="943076" y="18643"/>
                  </a:lnTo>
                  <a:lnTo>
                    <a:pt x="957135" y="28435"/>
                  </a:lnTo>
                  <a:lnTo>
                    <a:pt x="985659" y="73926"/>
                  </a:lnTo>
                  <a:lnTo>
                    <a:pt x="993990" y="115735"/>
                  </a:lnTo>
                  <a:lnTo>
                    <a:pt x="995045" y="139827"/>
                  </a:lnTo>
                  <a:lnTo>
                    <a:pt x="993990" y="164719"/>
                  </a:lnTo>
                  <a:lnTo>
                    <a:pt x="985608" y="207657"/>
                  </a:lnTo>
                  <a:lnTo>
                    <a:pt x="957135" y="253860"/>
                  </a:lnTo>
                  <a:lnTo>
                    <a:pt x="927227" y="270891"/>
                  </a:lnTo>
                  <a:lnTo>
                    <a:pt x="930783" y="282321"/>
                  </a:lnTo>
                  <a:lnTo>
                    <a:pt x="969276" y="264312"/>
                  </a:lnTo>
                  <a:lnTo>
                    <a:pt x="997585" y="233045"/>
                  </a:lnTo>
                  <a:lnTo>
                    <a:pt x="1015009" y="191135"/>
                  </a:lnTo>
                  <a:lnTo>
                    <a:pt x="1019365" y="167182"/>
                  </a:lnTo>
                  <a:lnTo>
                    <a:pt x="1020826" y="141224"/>
                  </a:lnTo>
                  <a:close/>
                </a:path>
              </a:pathLst>
            </a:custGeom>
            <a:solidFill>
              <a:srgbClr val="000000"/>
            </a:solidFill>
          </p:spPr>
          <p:txBody>
            <a:bodyPr wrap="square" lIns="0" tIns="0" rIns="0" bIns="0" rtlCol="0"/>
            <a:lstStyle/>
            <a:p>
              <a:endParaRPr sz="1488"/>
            </a:p>
          </p:txBody>
        </p:sp>
        <p:pic>
          <p:nvPicPr>
            <p:cNvPr id="31" name="object 31"/>
            <p:cNvPicPr/>
            <p:nvPr/>
          </p:nvPicPr>
          <p:blipFill>
            <a:blip r:embed="rId4" cstate="print"/>
            <a:stretch>
              <a:fillRect/>
            </a:stretch>
          </p:blipFill>
          <p:spPr>
            <a:xfrm>
              <a:off x="3720083" y="2593848"/>
              <a:ext cx="1057656" cy="228600"/>
            </a:xfrm>
            <a:prstGeom prst="rect">
              <a:avLst/>
            </a:prstGeom>
          </p:spPr>
        </p:pic>
        <p:pic>
          <p:nvPicPr>
            <p:cNvPr id="32" name="object 32"/>
            <p:cNvPicPr/>
            <p:nvPr/>
          </p:nvPicPr>
          <p:blipFill>
            <a:blip r:embed="rId5" cstate="print"/>
            <a:stretch>
              <a:fillRect/>
            </a:stretch>
          </p:blipFill>
          <p:spPr>
            <a:xfrm>
              <a:off x="2845307" y="3214116"/>
              <a:ext cx="621792" cy="647700"/>
            </a:xfrm>
            <a:prstGeom prst="rect">
              <a:avLst/>
            </a:prstGeom>
          </p:spPr>
        </p:pic>
        <p:sp>
          <p:nvSpPr>
            <p:cNvPr id="33" name="object 33"/>
            <p:cNvSpPr/>
            <p:nvPr/>
          </p:nvSpPr>
          <p:spPr>
            <a:xfrm>
              <a:off x="2845307" y="3214116"/>
              <a:ext cx="622300" cy="647700"/>
            </a:xfrm>
            <a:custGeom>
              <a:avLst/>
              <a:gdLst/>
              <a:ahLst/>
              <a:cxnLst/>
              <a:rect l="l" t="t" r="r" b="b"/>
              <a:pathLst>
                <a:path w="622300" h="647700">
                  <a:moveTo>
                    <a:pt x="621792" y="107950"/>
                  </a:moveTo>
                  <a:lnTo>
                    <a:pt x="590192" y="155399"/>
                  </a:lnTo>
                  <a:lnTo>
                    <a:pt x="553491" y="175443"/>
                  </a:lnTo>
                  <a:lnTo>
                    <a:pt x="505345" y="192166"/>
                  </a:lnTo>
                  <a:lnTo>
                    <a:pt x="447620" y="204918"/>
                  </a:lnTo>
                  <a:lnTo>
                    <a:pt x="382181" y="213046"/>
                  </a:lnTo>
                  <a:lnTo>
                    <a:pt x="310896" y="215900"/>
                  </a:lnTo>
                  <a:lnTo>
                    <a:pt x="239610" y="213046"/>
                  </a:lnTo>
                  <a:lnTo>
                    <a:pt x="174171" y="204918"/>
                  </a:lnTo>
                  <a:lnTo>
                    <a:pt x="116446" y="192166"/>
                  </a:lnTo>
                  <a:lnTo>
                    <a:pt x="68300" y="175443"/>
                  </a:lnTo>
                  <a:lnTo>
                    <a:pt x="31599" y="155399"/>
                  </a:lnTo>
                  <a:lnTo>
                    <a:pt x="8210" y="132684"/>
                  </a:lnTo>
                  <a:lnTo>
                    <a:pt x="0" y="107950"/>
                  </a:lnTo>
                </a:path>
                <a:path w="622300" h="647700">
                  <a:moveTo>
                    <a:pt x="0" y="107950"/>
                  </a:moveTo>
                  <a:lnTo>
                    <a:pt x="31599" y="60500"/>
                  </a:lnTo>
                  <a:lnTo>
                    <a:pt x="68300" y="40456"/>
                  </a:lnTo>
                  <a:lnTo>
                    <a:pt x="116446" y="23733"/>
                  </a:lnTo>
                  <a:lnTo>
                    <a:pt x="174171" y="10981"/>
                  </a:lnTo>
                  <a:lnTo>
                    <a:pt x="239610" y="2853"/>
                  </a:lnTo>
                  <a:lnTo>
                    <a:pt x="310896" y="0"/>
                  </a:lnTo>
                  <a:lnTo>
                    <a:pt x="382181" y="2853"/>
                  </a:lnTo>
                  <a:lnTo>
                    <a:pt x="447620" y="10981"/>
                  </a:lnTo>
                  <a:lnTo>
                    <a:pt x="505345" y="23733"/>
                  </a:lnTo>
                  <a:lnTo>
                    <a:pt x="553491" y="40456"/>
                  </a:lnTo>
                  <a:lnTo>
                    <a:pt x="590192" y="60500"/>
                  </a:lnTo>
                  <a:lnTo>
                    <a:pt x="621792" y="107950"/>
                  </a:lnTo>
                  <a:lnTo>
                    <a:pt x="621792" y="539750"/>
                  </a:lnTo>
                  <a:lnTo>
                    <a:pt x="590192" y="587199"/>
                  </a:lnTo>
                  <a:lnTo>
                    <a:pt x="553491" y="607243"/>
                  </a:lnTo>
                  <a:lnTo>
                    <a:pt x="505345" y="623966"/>
                  </a:lnTo>
                  <a:lnTo>
                    <a:pt x="447620" y="636718"/>
                  </a:lnTo>
                  <a:lnTo>
                    <a:pt x="382181" y="644846"/>
                  </a:lnTo>
                  <a:lnTo>
                    <a:pt x="310896" y="647700"/>
                  </a:lnTo>
                  <a:lnTo>
                    <a:pt x="239610" y="644846"/>
                  </a:lnTo>
                  <a:lnTo>
                    <a:pt x="174171" y="636718"/>
                  </a:lnTo>
                  <a:lnTo>
                    <a:pt x="116446" y="623966"/>
                  </a:lnTo>
                  <a:lnTo>
                    <a:pt x="68300" y="607243"/>
                  </a:lnTo>
                  <a:lnTo>
                    <a:pt x="31599" y="587199"/>
                  </a:lnTo>
                  <a:lnTo>
                    <a:pt x="0" y="539750"/>
                  </a:lnTo>
                  <a:lnTo>
                    <a:pt x="0" y="107950"/>
                  </a:lnTo>
                  <a:close/>
                </a:path>
              </a:pathLst>
            </a:custGeom>
            <a:ln w="6096">
              <a:solidFill>
                <a:srgbClr val="5B9BD4"/>
              </a:solidFill>
            </a:ln>
          </p:spPr>
          <p:txBody>
            <a:bodyPr wrap="square" lIns="0" tIns="0" rIns="0" bIns="0" rtlCol="0"/>
            <a:lstStyle/>
            <a:p>
              <a:endParaRPr sz="1488"/>
            </a:p>
          </p:txBody>
        </p:sp>
      </p:grpSp>
      <p:sp>
        <p:nvSpPr>
          <p:cNvPr id="34" name="object 34"/>
          <p:cNvSpPr txBox="1"/>
          <p:nvPr/>
        </p:nvSpPr>
        <p:spPr>
          <a:xfrm>
            <a:off x="3737673" y="2794321"/>
            <a:ext cx="256225" cy="316072"/>
          </a:xfrm>
          <a:prstGeom prst="rect">
            <a:avLst/>
          </a:prstGeom>
        </p:spPr>
        <p:txBody>
          <a:bodyPr vert="horz" wrap="square" lIns="0" tIns="10501" rIns="0" bIns="0" rtlCol="0">
            <a:spAutoFit/>
          </a:bodyPr>
          <a:lstStyle/>
          <a:p>
            <a:pPr marL="31505">
              <a:spcBef>
                <a:spcPts val="83"/>
              </a:spcBef>
            </a:pPr>
            <a:r>
              <a:rPr sz="1985" spc="-207" dirty="0">
                <a:latin typeface="Cambria Math"/>
                <a:cs typeface="Cambria Math"/>
              </a:rPr>
              <a:t>𝑐</a:t>
            </a:r>
            <a:r>
              <a:rPr sz="2977" spc="-310" baseline="2314" dirty="0">
                <a:latin typeface="Calibri"/>
                <a:cs typeface="Calibri"/>
              </a:rPr>
              <a:t>c</a:t>
            </a:r>
            <a:r>
              <a:rPr sz="2171" spc="-310" baseline="28571" dirty="0">
                <a:latin typeface="Cambria Math"/>
                <a:cs typeface="Cambria Math"/>
              </a:rPr>
              <a:t>′</a:t>
            </a:r>
            <a:endParaRPr sz="2171" baseline="28571">
              <a:latin typeface="Cambria Math"/>
              <a:cs typeface="Cambria Math"/>
            </a:endParaRPr>
          </a:p>
        </p:txBody>
      </p:sp>
      <p:grpSp>
        <p:nvGrpSpPr>
          <p:cNvPr id="35" name="object 35"/>
          <p:cNvGrpSpPr/>
          <p:nvPr/>
        </p:nvGrpSpPr>
        <p:grpSpPr>
          <a:xfrm>
            <a:off x="4275746" y="2387197"/>
            <a:ext cx="937741" cy="1055352"/>
            <a:chOff x="3645408" y="2887091"/>
            <a:chExt cx="1134110" cy="1276350"/>
          </a:xfrm>
        </p:grpSpPr>
        <p:sp>
          <p:nvSpPr>
            <p:cNvPr id="36" name="object 36"/>
            <p:cNvSpPr/>
            <p:nvPr/>
          </p:nvSpPr>
          <p:spPr>
            <a:xfrm>
              <a:off x="3645408" y="2994660"/>
              <a:ext cx="1134110" cy="248920"/>
            </a:xfrm>
            <a:custGeom>
              <a:avLst/>
              <a:gdLst/>
              <a:ahLst/>
              <a:cxnLst/>
              <a:rect l="l" t="t" r="r" b="b"/>
              <a:pathLst>
                <a:path w="1134110" h="248919">
                  <a:moveTo>
                    <a:pt x="1133856" y="0"/>
                  </a:moveTo>
                  <a:lnTo>
                    <a:pt x="0" y="0"/>
                  </a:lnTo>
                  <a:lnTo>
                    <a:pt x="0" y="248412"/>
                  </a:lnTo>
                  <a:lnTo>
                    <a:pt x="1133856" y="248412"/>
                  </a:lnTo>
                  <a:lnTo>
                    <a:pt x="1133856" y="0"/>
                  </a:lnTo>
                  <a:close/>
                </a:path>
              </a:pathLst>
            </a:custGeom>
            <a:solidFill>
              <a:srgbClr val="FFFFFF"/>
            </a:solidFill>
          </p:spPr>
          <p:txBody>
            <a:bodyPr wrap="square" lIns="0" tIns="0" rIns="0" bIns="0" rtlCol="0"/>
            <a:lstStyle/>
            <a:p>
              <a:endParaRPr sz="1488"/>
            </a:p>
          </p:txBody>
        </p:sp>
        <p:sp>
          <p:nvSpPr>
            <p:cNvPr id="37" name="object 37"/>
            <p:cNvSpPr/>
            <p:nvPr/>
          </p:nvSpPr>
          <p:spPr>
            <a:xfrm>
              <a:off x="3917950" y="2887090"/>
              <a:ext cx="794385" cy="1276350"/>
            </a:xfrm>
            <a:custGeom>
              <a:avLst/>
              <a:gdLst/>
              <a:ahLst/>
              <a:cxnLst/>
              <a:rect l="l" t="t" r="r" b="b"/>
              <a:pathLst>
                <a:path w="794385" h="1276350">
                  <a:moveTo>
                    <a:pt x="100457" y="920242"/>
                  </a:moveTo>
                  <a:lnTo>
                    <a:pt x="96774" y="908050"/>
                  </a:lnTo>
                  <a:lnTo>
                    <a:pt x="74866" y="916584"/>
                  </a:lnTo>
                  <a:lnTo>
                    <a:pt x="55626" y="929957"/>
                  </a:lnTo>
                  <a:lnTo>
                    <a:pt x="25146" y="971296"/>
                  </a:lnTo>
                  <a:lnTo>
                    <a:pt x="6286" y="1027036"/>
                  </a:lnTo>
                  <a:lnTo>
                    <a:pt x="0" y="1092327"/>
                  </a:lnTo>
                  <a:lnTo>
                    <a:pt x="1562" y="1125905"/>
                  </a:lnTo>
                  <a:lnTo>
                    <a:pt x="14135" y="1186294"/>
                  </a:lnTo>
                  <a:lnTo>
                    <a:pt x="39052" y="1236078"/>
                  </a:lnTo>
                  <a:lnTo>
                    <a:pt x="74866" y="1267701"/>
                  </a:lnTo>
                  <a:lnTo>
                    <a:pt x="96774" y="1276223"/>
                  </a:lnTo>
                  <a:lnTo>
                    <a:pt x="100457" y="1264031"/>
                  </a:lnTo>
                  <a:lnTo>
                    <a:pt x="83540" y="1255280"/>
                  </a:lnTo>
                  <a:lnTo>
                    <a:pt x="68821" y="1242529"/>
                  </a:lnTo>
                  <a:lnTo>
                    <a:pt x="45974" y="1205103"/>
                  </a:lnTo>
                  <a:lnTo>
                    <a:pt x="32080" y="1154150"/>
                  </a:lnTo>
                  <a:lnTo>
                    <a:pt x="27432" y="1092200"/>
                  </a:lnTo>
                  <a:lnTo>
                    <a:pt x="28587" y="1059992"/>
                  </a:lnTo>
                  <a:lnTo>
                    <a:pt x="37871" y="1003554"/>
                  </a:lnTo>
                  <a:lnTo>
                    <a:pt x="56299" y="958596"/>
                  </a:lnTo>
                  <a:lnTo>
                    <a:pt x="83540" y="929017"/>
                  </a:lnTo>
                  <a:lnTo>
                    <a:pt x="100457" y="920242"/>
                  </a:lnTo>
                  <a:close/>
                </a:path>
                <a:path w="794385" h="1276350">
                  <a:moveTo>
                    <a:pt x="399542" y="12192"/>
                  </a:moveTo>
                  <a:lnTo>
                    <a:pt x="395859" y="0"/>
                  </a:lnTo>
                  <a:lnTo>
                    <a:pt x="373951" y="8534"/>
                  </a:lnTo>
                  <a:lnTo>
                    <a:pt x="354711" y="21907"/>
                  </a:lnTo>
                  <a:lnTo>
                    <a:pt x="324231" y="63246"/>
                  </a:lnTo>
                  <a:lnTo>
                    <a:pt x="305358" y="118973"/>
                  </a:lnTo>
                  <a:lnTo>
                    <a:pt x="299085" y="184150"/>
                  </a:lnTo>
                  <a:lnTo>
                    <a:pt x="300647" y="217792"/>
                  </a:lnTo>
                  <a:lnTo>
                    <a:pt x="313220" y="278231"/>
                  </a:lnTo>
                  <a:lnTo>
                    <a:pt x="338137" y="328028"/>
                  </a:lnTo>
                  <a:lnTo>
                    <a:pt x="373951" y="359651"/>
                  </a:lnTo>
                  <a:lnTo>
                    <a:pt x="395859" y="368173"/>
                  </a:lnTo>
                  <a:lnTo>
                    <a:pt x="399542" y="355981"/>
                  </a:lnTo>
                  <a:lnTo>
                    <a:pt x="382625" y="347218"/>
                  </a:lnTo>
                  <a:lnTo>
                    <a:pt x="367906" y="334454"/>
                  </a:lnTo>
                  <a:lnTo>
                    <a:pt x="345059" y="296926"/>
                  </a:lnTo>
                  <a:lnTo>
                    <a:pt x="331165" y="245973"/>
                  </a:lnTo>
                  <a:lnTo>
                    <a:pt x="326517" y="184023"/>
                  </a:lnTo>
                  <a:lnTo>
                    <a:pt x="327672" y="151815"/>
                  </a:lnTo>
                  <a:lnTo>
                    <a:pt x="336956" y="95377"/>
                  </a:lnTo>
                  <a:lnTo>
                    <a:pt x="355384" y="50482"/>
                  </a:lnTo>
                  <a:lnTo>
                    <a:pt x="382625" y="20955"/>
                  </a:lnTo>
                  <a:lnTo>
                    <a:pt x="399542" y="12192"/>
                  </a:lnTo>
                  <a:close/>
                </a:path>
                <a:path w="794385" h="1276350">
                  <a:moveTo>
                    <a:pt x="494919" y="1092200"/>
                  </a:moveTo>
                  <a:lnTo>
                    <a:pt x="488632" y="1027036"/>
                  </a:lnTo>
                  <a:lnTo>
                    <a:pt x="469773" y="971296"/>
                  </a:lnTo>
                  <a:lnTo>
                    <a:pt x="439293" y="929957"/>
                  </a:lnTo>
                  <a:lnTo>
                    <a:pt x="398145" y="908050"/>
                  </a:lnTo>
                  <a:lnTo>
                    <a:pt x="394462" y="920242"/>
                  </a:lnTo>
                  <a:lnTo>
                    <a:pt x="411365" y="929017"/>
                  </a:lnTo>
                  <a:lnTo>
                    <a:pt x="426085" y="941793"/>
                  </a:lnTo>
                  <a:lnTo>
                    <a:pt x="448945" y="979424"/>
                  </a:lnTo>
                  <a:lnTo>
                    <a:pt x="462826" y="1030401"/>
                  </a:lnTo>
                  <a:lnTo>
                    <a:pt x="467487" y="1092327"/>
                  </a:lnTo>
                  <a:lnTo>
                    <a:pt x="466318" y="1124597"/>
                  </a:lnTo>
                  <a:lnTo>
                    <a:pt x="457034" y="1180985"/>
                  </a:lnTo>
                  <a:lnTo>
                    <a:pt x="438607" y="1225804"/>
                  </a:lnTo>
                  <a:lnTo>
                    <a:pt x="411365" y="1255280"/>
                  </a:lnTo>
                  <a:lnTo>
                    <a:pt x="394462" y="1264031"/>
                  </a:lnTo>
                  <a:lnTo>
                    <a:pt x="398145" y="1276223"/>
                  </a:lnTo>
                  <a:lnTo>
                    <a:pt x="439293" y="1254315"/>
                  </a:lnTo>
                  <a:lnTo>
                    <a:pt x="469773" y="1212977"/>
                  </a:lnTo>
                  <a:lnTo>
                    <a:pt x="488619" y="1157262"/>
                  </a:lnTo>
                  <a:lnTo>
                    <a:pt x="493344" y="1125905"/>
                  </a:lnTo>
                  <a:lnTo>
                    <a:pt x="494919" y="1092200"/>
                  </a:lnTo>
                  <a:close/>
                </a:path>
                <a:path w="794385" h="1276350">
                  <a:moveTo>
                    <a:pt x="794004" y="184023"/>
                  </a:moveTo>
                  <a:lnTo>
                    <a:pt x="787692" y="118973"/>
                  </a:lnTo>
                  <a:lnTo>
                    <a:pt x="768731" y="63246"/>
                  </a:lnTo>
                  <a:lnTo>
                    <a:pt x="738314" y="21907"/>
                  </a:lnTo>
                  <a:lnTo>
                    <a:pt x="697230" y="0"/>
                  </a:lnTo>
                  <a:lnTo>
                    <a:pt x="693547" y="12192"/>
                  </a:lnTo>
                  <a:lnTo>
                    <a:pt x="710450" y="20955"/>
                  </a:lnTo>
                  <a:lnTo>
                    <a:pt x="725170" y="33718"/>
                  </a:lnTo>
                  <a:lnTo>
                    <a:pt x="748030" y="71247"/>
                  </a:lnTo>
                  <a:lnTo>
                    <a:pt x="761911" y="122224"/>
                  </a:lnTo>
                  <a:lnTo>
                    <a:pt x="766572" y="184150"/>
                  </a:lnTo>
                  <a:lnTo>
                    <a:pt x="765403" y="216420"/>
                  </a:lnTo>
                  <a:lnTo>
                    <a:pt x="756119" y="272808"/>
                  </a:lnTo>
                  <a:lnTo>
                    <a:pt x="737692" y="317690"/>
                  </a:lnTo>
                  <a:lnTo>
                    <a:pt x="710450" y="347218"/>
                  </a:lnTo>
                  <a:lnTo>
                    <a:pt x="693547" y="355981"/>
                  </a:lnTo>
                  <a:lnTo>
                    <a:pt x="697230" y="368173"/>
                  </a:lnTo>
                  <a:lnTo>
                    <a:pt x="738314" y="346265"/>
                  </a:lnTo>
                  <a:lnTo>
                    <a:pt x="768731" y="304927"/>
                  </a:lnTo>
                  <a:lnTo>
                    <a:pt x="787692" y="249199"/>
                  </a:lnTo>
                  <a:lnTo>
                    <a:pt x="792429" y="217792"/>
                  </a:lnTo>
                  <a:lnTo>
                    <a:pt x="794004" y="184023"/>
                  </a:lnTo>
                  <a:close/>
                </a:path>
              </a:pathLst>
            </a:custGeom>
            <a:solidFill>
              <a:srgbClr val="000000"/>
            </a:solidFill>
          </p:spPr>
          <p:txBody>
            <a:bodyPr wrap="square" lIns="0" tIns="0" rIns="0" bIns="0" rtlCol="0"/>
            <a:lstStyle/>
            <a:p>
              <a:endParaRPr sz="1488"/>
            </a:p>
          </p:txBody>
        </p:sp>
      </p:grpSp>
      <p:sp>
        <p:nvSpPr>
          <p:cNvPr id="38" name="object 38"/>
          <p:cNvSpPr txBox="1"/>
          <p:nvPr/>
        </p:nvSpPr>
        <p:spPr>
          <a:xfrm>
            <a:off x="3896448" y="2979139"/>
            <a:ext cx="987096" cy="1585780"/>
          </a:xfrm>
          <a:prstGeom prst="rect">
            <a:avLst/>
          </a:prstGeom>
        </p:spPr>
        <p:txBody>
          <a:bodyPr vert="horz" wrap="square" lIns="0" tIns="131788" rIns="0" bIns="0" rtlCol="0">
            <a:spAutoFit/>
          </a:bodyPr>
          <a:lstStyle/>
          <a:p>
            <a:pPr marR="72461" algn="r">
              <a:spcBef>
                <a:spcPts val="1038"/>
              </a:spcBef>
              <a:tabLst>
                <a:tab pos="375433" algn="l"/>
              </a:tabLst>
            </a:pPr>
            <a:r>
              <a:rPr sz="1985" dirty="0">
                <a:latin typeface="Cambria Math"/>
                <a:cs typeface="Cambria Math"/>
              </a:rPr>
              <a:t>𝑐𝑓	</a:t>
            </a:r>
            <a:r>
              <a:rPr sz="1985" spc="-50" dirty="0">
                <a:latin typeface="Cambria Math"/>
                <a:cs typeface="Cambria Math"/>
              </a:rPr>
              <a:t>𝑧</a:t>
            </a:r>
            <a:r>
              <a:rPr sz="2171" spc="-74" baseline="-15873" dirty="0">
                <a:latin typeface="Cambria Math"/>
                <a:cs typeface="Cambria Math"/>
              </a:rPr>
              <a:t>𝑓</a:t>
            </a:r>
            <a:endParaRPr sz="2171" baseline="-15873">
              <a:latin typeface="Cambria Math"/>
              <a:cs typeface="Cambria Math"/>
            </a:endParaRPr>
          </a:p>
          <a:p>
            <a:pPr marR="25204" algn="r">
              <a:spcBef>
                <a:spcPts val="955"/>
              </a:spcBef>
              <a:tabLst>
                <a:tab pos="262016" algn="l"/>
                <a:tab pos="492526" algn="l"/>
                <a:tab pos="742990" algn="l"/>
              </a:tabLst>
            </a:pPr>
            <a:r>
              <a:rPr sz="1985" dirty="0">
                <a:latin typeface="Cambria Math"/>
                <a:cs typeface="Cambria Math"/>
              </a:rPr>
              <a:t>𝑔	𝑧	𝑓	</a:t>
            </a:r>
            <a:r>
              <a:rPr sz="1985" spc="-4" dirty="0">
                <a:latin typeface="Cambria Math"/>
                <a:cs typeface="Cambria Math"/>
              </a:rPr>
              <a:t>𝑧</a:t>
            </a:r>
            <a:r>
              <a:rPr sz="2171" spc="-6" baseline="-15873" dirty="0">
                <a:latin typeface="Cambria Math"/>
                <a:cs typeface="Cambria Math"/>
              </a:rPr>
              <a:t>𝑖</a:t>
            </a:r>
            <a:endParaRPr sz="2171" baseline="-15873">
              <a:latin typeface="Cambria Math"/>
              <a:cs typeface="Cambria Math"/>
            </a:endParaRPr>
          </a:p>
          <a:p>
            <a:pPr marL="63535">
              <a:spcBef>
                <a:spcPts val="338"/>
              </a:spcBef>
            </a:pPr>
            <a:r>
              <a:rPr sz="1985" dirty="0">
                <a:solidFill>
                  <a:srgbClr val="FF0000"/>
                </a:solidFill>
                <a:latin typeface="Calibri"/>
                <a:cs typeface="Calibri"/>
              </a:rPr>
              <a:t>multiply</a:t>
            </a:r>
            <a:endParaRPr sz="1985">
              <a:latin typeface="Calibri"/>
              <a:cs typeface="Calibri"/>
            </a:endParaRPr>
          </a:p>
          <a:p>
            <a:pPr marL="58809">
              <a:spcBef>
                <a:spcPts val="480"/>
              </a:spcBef>
              <a:tabLst>
                <a:tab pos="320825" algn="l"/>
              </a:tabLst>
            </a:pPr>
            <a:r>
              <a:rPr sz="1985" dirty="0">
                <a:latin typeface="Cambria Math"/>
                <a:cs typeface="Cambria Math"/>
              </a:rPr>
              <a:t>𝑔	𝑧</a:t>
            </a:r>
            <a:endParaRPr sz="1985">
              <a:latin typeface="Cambria Math"/>
              <a:cs typeface="Cambria Math"/>
            </a:endParaRPr>
          </a:p>
        </p:txBody>
      </p:sp>
      <p:sp>
        <p:nvSpPr>
          <p:cNvPr id="39" name="object 39"/>
          <p:cNvSpPr txBox="1"/>
          <p:nvPr/>
        </p:nvSpPr>
        <p:spPr>
          <a:xfrm>
            <a:off x="4183232" y="2350927"/>
            <a:ext cx="910438" cy="316072"/>
          </a:xfrm>
          <a:prstGeom prst="rect">
            <a:avLst/>
          </a:prstGeom>
        </p:spPr>
        <p:txBody>
          <a:bodyPr vert="horz" wrap="square" lIns="0" tIns="10501" rIns="0" bIns="0" rtlCol="0">
            <a:spAutoFit/>
          </a:bodyPr>
          <a:lstStyle/>
          <a:p>
            <a:pPr marL="31505">
              <a:spcBef>
                <a:spcPts val="83"/>
              </a:spcBef>
              <a:tabLst>
                <a:tab pos="396961" algn="l"/>
                <a:tab pos="656877" algn="l"/>
              </a:tabLst>
            </a:pPr>
            <a:r>
              <a:rPr sz="1985" dirty="0">
                <a:latin typeface="Cambria Math"/>
                <a:cs typeface="Cambria Math"/>
              </a:rPr>
              <a:t>𝑐	𝑓	</a:t>
            </a:r>
            <a:r>
              <a:rPr sz="1985" spc="-50" dirty="0">
                <a:latin typeface="Cambria Math"/>
                <a:cs typeface="Cambria Math"/>
              </a:rPr>
              <a:t>𝑧</a:t>
            </a:r>
            <a:r>
              <a:rPr sz="2171" spc="-74" baseline="-15873" dirty="0">
                <a:latin typeface="Cambria Math"/>
                <a:cs typeface="Cambria Math"/>
              </a:rPr>
              <a:t>𝑓</a:t>
            </a:r>
            <a:endParaRPr sz="2171" baseline="-15873">
              <a:latin typeface="Cambria Math"/>
              <a:cs typeface="Cambria Math"/>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320CA67-0366-0A18-9B7B-595F9E49CD7C}"/>
              </a:ext>
            </a:extLst>
          </p:cNvPr>
          <p:cNvSpPr txBox="1"/>
          <p:nvPr/>
        </p:nvSpPr>
        <p:spPr>
          <a:xfrm>
            <a:off x="0" y="92075"/>
            <a:ext cx="9080500" cy="5262979"/>
          </a:xfrm>
          <a:prstGeom prst="rect">
            <a:avLst/>
          </a:prstGeom>
          <a:solidFill>
            <a:schemeClr val="bg1"/>
          </a:solidFill>
        </p:spPr>
        <p:txBody>
          <a:bodyPr wrap="square">
            <a:spAutoFit/>
          </a:bodyPr>
          <a:lstStyle/>
          <a:p>
            <a:r>
              <a:rPr lang="en-US" sz="2400" b="1" dirty="0"/>
              <a:t>Example in Python</a:t>
            </a:r>
          </a:p>
          <a:p>
            <a:endParaRPr lang="en-US" sz="2400" dirty="0"/>
          </a:p>
          <a:p>
            <a:pPr marL="457200" indent="-457200">
              <a:buAutoNum type="arabicPeriod"/>
            </a:pPr>
            <a:r>
              <a:rPr lang="en-US" sz="2400" dirty="0"/>
              <a:t>Data is preprocessed into integer sequences where </a:t>
            </a:r>
            <a:r>
              <a:rPr lang="en-US" sz="2400" dirty="0">
                <a:solidFill>
                  <a:srgbClr val="FF0000"/>
                </a:solidFill>
              </a:rPr>
              <a:t>each number corresponds to a word.</a:t>
            </a:r>
          </a:p>
          <a:p>
            <a:pPr marL="457200" indent="-457200">
              <a:buAutoNum type="arabicPeriod"/>
            </a:pPr>
            <a:r>
              <a:rPr lang="en-US" sz="2400" dirty="0"/>
              <a:t> Sequences are padded to ensure consistent input size for the RNN.</a:t>
            </a:r>
          </a:p>
          <a:p>
            <a:pPr marL="457200" indent="-457200">
              <a:buAutoNum type="arabicPeriod"/>
            </a:pPr>
            <a:r>
              <a:rPr lang="en-US" sz="2400" dirty="0"/>
              <a:t>The </a:t>
            </a:r>
            <a:r>
              <a:rPr lang="en-US" sz="2400" dirty="0">
                <a:solidFill>
                  <a:srgbClr val="FF0000"/>
                </a:solidFill>
              </a:rPr>
              <a:t>Embedding layer converts word indices into dense </a:t>
            </a:r>
            <a:r>
              <a:rPr lang="en-US" sz="2400" dirty="0"/>
              <a:t>vectors of fixed size.</a:t>
            </a:r>
          </a:p>
          <a:p>
            <a:pPr marL="457200" indent="-457200">
              <a:buAutoNum type="arabicPeriod"/>
            </a:pPr>
            <a:r>
              <a:rPr lang="en-US" sz="2400" dirty="0"/>
              <a:t>LSTM layer captures long-term dependencies in text sequences.</a:t>
            </a:r>
          </a:p>
          <a:p>
            <a:pPr marL="457200" indent="-457200">
              <a:buAutoNum type="arabicPeriod"/>
            </a:pPr>
            <a:r>
              <a:rPr lang="en-US" sz="2400" dirty="0">
                <a:solidFill>
                  <a:srgbClr val="FF0000"/>
                </a:solidFill>
              </a:rPr>
              <a:t>Dropout </a:t>
            </a:r>
            <a:r>
              <a:rPr lang="en-US" sz="2400" dirty="0"/>
              <a:t>helps reduce overfitting by randomly turning off neurons during training.</a:t>
            </a:r>
          </a:p>
          <a:p>
            <a:pPr marL="457200" indent="-457200">
              <a:buAutoNum type="arabicPeriod"/>
            </a:pPr>
            <a:r>
              <a:rPr lang="en-US" sz="2400" dirty="0"/>
              <a:t>Dense(sigmoid) outputs a </a:t>
            </a:r>
            <a:r>
              <a:rPr lang="en-US" sz="2400" dirty="0">
                <a:solidFill>
                  <a:srgbClr val="FF0000"/>
                </a:solidFill>
              </a:rPr>
              <a:t>probability (0 = negative, 1 = positive</a:t>
            </a:r>
            <a:r>
              <a:rPr lang="en-US" sz="2400" dirty="0"/>
              <a:t>).</a:t>
            </a:r>
          </a:p>
          <a:p>
            <a:pPr marL="457200" indent="-457200">
              <a:buAutoNum type="arabicPeriod"/>
            </a:pPr>
            <a:r>
              <a:rPr lang="en-US" sz="2400" dirty="0"/>
              <a:t>The model is trained for 5 epochs with accuracy and loss tracked.</a:t>
            </a:r>
          </a:p>
          <a:p>
            <a:pPr marL="457200" indent="-457200">
              <a:buAutoNum type="arabicPeriod"/>
            </a:pPr>
            <a:r>
              <a:rPr lang="en-US" sz="2400" dirty="0"/>
              <a:t>Finally, </a:t>
            </a:r>
            <a:r>
              <a:rPr lang="en-US" sz="2400" dirty="0">
                <a:solidFill>
                  <a:srgbClr val="FF0000"/>
                </a:solidFill>
              </a:rPr>
              <a:t>accuracy/loss curves </a:t>
            </a:r>
            <a:r>
              <a:rPr lang="en-US" sz="2400" dirty="0"/>
              <a:t>are plotted to visualize performance trends.</a:t>
            </a:r>
          </a:p>
        </p:txBody>
      </p:sp>
    </p:spTree>
    <p:extLst>
      <p:ext uri="{BB962C8B-B14F-4D97-AF65-F5344CB8AC3E}">
        <p14:creationId xmlns:p14="http://schemas.microsoft.com/office/powerpoint/2010/main" val="102390151"/>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A5598FB-4A9F-9D8D-CAAF-83138C7C17FE}"/>
              </a:ext>
            </a:extLst>
          </p:cNvPr>
          <p:cNvPicPr>
            <a:picLocks noChangeAspect="1"/>
          </p:cNvPicPr>
          <p:nvPr/>
        </p:nvPicPr>
        <p:blipFill>
          <a:blip r:embed="rId2"/>
          <a:stretch>
            <a:fillRect/>
          </a:stretch>
        </p:blipFill>
        <p:spPr>
          <a:xfrm>
            <a:off x="1384300" y="192698"/>
            <a:ext cx="6128722" cy="5285153"/>
          </a:xfrm>
          <a:prstGeom prst="rect">
            <a:avLst/>
          </a:prstGeom>
        </p:spPr>
      </p:pic>
    </p:spTree>
    <p:extLst>
      <p:ext uri="{BB962C8B-B14F-4D97-AF65-F5344CB8AC3E}">
        <p14:creationId xmlns:p14="http://schemas.microsoft.com/office/powerpoint/2010/main" val="1958254764"/>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E3E24F1-627B-7780-36D1-663B9F7885DC}"/>
              </a:ext>
            </a:extLst>
          </p:cNvPr>
          <p:cNvSpPr txBox="1"/>
          <p:nvPr/>
        </p:nvSpPr>
        <p:spPr>
          <a:xfrm>
            <a:off x="850900" y="140208"/>
            <a:ext cx="5221300" cy="369332"/>
          </a:xfrm>
          <a:prstGeom prst="rect">
            <a:avLst/>
          </a:prstGeom>
          <a:noFill/>
        </p:spPr>
        <p:txBody>
          <a:bodyPr wrap="square">
            <a:spAutoFit/>
          </a:bodyPr>
          <a:lstStyle/>
          <a:p>
            <a:pPr algn="l" fontAlgn="base">
              <a:buNone/>
            </a:pPr>
            <a:r>
              <a:rPr lang="en-US" b="1" i="0" dirty="0">
                <a:solidFill>
                  <a:srgbClr val="273239"/>
                </a:solidFill>
                <a:effectLst/>
                <a:latin typeface="Nunito" pitchFamily="2" charset="0"/>
              </a:rPr>
              <a:t>What is an Embedding Layer?</a:t>
            </a:r>
          </a:p>
        </p:txBody>
      </p:sp>
      <p:sp>
        <p:nvSpPr>
          <p:cNvPr id="5" name="TextBox 4">
            <a:extLst>
              <a:ext uri="{FF2B5EF4-FFF2-40B4-BE49-F238E27FC236}">
                <a16:creationId xmlns:a16="http://schemas.microsoft.com/office/drawing/2014/main" id="{E59F490D-F9CA-AABB-B9D2-2022131B6070}"/>
              </a:ext>
            </a:extLst>
          </p:cNvPr>
          <p:cNvSpPr txBox="1"/>
          <p:nvPr/>
        </p:nvSpPr>
        <p:spPr>
          <a:xfrm>
            <a:off x="819417" y="472267"/>
            <a:ext cx="7880083" cy="646331"/>
          </a:xfrm>
          <a:prstGeom prst="rect">
            <a:avLst/>
          </a:prstGeom>
          <a:solidFill>
            <a:schemeClr val="bg1"/>
          </a:solidFill>
        </p:spPr>
        <p:txBody>
          <a:bodyPr wrap="square">
            <a:spAutoFit/>
          </a:bodyPr>
          <a:lstStyle/>
          <a:p>
            <a:r>
              <a:rPr lang="en-US" b="0" i="0" dirty="0">
                <a:solidFill>
                  <a:srgbClr val="273239"/>
                </a:solidFill>
                <a:effectLst/>
                <a:latin typeface="Nunito" pitchFamily="2" charset="0"/>
              </a:rPr>
              <a:t>The embedding layer represents data, such as words or categories, in a more meaningful form by converting them into numerical vectors</a:t>
            </a:r>
            <a:endParaRPr lang="en-US" dirty="0"/>
          </a:p>
        </p:txBody>
      </p:sp>
      <p:pic>
        <p:nvPicPr>
          <p:cNvPr id="10" name="Picture 9">
            <a:extLst>
              <a:ext uri="{FF2B5EF4-FFF2-40B4-BE49-F238E27FC236}">
                <a16:creationId xmlns:a16="http://schemas.microsoft.com/office/drawing/2014/main" id="{628BE7ED-0B02-BE36-F6CE-72F14E862057}"/>
              </a:ext>
            </a:extLst>
          </p:cNvPr>
          <p:cNvPicPr>
            <a:picLocks noChangeAspect="1"/>
          </p:cNvPicPr>
          <p:nvPr/>
        </p:nvPicPr>
        <p:blipFill>
          <a:blip r:embed="rId2"/>
          <a:stretch>
            <a:fillRect/>
          </a:stretch>
        </p:blipFill>
        <p:spPr>
          <a:xfrm>
            <a:off x="393700" y="2846027"/>
            <a:ext cx="7778743" cy="2555573"/>
          </a:xfrm>
          <a:prstGeom prst="rect">
            <a:avLst/>
          </a:prstGeom>
        </p:spPr>
      </p:pic>
      <p:pic>
        <p:nvPicPr>
          <p:cNvPr id="8" name="Picture 7">
            <a:extLst>
              <a:ext uri="{FF2B5EF4-FFF2-40B4-BE49-F238E27FC236}">
                <a16:creationId xmlns:a16="http://schemas.microsoft.com/office/drawing/2014/main" id="{0662DA7A-1C0A-4665-339A-95696AC29678}"/>
              </a:ext>
            </a:extLst>
          </p:cNvPr>
          <p:cNvPicPr>
            <a:picLocks noChangeAspect="1"/>
          </p:cNvPicPr>
          <p:nvPr/>
        </p:nvPicPr>
        <p:blipFill>
          <a:blip r:embed="rId3"/>
          <a:stretch>
            <a:fillRect/>
          </a:stretch>
        </p:blipFill>
        <p:spPr>
          <a:xfrm>
            <a:off x="6946900" y="1311275"/>
            <a:ext cx="2971800" cy="1853222"/>
          </a:xfrm>
          <a:prstGeom prst="rect">
            <a:avLst/>
          </a:prstGeom>
        </p:spPr>
      </p:pic>
    </p:spTree>
    <p:extLst>
      <p:ext uri="{BB962C8B-B14F-4D97-AF65-F5344CB8AC3E}">
        <p14:creationId xmlns:p14="http://schemas.microsoft.com/office/powerpoint/2010/main" val="477245581"/>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AADCF5C-9B13-18B7-58FD-DB0C58A213B7}"/>
              </a:ext>
            </a:extLst>
          </p:cNvPr>
          <p:cNvSpPr txBox="1"/>
          <p:nvPr/>
        </p:nvSpPr>
        <p:spPr>
          <a:xfrm>
            <a:off x="693261" y="301905"/>
            <a:ext cx="8697278" cy="1096044"/>
          </a:xfrm>
          <a:prstGeom prst="rect">
            <a:avLst/>
          </a:prstGeom>
        </p:spPr>
        <p:txBody>
          <a:bodyPr>
            <a:normAutofit/>
          </a:bodyPr>
          <a:lstStyle/>
          <a:p>
            <a:pPr defTabSz="756117">
              <a:lnSpc>
                <a:spcPct val="90000"/>
              </a:lnSpc>
              <a:spcBef>
                <a:spcPct val="0"/>
              </a:spcBef>
              <a:spcAft>
                <a:spcPts val="600"/>
              </a:spcAft>
            </a:pPr>
            <a:r>
              <a:rPr lang="en-US" sz="3100" b="1" kern="1200">
                <a:effectLst/>
                <a:highlight>
                  <a:srgbClr val="FFFF00"/>
                </a:highlight>
                <a:latin typeface="+mj-lt"/>
                <a:ea typeface="+mj-ea"/>
                <a:cs typeface="+mj-cs"/>
              </a:rPr>
              <a:t> Embedding(input_dim=vocab_size, output_dim=embedding_dim, input_length=maxlen)</a:t>
            </a:r>
          </a:p>
        </p:txBody>
      </p:sp>
      <p:pic>
        <p:nvPicPr>
          <p:cNvPr id="5" name="Picture 4">
            <a:extLst>
              <a:ext uri="{FF2B5EF4-FFF2-40B4-BE49-F238E27FC236}">
                <a16:creationId xmlns:a16="http://schemas.microsoft.com/office/drawing/2014/main" id="{BBFFF7D4-0B79-90A3-1ACD-B6E7AFBE28CA}"/>
              </a:ext>
            </a:extLst>
          </p:cNvPr>
          <p:cNvPicPr>
            <a:picLocks noChangeAspect="1"/>
          </p:cNvPicPr>
          <p:nvPr/>
        </p:nvPicPr>
        <p:blipFill>
          <a:blip r:embed="rId2"/>
          <a:stretch>
            <a:fillRect/>
          </a:stretch>
        </p:blipFill>
        <p:spPr>
          <a:xfrm>
            <a:off x="165100" y="1639399"/>
            <a:ext cx="8697278" cy="2391751"/>
          </a:xfrm>
          <a:prstGeom prst="rect">
            <a:avLst/>
          </a:prstGeom>
          <a:noFill/>
        </p:spPr>
      </p:pic>
    </p:spTree>
    <p:extLst>
      <p:ext uri="{BB962C8B-B14F-4D97-AF65-F5344CB8AC3E}">
        <p14:creationId xmlns:p14="http://schemas.microsoft.com/office/powerpoint/2010/main" val="3560735683"/>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3596945B-A095-C4A3-F868-40CDFC35C451}"/>
              </a:ext>
            </a:extLst>
          </p:cNvPr>
          <p:cNvPicPr>
            <a:picLocks noChangeAspect="1"/>
          </p:cNvPicPr>
          <p:nvPr/>
        </p:nvPicPr>
        <p:blipFill>
          <a:blip r:embed="rId2"/>
          <a:stretch>
            <a:fillRect/>
          </a:stretch>
        </p:blipFill>
        <p:spPr>
          <a:xfrm>
            <a:off x="1155700" y="189783"/>
            <a:ext cx="5989925" cy="5290984"/>
          </a:xfrm>
          <a:prstGeom prst="rect">
            <a:avLst/>
          </a:prstGeom>
        </p:spPr>
      </p:pic>
    </p:spTree>
    <p:extLst>
      <p:ext uri="{BB962C8B-B14F-4D97-AF65-F5344CB8AC3E}">
        <p14:creationId xmlns:p14="http://schemas.microsoft.com/office/powerpoint/2010/main" val="2923641521"/>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858004A-CCA7-E431-DB20-A5DBB4612717}"/>
              </a:ext>
            </a:extLst>
          </p:cNvPr>
          <p:cNvPicPr>
            <a:picLocks noChangeAspect="1"/>
          </p:cNvPicPr>
          <p:nvPr/>
        </p:nvPicPr>
        <p:blipFill>
          <a:blip r:embed="rId2"/>
          <a:stretch>
            <a:fillRect/>
          </a:stretch>
        </p:blipFill>
        <p:spPr>
          <a:xfrm>
            <a:off x="1155700" y="244475"/>
            <a:ext cx="6400800" cy="4951562"/>
          </a:xfrm>
          <a:prstGeom prst="rect">
            <a:avLst/>
          </a:prstGeom>
        </p:spPr>
      </p:pic>
    </p:spTree>
    <p:extLst>
      <p:ext uri="{BB962C8B-B14F-4D97-AF65-F5344CB8AC3E}">
        <p14:creationId xmlns:p14="http://schemas.microsoft.com/office/powerpoint/2010/main" val="4189889445"/>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7D5CBBF-28EB-9E4B-0EA4-5E900CB15DE1}"/>
              </a:ext>
            </a:extLst>
          </p:cNvPr>
          <p:cNvPicPr>
            <a:picLocks noChangeAspect="1"/>
          </p:cNvPicPr>
          <p:nvPr/>
        </p:nvPicPr>
        <p:blipFill>
          <a:blip r:embed="rId2"/>
          <a:stretch>
            <a:fillRect/>
          </a:stretch>
        </p:blipFill>
        <p:spPr>
          <a:xfrm>
            <a:off x="241300" y="17796"/>
            <a:ext cx="8561838" cy="2133656"/>
          </a:xfrm>
          <a:prstGeom prst="rect">
            <a:avLst/>
          </a:prstGeom>
        </p:spPr>
      </p:pic>
      <p:pic>
        <p:nvPicPr>
          <p:cNvPr id="5" name="Picture 4">
            <a:extLst>
              <a:ext uri="{FF2B5EF4-FFF2-40B4-BE49-F238E27FC236}">
                <a16:creationId xmlns:a16="http://schemas.microsoft.com/office/drawing/2014/main" id="{03317C51-1C08-B545-711A-6DC5A9064F8B}"/>
              </a:ext>
            </a:extLst>
          </p:cNvPr>
          <p:cNvPicPr>
            <a:picLocks noChangeAspect="1"/>
          </p:cNvPicPr>
          <p:nvPr/>
        </p:nvPicPr>
        <p:blipFill>
          <a:blip r:embed="rId3"/>
          <a:stretch>
            <a:fillRect/>
          </a:stretch>
        </p:blipFill>
        <p:spPr>
          <a:xfrm>
            <a:off x="268738" y="2180774"/>
            <a:ext cx="8534400" cy="3483520"/>
          </a:xfrm>
          <a:prstGeom prst="rect">
            <a:avLst/>
          </a:prstGeom>
        </p:spPr>
      </p:pic>
    </p:spTree>
    <p:extLst>
      <p:ext uri="{BB962C8B-B14F-4D97-AF65-F5344CB8AC3E}">
        <p14:creationId xmlns:p14="http://schemas.microsoft.com/office/powerpoint/2010/main" val="2308932436"/>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311EA533-7CD1-C9C5-853A-34B4865382DD}"/>
              </a:ext>
            </a:extLst>
          </p:cNvPr>
          <p:cNvSpPr txBox="1"/>
          <p:nvPr/>
        </p:nvSpPr>
        <p:spPr>
          <a:xfrm>
            <a:off x="622300" y="2073275"/>
            <a:ext cx="8077200" cy="2262799"/>
          </a:xfrm>
          <a:prstGeom prst="rect">
            <a:avLst/>
          </a:prstGeom>
          <a:solidFill>
            <a:schemeClr val="bg1"/>
          </a:solidFill>
        </p:spPr>
        <p:txBody>
          <a:bodyPr wrap="square">
            <a:spAutoFit/>
          </a:bodyPr>
          <a:lstStyle/>
          <a:p>
            <a:pPr marL="342900" indent="-342900">
              <a:lnSpc>
                <a:spcPts val="1425"/>
              </a:lnSpc>
              <a:buAutoNum type="arabicPeriod"/>
            </a:pPr>
            <a:r>
              <a:rPr lang="en-US" dirty="0">
                <a:effectLst/>
                <a:latin typeface="Calibri" panose="020F0502020204030204" pitchFamily="34" charset="0"/>
                <a:ea typeface="Calibri" panose="020F0502020204030204" pitchFamily="34" charset="0"/>
                <a:cs typeface="Calibri" panose="020F0502020204030204" pitchFamily="34" charset="0"/>
              </a:rPr>
              <a:t>Train an LSTM-based RNN on </a:t>
            </a:r>
            <a:r>
              <a:rPr lang="en-US" dirty="0">
                <a:effectLst/>
                <a:highlight>
                  <a:srgbClr val="FFFF00"/>
                </a:highlight>
                <a:latin typeface="Calibri" panose="020F0502020204030204" pitchFamily="34" charset="0"/>
                <a:ea typeface="Calibri" panose="020F0502020204030204" pitchFamily="34" charset="0"/>
                <a:cs typeface="Calibri" panose="020F0502020204030204" pitchFamily="34" charset="0"/>
              </a:rPr>
              <a:t>IMDB reviews</a:t>
            </a:r>
            <a:r>
              <a:rPr lang="en-US" dirty="0">
                <a:effectLst/>
                <a:latin typeface="Calibri" panose="020F0502020204030204" pitchFamily="34" charset="0"/>
                <a:ea typeface="Calibri" panose="020F0502020204030204" pitchFamily="34" charset="0"/>
                <a:cs typeface="Calibri" panose="020F0502020204030204" pitchFamily="34" charset="0"/>
              </a:rPr>
              <a:t>.</a:t>
            </a:r>
            <a:br>
              <a:rPr lang="en-US" dirty="0">
                <a:effectLst/>
                <a:latin typeface="Calibri" panose="020F0502020204030204" pitchFamily="34" charset="0"/>
                <a:ea typeface="Calibri" panose="020F0502020204030204" pitchFamily="34" charset="0"/>
                <a:cs typeface="Calibri" panose="020F0502020204030204" pitchFamily="34" charset="0"/>
              </a:rPr>
            </a:br>
            <a:endParaRPr lang="en-US" dirty="0">
              <a:effectLst/>
              <a:latin typeface="Calibri" panose="020F0502020204030204" pitchFamily="34" charset="0"/>
              <a:ea typeface="Calibri" panose="020F0502020204030204" pitchFamily="34" charset="0"/>
              <a:cs typeface="Calibri" panose="020F0502020204030204" pitchFamily="34" charset="0"/>
            </a:endParaRPr>
          </a:p>
          <a:p>
            <a:pPr marL="342900" indent="-342900">
              <a:lnSpc>
                <a:spcPts val="1425"/>
              </a:lnSpc>
              <a:buAutoNum type="arabicPeriod"/>
            </a:pPr>
            <a:endParaRPr lang="en-US" dirty="0">
              <a:effectLst/>
              <a:latin typeface="Calibri" panose="020F0502020204030204" pitchFamily="34" charset="0"/>
              <a:ea typeface="Calibri" panose="020F0502020204030204" pitchFamily="34" charset="0"/>
              <a:cs typeface="Calibri" panose="020F0502020204030204" pitchFamily="34" charset="0"/>
            </a:endParaRPr>
          </a:p>
          <a:p>
            <a:pPr>
              <a:lnSpc>
                <a:spcPts val="1425"/>
              </a:lnSpc>
              <a:buNone/>
            </a:pPr>
            <a:r>
              <a:rPr lang="en-US" dirty="0">
                <a:effectLst/>
                <a:latin typeface="Calibri" panose="020F0502020204030204" pitchFamily="34" charset="0"/>
                <a:ea typeface="Calibri" panose="020F0502020204030204" pitchFamily="34" charset="0"/>
                <a:cs typeface="Calibri" panose="020F0502020204030204" pitchFamily="34" charset="0"/>
              </a:rPr>
              <a:t>2. Plot accuracy/loss to check for overfitting or underfitting.</a:t>
            </a:r>
          </a:p>
          <a:p>
            <a:pPr>
              <a:lnSpc>
                <a:spcPts val="1425"/>
              </a:lnSpc>
              <a:buNone/>
            </a:pPr>
            <a:endParaRPr lang="en-US" dirty="0">
              <a:latin typeface="Calibri" panose="020F0502020204030204" pitchFamily="34" charset="0"/>
              <a:ea typeface="Calibri" panose="020F0502020204030204" pitchFamily="34" charset="0"/>
              <a:cs typeface="Calibri" panose="020F0502020204030204" pitchFamily="34" charset="0"/>
            </a:endParaRPr>
          </a:p>
          <a:p>
            <a:pPr>
              <a:lnSpc>
                <a:spcPts val="1425"/>
              </a:lnSpc>
              <a:buNone/>
            </a:pPr>
            <a:endParaRPr lang="en-US" dirty="0">
              <a:effectLst/>
              <a:latin typeface="Calibri" panose="020F0502020204030204" pitchFamily="34" charset="0"/>
              <a:ea typeface="Calibri" panose="020F0502020204030204" pitchFamily="34" charset="0"/>
              <a:cs typeface="Calibri" panose="020F0502020204030204" pitchFamily="34" charset="0"/>
            </a:endParaRPr>
          </a:p>
          <a:p>
            <a:pPr>
              <a:lnSpc>
                <a:spcPts val="1425"/>
              </a:lnSpc>
              <a:buNone/>
            </a:pPr>
            <a:r>
              <a:rPr lang="en-US" dirty="0">
                <a:effectLst/>
                <a:latin typeface="Calibri" panose="020F0502020204030204" pitchFamily="34" charset="0"/>
                <a:ea typeface="Calibri" panose="020F0502020204030204" pitchFamily="34" charset="0"/>
                <a:cs typeface="Calibri" panose="020F0502020204030204" pitchFamily="34" charset="0"/>
              </a:rPr>
              <a:t>3. Use IMDB's word index to preprocess custom text reviews.</a:t>
            </a:r>
          </a:p>
          <a:p>
            <a:pPr>
              <a:lnSpc>
                <a:spcPts val="1425"/>
              </a:lnSpc>
              <a:buNone/>
            </a:pPr>
            <a:endParaRPr lang="en-US" dirty="0">
              <a:latin typeface="Calibri" panose="020F0502020204030204" pitchFamily="34" charset="0"/>
              <a:ea typeface="Calibri" panose="020F0502020204030204" pitchFamily="34" charset="0"/>
              <a:cs typeface="Calibri" panose="020F0502020204030204" pitchFamily="34" charset="0"/>
            </a:endParaRPr>
          </a:p>
          <a:p>
            <a:pPr>
              <a:lnSpc>
                <a:spcPts val="1425"/>
              </a:lnSpc>
              <a:buNone/>
            </a:pPr>
            <a:endParaRPr lang="en-US" dirty="0">
              <a:effectLst/>
              <a:latin typeface="Calibri" panose="020F0502020204030204" pitchFamily="34" charset="0"/>
              <a:ea typeface="Calibri" panose="020F0502020204030204" pitchFamily="34" charset="0"/>
              <a:cs typeface="Calibri" panose="020F0502020204030204" pitchFamily="34" charset="0"/>
            </a:endParaRPr>
          </a:p>
          <a:p>
            <a:pPr>
              <a:lnSpc>
                <a:spcPts val="1425"/>
              </a:lnSpc>
              <a:buNone/>
            </a:pPr>
            <a:r>
              <a:rPr lang="en-US" dirty="0">
                <a:effectLst/>
                <a:latin typeface="Calibri" panose="020F0502020204030204" pitchFamily="34" charset="0"/>
                <a:ea typeface="Calibri" panose="020F0502020204030204" pitchFamily="34" charset="0"/>
                <a:cs typeface="Calibri" panose="020F0502020204030204" pitchFamily="34" charset="0"/>
              </a:rPr>
              <a:t>4. Model outputs a probability → threshold at 0.5 for Positive/Negative classification.</a:t>
            </a:r>
          </a:p>
          <a:p>
            <a:pPr>
              <a:lnSpc>
                <a:spcPts val="1425"/>
              </a:lnSpc>
              <a:buNone/>
            </a:pPr>
            <a:br>
              <a:rPr lang="en-US" dirty="0">
                <a:effectLst/>
                <a:latin typeface="Calibri" panose="020F0502020204030204" pitchFamily="34" charset="0"/>
                <a:ea typeface="Calibri" panose="020F0502020204030204" pitchFamily="34" charset="0"/>
                <a:cs typeface="Calibri" panose="020F0502020204030204" pitchFamily="34" charset="0"/>
              </a:rPr>
            </a:br>
            <a:endParaRPr lang="en-US" dirty="0">
              <a:effectLst/>
              <a:latin typeface="Calibri" panose="020F0502020204030204" pitchFamily="34" charset="0"/>
              <a:ea typeface="Calibri" panose="020F0502020204030204" pitchFamily="34" charset="0"/>
              <a:cs typeface="Calibri" panose="020F0502020204030204" pitchFamily="34" charset="0"/>
            </a:endParaRPr>
          </a:p>
        </p:txBody>
      </p:sp>
      <p:sp>
        <p:nvSpPr>
          <p:cNvPr id="5" name="TextBox 4">
            <a:extLst>
              <a:ext uri="{FF2B5EF4-FFF2-40B4-BE49-F238E27FC236}">
                <a16:creationId xmlns:a16="http://schemas.microsoft.com/office/drawing/2014/main" id="{4422072F-8C93-FDD7-9572-D2F58B09C879}"/>
              </a:ext>
            </a:extLst>
          </p:cNvPr>
          <p:cNvSpPr txBox="1"/>
          <p:nvPr/>
        </p:nvSpPr>
        <p:spPr>
          <a:xfrm>
            <a:off x="774700" y="244475"/>
            <a:ext cx="7620000" cy="1477328"/>
          </a:xfrm>
          <a:prstGeom prst="rect">
            <a:avLst/>
          </a:prstGeom>
          <a:solidFill>
            <a:schemeClr val="bg1"/>
          </a:solidFill>
        </p:spPr>
        <p:txBody>
          <a:bodyPr wrap="square">
            <a:spAutoFit/>
          </a:bodyPr>
          <a:lstStyle/>
          <a:p>
            <a:r>
              <a:rPr lang="en-US" b="1" i="0" dirty="0">
                <a:solidFill>
                  <a:srgbClr val="3C4043"/>
                </a:solidFill>
                <a:effectLst/>
                <a:latin typeface="Inter"/>
              </a:rPr>
              <a:t>Predict the number of positive and negative reviews of a movie using deep learning algorithms.</a:t>
            </a:r>
          </a:p>
          <a:p>
            <a:r>
              <a:rPr lang="en-US" b="1" dirty="0">
                <a:hlinkClick r:id="rId2"/>
              </a:rPr>
              <a:t>https://www.kaggle.com/datasets/lakshmi25npathi/imdb-dataset-of-50k-movie-reviews</a:t>
            </a:r>
            <a:endParaRPr lang="en-US" b="1" dirty="0"/>
          </a:p>
          <a:p>
            <a:endParaRPr lang="en-US" b="1" dirty="0"/>
          </a:p>
        </p:txBody>
      </p:sp>
    </p:spTree>
    <p:extLst>
      <p:ext uri="{BB962C8B-B14F-4D97-AF65-F5344CB8AC3E}">
        <p14:creationId xmlns:p14="http://schemas.microsoft.com/office/powerpoint/2010/main" val="982729873"/>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912B21D7-66FB-32C7-B0A4-69617113B935}"/>
              </a:ext>
            </a:extLst>
          </p:cNvPr>
          <p:cNvPicPr>
            <a:picLocks noChangeAspect="1"/>
          </p:cNvPicPr>
          <p:nvPr/>
        </p:nvPicPr>
        <p:blipFill>
          <a:blip r:embed="rId2"/>
          <a:stretch>
            <a:fillRect/>
          </a:stretch>
        </p:blipFill>
        <p:spPr>
          <a:xfrm>
            <a:off x="698500" y="396875"/>
            <a:ext cx="7746430" cy="3927060"/>
          </a:xfrm>
          <a:prstGeom prst="rect">
            <a:avLst/>
          </a:prstGeom>
        </p:spPr>
      </p:pic>
    </p:spTree>
    <p:extLst>
      <p:ext uri="{BB962C8B-B14F-4D97-AF65-F5344CB8AC3E}">
        <p14:creationId xmlns:p14="http://schemas.microsoft.com/office/powerpoint/2010/main" val="940507204"/>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2178973-A906-7E0F-A576-A0B7856F232D}"/>
              </a:ext>
            </a:extLst>
          </p:cNvPr>
          <p:cNvPicPr>
            <a:picLocks noChangeAspect="1"/>
          </p:cNvPicPr>
          <p:nvPr/>
        </p:nvPicPr>
        <p:blipFill>
          <a:blip r:embed="rId2"/>
          <a:stretch>
            <a:fillRect/>
          </a:stretch>
        </p:blipFill>
        <p:spPr>
          <a:xfrm>
            <a:off x="698500" y="625475"/>
            <a:ext cx="7620000" cy="2933725"/>
          </a:xfrm>
          <a:prstGeom prst="rect">
            <a:avLst/>
          </a:prstGeom>
        </p:spPr>
      </p:pic>
    </p:spTree>
    <p:extLst>
      <p:ext uri="{BB962C8B-B14F-4D97-AF65-F5344CB8AC3E}">
        <p14:creationId xmlns:p14="http://schemas.microsoft.com/office/powerpoint/2010/main" val="2271408047"/>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57F6399-E26F-7D0B-E4E3-D508D916AC0A}"/>
              </a:ext>
            </a:extLst>
          </p:cNvPr>
          <p:cNvPicPr>
            <a:picLocks noChangeAspect="1"/>
          </p:cNvPicPr>
          <p:nvPr/>
        </p:nvPicPr>
        <p:blipFill>
          <a:blip r:embed="rId2"/>
          <a:stretch>
            <a:fillRect/>
          </a:stretch>
        </p:blipFill>
        <p:spPr>
          <a:xfrm>
            <a:off x="241300" y="-46974"/>
            <a:ext cx="8589053" cy="2139099"/>
          </a:xfrm>
          <a:prstGeom prst="rect">
            <a:avLst/>
          </a:prstGeom>
        </p:spPr>
      </p:pic>
      <p:pic>
        <p:nvPicPr>
          <p:cNvPr id="5" name="Picture 4">
            <a:extLst>
              <a:ext uri="{FF2B5EF4-FFF2-40B4-BE49-F238E27FC236}">
                <a16:creationId xmlns:a16="http://schemas.microsoft.com/office/drawing/2014/main" id="{2D9C0A58-631C-AA26-68A0-4DF6F274C6A7}"/>
              </a:ext>
            </a:extLst>
          </p:cNvPr>
          <p:cNvPicPr>
            <a:picLocks noChangeAspect="1"/>
          </p:cNvPicPr>
          <p:nvPr/>
        </p:nvPicPr>
        <p:blipFill>
          <a:blip r:embed="rId3"/>
          <a:stretch>
            <a:fillRect/>
          </a:stretch>
        </p:blipFill>
        <p:spPr>
          <a:xfrm>
            <a:off x="165100" y="2092125"/>
            <a:ext cx="7837919" cy="3548836"/>
          </a:xfrm>
          <a:prstGeom prst="rect">
            <a:avLst/>
          </a:prstGeom>
        </p:spPr>
      </p:pic>
    </p:spTree>
    <p:extLst>
      <p:ext uri="{BB962C8B-B14F-4D97-AF65-F5344CB8AC3E}">
        <p14:creationId xmlns:p14="http://schemas.microsoft.com/office/powerpoint/2010/main" val="2798818608"/>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32108CA-0AC0-E5C1-0D57-D48EE378C3FF}"/>
              </a:ext>
            </a:extLst>
          </p:cNvPr>
          <p:cNvPicPr>
            <a:picLocks noChangeAspect="1"/>
          </p:cNvPicPr>
          <p:nvPr/>
        </p:nvPicPr>
        <p:blipFill>
          <a:blip r:embed="rId2"/>
          <a:stretch>
            <a:fillRect/>
          </a:stretch>
        </p:blipFill>
        <p:spPr>
          <a:xfrm>
            <a:off x="241300" y="625475"/>
            <a:ext cx="9400696" cy="1761081"/>
          </a:xfrm>
          <a:prstGeom prst="rect">
            <a:avLst/>
          </a:prstGeom>
        </p:spPr>
      </p:pic>
    </p:spTree>
    <p:extLst>
      <p:ext uri="{BB962C8B-B14F-4D97-AF65-F5344CB8AC3E}">
        <p14:creationId xmlns:p14="http://schemas.microsoft.com/office/powerpoint/2010/main" val="2186614444"/>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FD4D6FD-563A-AD00-09C8-7EFEFAA1F67A}"/>
              </a:ext>
            </a:extLst>
          </p:cNvPr>
          <p:cNvSpPr txBox="1"/>
          <p:nvPr/>
        </p:nvSpPr>
        <p:spPr>
          <a:xfrm>
            <a:off x="393700" y="388868"/>
            <a:ext cx="9372600" cy="5262979"/>
          </a:xfrm>
          <a:prstGeom prst="rect">
            <a:avLst/>
          </a:prstGeom>
          <a:noFill/>
        </p:spPr>
        <p:txBody>
          <a:bodyPr wrap="square">
            <a:spAutoFit/>
          </a:bodyPr>
          <a:lstStyle/>
          <a:p>
            <a:pPr>
              <a:buNone/>
            </a:pPr>
            <a:r>
              <a:rPr lang="en-US" sz="2400" b="1" dirty="0">
                <a:highlight>
                  <a:srgbClr val="FFFF00"/>
                </a:highlight>
              </a:rPr>
              <a:t>Extend with </a:t>
            </a:r>
          </a:p>
          <a:p>
            <a:pPr>
              <a:buNone/>
            </a:pPr>
            <a:r>
              <a:rPr lang="en-US" sz="2400" b="1" dirty="0"/>
              <a:t>multiclass classification using the Reuters news dataset</a:t>
            </a:r>
            <a:r>
              <a:rPr lang="en-US" sz="2400" dirty="0"/>
              <a:t> (46 categories):</a:t>
            </a:r>
            <a:br>
              <a:rPr lang="en-US" sz="2400" dirty="0"/>
            </a:br>
            <a:endParaRPr lang="en-US" sz="2400" dirty="0"/>
          </a:p>
          <a:p>
            <a:r>
              <a:rPr lang="en-US" sz="2400" b="1" dirty="0">
                <a:sym typeface="Wingdings" panose="05000000000000000000" pitchFamily="2" charset="2"/>
              </a:rPr>
              <a:t></a:t>
            </a:r>
            <a:r>
              <a:rPr lang="en-US" sz="2400" b="1" dirty="0"/>
              <a:t>Binary classification (IMDB sentiment)</a:t>
            </a:r>
            <a:r>
              <a:rPr lang="en-US" sz="2400" dirty="0"/>
              <a:t> → Positive/Negative.</a:t>
            </a:r>
          </a:p>
          <a:p>
            <a:r>
              <a:rPr lang="en-US" sz="2400" b="1" dirty="0">
                <a:sym typeface="Wingdings" panose="05000000000000000000" pitchFamily="2" charset="2"/>
              </a:rPr>
              <a:t></a:t>
            </a:r>
            <a:r>
              <a:rPr lang="en-US" sz="2400" b="1" dirty="0"/>
              <a:t>Multiclass classification (Reuters topics)</a:t>
            </a:r>
            <a:r>
              <a:rPr lang="en-US" sz="2400" dirty="0"/>
              <a:t> → Multiple news categories with </a:t>
            </a:r>
            <a:r>
              <a:rPr lang="en-US" sz="2400" dirty="0" err="1"/>
              <a:t>softmax</a:t>
            </a:r>
            <a:r>
              <a:rPr lang="en-US" sz="2400" dirty="0"/>
              <a:t>.</a:t>
            </a:r>
          </a:p>
          <a:p>
            <a:r>
              <a:rPr lang="en-US" sz="2400" dirty="0">
                <a:sym typeface="Wingdings" panose="05000000000000000000" pitchFamily="2" charset="2"/>
              </a:rPr>
              <a:t></a:t>
            </a:r>
            <a:r>
              <a:rPr lang="en-US" sz="2400" b="1" dirty="0"/>
              <a:t>confusion matrix heatmap</a:t>
            </a:r>
            <a:r>
              <a:rPr lang="en-US" sz="2400" dirty="0"/>
              <a:t> and a </a:t>
            </a:r>
            <a:r>
              <a:rPr lang="en-US" sz="2400" b="1" dirty="0"/>
              <a:t>classification report</a:t>
            </a:r>
            <a:r>
              <a:rPr lang="en-US" sz="2400" dirty="0"/>
              <a:t> for the Reuters multiclass case</a:t>
            </a:r>
          </a:p>
          <a:p>
            <a:r>
              <a:rPr lang="en-US" sz="2400" dirty="0">
                <a:sym typeface="Wingdings" panose="05000000000000000000" pitchFamily="2" charset="2"/>
              </a:rPr>
              <a:t></a:t>
            </a:r>
            <a:r>
              <a:rPr lang="en-US" sz="2400" dirty="0"/>
              <a:t>include </a:t>
            </a:r>
            <a:r>
              <a:rPr lang="en-US" sz="2400" b="1" dirty="0"/>
              <a:t>Top-N predictions with probabilities</a:t>
            </a:r>
            <a:r>
              <a:rPr lang="en-US" sz="2400" dirty="0"/>
              <a:t> for a custom article text</a:t>
            </a:r>
          </a:p>
          <a:p>
            <a:r>
              <a:rPr lang="en-US" sz="2400" dirty="0">
                <a:sym typeface="Wingdings" panose="05000000000000000000" pitchFamily="2" charset="2"/>
              </a:rPr>
              <a:t></a:t>
            </a:r>
            <a:r>
              <a:rPr lang="en-US" sz="2400" dirty="0"/>
              <a:t>add a </a:t>
            </a:r>
            <a:r>
              <a:rPr lang="en-US" sz="2400" b="1" dirty="0"/>
              <a:t>function that takes any input string and returns both sentiment (IMDB) and topic ranking (Reuters)</a:t>
            </a:r>
          </a:p>
          <a:p>
            <a:r>
              <a:rPr lang="en-US" sz="2400" b="1" dirty="0">
                <a:sym typeface="Wingdings" panose="05000000000000000000" pitchFamily="2" charset="2"/>
              </a:rPr>
              <a:t></a:t>
            </a:r>
            <a:r>
              <a:rPr lang="en-US" sz="2400" dirty="0"/>
              <a:t>map the </a:t>
            </a:r>
            <a:r>
              <a:rPr lang="en-US" sz="2400" b="1" dirty="0"/>
              <a:t>Reuters class indices to their actual topic names</a:t>
            </a:r>
            <a:r>
              <a:rPr lang="en-US" sz="2400" dirty="0"/>
              <a:t> (e.g., “earnings”, “trade”, etc.) instead of just showing </a:t>
            </a:r>
            <a:r>
              <a:rPr lang="en-US" dirty="0"/>
              <a:t>Class 3</a:t>
            </a:r>
            <a:r>
              <a:rPr lang="en-US" sz="2400" dirty="0"/>
              <a:t>, </a:t>
            </a:r>
            <a:r>
              <a:rPr lang="en-US" dirty="0"/>
              <a:t>Class 10</a:t>
            </a:r>
            <a:endParaRPr lang="en-US" sz="2400" dirty="0"/>
          </a:p>
          <a:p>
            <a:endParaRPr lang="en-US" sz="2400" dirty="0"/>
          </a:p>
        </p:txBody>
      </p:sp>
    </p:spTree>
    <p:extLst>
      <p:ext uri="{BB962C8B-B14F-4D97-AF65-F5344CB8AC3E}">
        <p14:creationId xmlns:p14="http://schemas.microsoft.com/office/powerpoint/2010/main" val="812903397"/>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65644840-2319-DDF2-5EDF-451F0D9FF159}"/>
              </a:ext>
            </a:extLst>
          </p:cNvPr>
          <p:cNvPicPr>
            <a:picLocks noChangeAspect="1"/>
          </p:cNvPicPr>
          <p:nvPr/>
        </p:nvPicPr>
        <p:blipFill>
          <a:blip r:embed="rId2"/>
          <a:stretch>
            <a:fillRect/>
          </a:stretch>
        </p:blipFill>
        <p:spPr>
          <a:xfrm>
            <a:off x="1155700" y="320675"/>
            <a:ext cx="6594104" cy="5204977"/>
          </a:xfrm>
          <a:prstGeom prst="rect">
            <a:avLst/>
          </a:prstGeom>
        </p:spPr>
      </p:pic>
    </p:spTree>
    <p:extLst>
      <p:ext uri="{BB962C8B-B14F-4D97-AF65-F5344CB8AC3E}">
        <p14:creationId xmlns:p14="http://schemas.microsoft.com/office/powerpoint/2010/main" val="3332287351"/>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5C9394F-A336-19D8-F6D8-71795D5E8957}"/>
              </a:ext>
            </a:extLst>
          </p:cNvPr>
          <p:cNvPicPr>
            <a:picLocks noChangeAspect="1"/>
          </p:cNvPicPr>
          <p:nvPr/>
        </p:nvPicPr>
        <p:blipFill>
          <a:blip r:embed="rId2"/>
          <a:stretch>
            <a:fillRect/>
          </a:stretch>
        </p:blipFill>
        <p:spPr>
          <a:xfrm>
            <a:off x="622299" y="320675"/>
            <a:ext cx="8115605" cy="4419600"/>
          </a:xfrm>
          <a:prstGeom prst="rect">
            <a:avLst/>
          </a:prstGeom>
        </p:spPr>
      </p:pic>
    </p:spTree>
    <p:extLst>
      <p:ext uri="{BB962C8B-B14F-4D97-AF65-F5344CB8AC3E}">
        <p14:creationId xmlns:p14="http://schemas.microsoft.com/office/powerpoint/2010/main" val="2851151180"/>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4D8994F-135A-3E32-7974-5451FF5D0ECB}"/>
              </a:ext>
            </a:extLst>
          </p:cNvPr>
          <p:cNvPicPr>
            <a:picLocks noChangeAspect="1"/>
          </p:cNvPicPr>
          <p:nvPr/>
        </p:nvPicPr>
        <p:blipFill>
          <a:blip r:embed="rId2"/>
          <a:stretch>
            <a:fillRect/>
          </a:stretch>
        </p:blipFill>
        <p:spPr>
          <a:xfrm>
            <a:off x="393700" y="168275"/>
            <a:ext cx="8223249" cy="5068584"/>
          </a:xfrm>
          <a:prstGeom prst="rect">
            <a:avLst/>
          </a:prstGeom>
        </p:spPr>
      </p:pic>
    </p:spTree>
    <p:extLst>
      <p:ext uri="{BB962C8B-B14F-4D97-AF65-F5344CB8AC3E}">
        <p14:creationId xmlns:p14="http://schemas.microsoft.com/office/powerpoint/2010/main" val="3694751618"/>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DFE02464-5627-17C9-322B-F15D6213C116}"/>
              </a:ext>
            </a:extLst>
          </p:cNvPr>
          <p:cNvPicPr>
            <a:picLocks noChangeAspect="1"/>
          </p:cNvPicPr>
          <p:nvPr/>
        </p:nvPicPr>
        <p:blipFill>
          <a:blip r:embed="rId2"/>
          <a:stretch>
            <a:fillRect/>
          </a:stretch>
        </p:blipFill>
        <p:spPr>
          <a:xfrm>
            <a:off x="774700" y="168275"/>
            <a:ext cx="6400800" cy="4919623"/>
          </a:xfrm>
          <a:prstGeom prst="rect">
            <a:avLst/>
          </a:prstGeom>
        </p:spPr>
      </p:pic>
    </p:spTree>
    <p:extLst>
      <p:ext uri="{BB962C8B-B14F-4D97-AF65-F5344CB8AC3E}">
        <p14:creationId xmlns:p14="http://schemas.microsoft.com/office/powerpoint/2010/main" val="2349528102"/>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042871E-DE7D-B5C3-3633-C87880270216}"/>
              </a:ext>
            </a:extLst>
          </p:cNvPr>
          <p:cNvPicPr>
            <a:picLocks noChangeAspect="1"/>
          </p:cNvPicPr>
          <p:nvPr/>
        </p:nvPicPr>
        <p:blipFill>
          <a:blip r:embed="rId2"/>
          <a:stretch>
            <a:fillRect/>
          </a:stretch>
        </p:blipFill>
        <p:spPr>
          <a:xfrm>
            <a:off x="1689100" y="701675"/>
            <a:ext cx="5193610" cy="3018095"/>
          </a:xfrm>
          <a:prstGeom prst="rect">
            <a:avLst/>
          </a:prstGeom>
        </p:spPr>
      </p:pic>
    </p:spTree>
    <p:extLst>
      <p:ext uri="{BB962C8B-B14F-4D97-AF65-F5344CB8AC3E}">
        <p14:creationId xmlns:p14="http://schemas.microsoft.com/office/powerpoint/2010/main" val="292043472"/>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202A1927-37CD-C3C4-662E-5F69463B653C}"/>
              </a:ext>
            </a:extLst>
          </p:cNvPr>
          <p:cNvPicPr>
            <a:picLocks noChangeAspect="1"/>
          </p:cNvPicPr>
          <p:nvPr/>
        </p:nvPicPr>
        <p:blipFill>
          <a:blip r:embed="rId2"/>
          <a:stretch>
            <a:fillRect/>
          </a:stretch>
        </p:blipFill>
        <p:spPr>
          <a:xfrm>
            <a:off x="850900" y="320675"/>
            <a:ext cx="6585928" cy="4859279"/>
          </a:xfrm>
          <a:prstGeom prst="rect">
            <a:avLst/>
          </a:prstGeom>
        </p:spPr>
      </p:pic>
    </p:spTree>
    <p:extLst>
      <p:ext uri="{BB962C8B-B14F-4D97-AF65-F5344CB8AC3E}">
        <p14:creationId xmlns:p14="http://schemas.microsoft.com/office/powerpoint/2010/main" val="3461829003"/>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8385A4DD-DD6C-866D-1946-43D9F5870573}"/>
              </a:ext>
            </a:extLst>
          </p:cNvPr>
          <p:cNvPicPr>
            <a:picLocks noChangeAspect="1"/>
          </p:cNvPicPr>
          <p:nvPr/>
        </p:nvPicPr>
        <p:blipFill>
          <a:blip r:embed="rId2"/>
          <a:stretch>
            <a:fillRect/>
          </a:stretch>
        </p:blipFill>
        <p:spPr>
          <a:xfrm>
            <a:off x="393700" y="625475"/>
            <a:ext cx="7993925" cy="3505200"/>
          </a:xfrm>
          <a:prstGeom prst="rect">
            <a:avLst/>
          </a:prstGeom>
        </p:spPr>
      </p:pic>
    </p:spTree>
    <p:extLst>
      <p:ext uri="{BB962C8B-B14F-4D97-AF65-F5344CB8AC3E}">
        <p14:creationId xmlns:p14="http://schemas.microsoft.com/office/powerpoint/2010/main" val="1088408412"/>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52079A09-5E3E-03E3-13F2-97F9035761B4}"/>
              </a:ext>
            </a:extLst>
          </p:cNvPr>
          <p:cNvPicPr>
            <a:picLocks noChangeAspect="1"/>
          </p:cNvPicPr>
          <p:nvPr/>
        </p:nvPicPr>
        <p:blipFill>
          <a:blip r:embed="rId2"/>
          <a:stretch>
            <a:fillRect/>
          </a:stretch>
        </p:blipFill>
        <p:spPr>
          <a:xfrm>
            <a:off x="1003300" y="92075"/>
            <a:ext cx="5989933" cy="5334000"/>
          </a:xfrm>
          <a:prstGeom prst="rect">
            <a:avLst/>
          </a:prstGeom>
        </p:spPr>
      </p:pic>
    </p:spTree>
    <p:extLst>
      <p:ext uri="{BB962C8B-B14F-4D97-AF65-F5344CB8AC3E}">
        <p14:creationId xmlns:p14="http://schemas.microsoft.com/office/powerpoint/2010/main" val="304168972"/>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9180B6F4-E582-01DF-756C-0735D7369D7B}"/>
              </a:ext>
            </a:extLst>
          </p:cNvPr>
          <p:cNvPicPr>
            <a:picLocks noChangeAspect="1"/>
          </p:cNvPicPr>
          <p:nvPr/>
        </p:nvPicPr>
        <p:blipFill>
          <a:blip r:embed="rId2"/>
          <a:stretch>
            <a:fillRect/>
          </a:stretch>
        </p:blipFill>
        <p:spPr>
          <a:xfrm>
            <a:off x="622300" y="549275"/>
            <a:ext cx="8094980" cy="1336232"/>
          </a:xfrm>
          <a:prstGeom prst="rect">
            <a:avLst/>
          </a:prstGeom>
        </p:spPr>
      </p:pic>
    </p:spTree>
    <p:extLst>
      <p:ext uri="{BB962C8B-B14F-4D97-AF65-F5344CB8AC3E}">
        <p14:creationId xmlns:p14="http://schemas.microsoft.com/office/powerpoint/2010/main" val="2133165230"/>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918BC33-FE89-D715-39F3-B95B759BE07C}"/>
              </a:ext>
            </a:extLst>
          </p:cNvPr>
          <p:cNvPicPr>
            <a:picLocks noChangeAspect="1"/>
          </p:cNvPicPr>
          <p:nvPr/>
        </p:nvPicPr>
        <p:blipFill>
          <a:blip r:embed="rId2"/>
          <a:stretch>
            <a:fillRect/>
          </a:stretch>
        </p:blipFill>
        <p:spPr>
          <a:xfrm>
            <a:off x="393700" y="777875"/>
            <a:ext cx="9057151" cy="3723012"/>
          </a:xfrm>
          <a:prstGeom prst="rect">
            <a:avLst/>
          </a:prstGeom>
        </p:spPr>
      </p:pic>
    </p:spTree>
    <p:extLst>
      <p:ext uri="{BB962C8B-B14F-4D97-AF65-F5344CB8AC3E}">
        <p14:creationId xmlns:p14="http://schemas.microsoft.com/office/powerpoint/2010/main" val="20394361"/>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C0CEE32-C882-F529-761E-09C4E489D80C}"/>
              </a:ext>
            </a:extLst>
          </p:cNvPr>
          <p:cNvPicPr>
            <a:picLocks noChangeAspect="1"/>
          </p:cNvPicPr>
          <p:nvPr/>
        </p:nvPicPr>
        <p:blipFill>
          <a:blip r:embed="rId2"/>
          <a:stretch>
            <a:fillRect/>
          </a:stretch>
        </p:blipFill>
        <p:spPr>
          <a:xfrm>
            <a:off x="546100" y="701675"/>
            <a:ext cx="8180828" cy="3548836"/>
          </a:xfrm>
          <a:prstGeom prst="rect">
            <a:avLst/>
          </a:prstGeom>
        </p:spPr>
      </p:pic>
    </p:spTree>
    <p:extLst>
      <p:ext uri="{BB962C8B-B14F-4D97-AF65-F5344CB8AC3E}">
        <p14:creationId xmlns:p14="http://schemas.microsoft.com/office/powerpoint/2010/main" val="870508665"/>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6FCEC0FD-1E02-EFD9-2858-83279B06B0EA}"/>
              </a:ext>
            </a:extLst>
          </p:cNvPr>
          <p:cNvPicPr>
            <a:picLocks noChangeAspect="1"/>
          </p:cNvPicPr>
          <p:nvPr/>
        </p:nvPicPr>
        <p:blipFill>
          <a:blip r:embed="rId2"/>
          <a:stretch>
            <a:fillRect/>
          </a:stretch>
        </p:blipFill>
        <p:spPr>
          <a:xfrm>
            <a:off x="88900" y="396875"/>
            <a:ext cx="4647062" cy="4283075"/>
          </a:xfrm>
          <a:prstGeom prst="rect">
            <a:avLst/>
          </a:prstGeom>
        </p:spPr>
      </p:pic>
      <p:pic>
        <p:nvPicPr>
          <p:cNvPr id="4" name="Picture 3">
            <a:extLst>
              <a:ext uri="{FF2B5EF4-FFF2-40B4-BE49-F238E27FC236}">
                <a16:creationId xmlns:a16="http://schemas.microsoft.com/office/drawing/2014/main" id="{62D6A00A-DB5C-82FD-1E4C-37033D416D59}"/>
              </a:ext>
            </a:extLst>
          </p:cNvPr>
          <p:cNvPicPr>
            <a:picLocks noChangeAspect="1"/>
          </p:cNvPicPr>
          <p:nvPr/>
        </p:nvPicPr>
        <p:blipFill>
          <a:blip r:embed="rId3"/>
          <a:stretch>
            <a:fillRect/>
          </a:stretch>
        </p:blipFill>
        <p:spPr>
          <a:xfrm>
            <a:off x="5296649" y="701675"/>
            <a:ext cx="3434533" cy="827336"/>
          </a:xfrm>
          <a:prstGeom prst="rect">
            <a:avLst/>
          </a:prstGeom>
        </p:spPr>
      </p:pic>
      <p:pic>
        <p:nvPicPr>
          <p:cNvPr id="6" name="Picture 5">
            <a:extLst>
              <a:ext uri="{FF2B5EF4-FFF2-40B4-BE49-F238E27FC236}">
                <a16:creationId xmlns:a16="http://schemas.microsoft.com/office/drawing/2014/main" id="{1F245161-EBE0-3AF8-D83B-93D82A12EBB1}"/>
              </a:ext>
            </a:extLst>
          </p:cNvPr>
          <p:cNvPicPr>
            <a:picLocks noChangeAspect="1"/>
          </p:cNvPicPr>
          <p:nvPr/>
        </p:nvPicPr>
        <p:blipFill>
          <a:blip r:embed="rId4"/>
          <a:stretch>
            <a:fillRect/>
          </a:stretch>
        </p:blipFill>
        <p:spPr>
          <a:xfrm>
            <a:off x="5310594" y="1920875"/>
            <a:ext cx="3581494" cy="838222"/>
          </a:xfrm>
          <a:prstGeom prst="rect">
            <a:avLst/>
          </a:prstGeom>
        </p:spPr>
      </p:pic>
    </p:spTree>
    <p:extLst>
      <p:ext uri="{BB962C8B-B14F-4D97-AF65-F5344CB8AC3E}">
        <p14:creationId xmlns:p14="http://schemas.microsoft.com/office/powerpoint/2010/main" val="2722907235"/>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1E7D13F5-50E4-EDDD-DA51-AE4F4F7592CB}"/>
              </a:ext>
            </a:extLst>
          </p:cNvPr>
          <p:cNvPicPr>
            <a:picLocks noChangeAspect="1"/>
          </p:cNvPicPr>
          <p:nvPr/>
        </p:nvPicPr>
        <p:blipFill>
          <a:blip r:embed="rId2"/>
          <a:stretch>
            <a:fillRect/>
          </a:stretch>
        </p:blipFill>
        <p:spPr>
          <a:xfrm>
            <a:off x="0" y="92075"/>
            <a:ext cx="7162458" cy="4158436"/>
          </a:xfrm>
          <a:prstGeom prst="rect">
            <a:avLst/>
          </a:prstGeom>
        </p:spPr>
      </p:pic>
      <p:pic>
        <p:nvPicPr>
          <p:cNvPr id="5" name="Picture 4">
            <a:extLst>
              <a:ext uri="{FF2B5EF4-FFF2-40B4-BE49-F238E27FC236}">
                <a16:creationId xmlns:a16="http://schemas.microsoft.com/office/drawing/2014/main" id="{DE36CC54-09A7-D926-AAD0-B91BC76A6F46}"/>
              </a:ext>
            </a:extLst>
          </p:cNvPr>
          <p:cNvPicPr>
            <a:picLocks noChangeAspect="1"/>
          </p:cNvPicPr>
          <p:nvPr/>
        </p:nvPicPr>
        <p:blipFill>
          <a:blip r:embed="rId3"/>
          <a:stretch>
            <a:fillRect/>
          </a:stretch>
        </p:blipFill>
        <p:spPr>
          <a:xfrm>
            <a:off x="3975100" y="1616075"/>
            <a:ext cx="5932869" cy="3581494"/>
          </a:xfrm>
          <a:prstGeom prst="rect">
            <a:avLst/>
          </a:prstGeom>
        </p:spPr>
      </p:pic>
    </p:spTree>
    <p:extLst>
      <p:ext uri="{BB962C8B-B14F-4D97-AF65-F5344CB8AC3E}">
        <p14:creationId xmlns:p14="http://schemas.microsoft.com/office/powerpoint/2010/main" val="36335336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797255" y="531574"/>
            <a:ext cx="2952886" cy="570967"/>
          </a:xfrm>
          <a:prstGeom prst="rect">
            <a:avLst/>
          </a:prstGeom>
          <a:solidFill>
            <a:schemeClr val="bg1"/>
          </a:solidFill>
        </p:spPr>
        <p:txBody>
          <a:bodyPr vert="horz" wrap="square" lIns="0" tIns="11026" rIns="0" bIns="0" rtlCol="0" anchor="ctr">
            <a:spAutoFit/>
          </a:bodyPr>
          <a:lstStyle/>
          <a:p>
            <a:pPr marL="10502">
              <a:lnSpc>
                <a:spcPct val="100000"/>
              </a:lnSpc>
              <a:spcBef>
                <a:spcPts val="87"/>
              </a:spcBef>
            </a:pPr>
            <a:r>
              <a:rPr spc="-8" dirty="0"/>
              <a:t>LSTM</a:t>
            </a:r>
            <a:r>
              <a:rPr spc="-41" dirty="0"/>
              <a:t> </a:t>
            </a:r>
            <a:r>
              <a:rPr dirty="0"/>
              <a:t>-</a:t>
            </a:r>
            <a:r>
              <a:rPr spc="-25" dirty="0"/>
              <a:t> </a:t>
            </a:r>
            <a:r>
              <a:rPr spc="-8" dirty="0"/>
              <a:t>Example</a:t>
            </a:r>
          </a:p>
        </p:txBody>
      </p:sp>
      <p:pic>
        <p:nvPicPr>
          <p:cNvPr id="3" name="object 3"/>
          <p:cNvPicPr/>
          <p:nvPr/>
        </p:nvPicPr>
        <p:blipFill>
          <a:blip r:embed="rId2" cstate="print"/>
          <a:stretch>
            <a:fillRect/>
          </a:stretch>
        </p:blipFill>
        <p:spPr>
          <a:xfrm>
            <a:off x="2274673" y="1888923"/>
            <a:ext cx="371735" cy="992976"/>
          </a:xfrm>
          <a:prstGeom prst="rect">
            <a:avLst/>
          </a:prstGeom>
        </p:spPr>
      </p:pic>
      <p:grpSp>
        <p:nvGrpSpPr>
          <p:cNvPr id="4" name="object 4"/>
          <p:cNvGrpSpPr/>
          <p:nvPr/>
        </p:nvGrpSpPr>
        <p:grpSpPr>
          <a:xfrm>
            <a:off x="2272150" y="3213313"/>
            <a:ext cx="376987" cy="386963"/>
            <a:chOff x="1222247" y="3886200"/>
            <a:chExt cx="455930" cy="467995"/>
          </a:xfrm>
        </p:grpSpPr>
        <p:pic>
          <p:nvPicPr>
            <p:cNvPr id="5" name="object 5"/>
            <p:cNvPicPr/>
            <p:nvPr/>
          </p:nvPicPr>
          <p:blipFill>
            <a:blip r:embed="rId3" cstate="print"/>
            <a:stretch>
              <a:fillRect/>
            </a:stretch>
          </p:blipFill>
          <p:spPr>
            <a:xfrm>
              <a:off x="1225295" y="3889247"/>
              <a:ext cx="449579" cy="461771"/>
            </a:xfrm>
            <a:prstGeom prst="rect">
              <a:avLst/>
            </a:prstGeom>
          </p:spPr>
        </p:pic>
        <p:sp>
          <p:nvSpPr>
            <p:cNvPr id="6" name="object 6"/>
            <p:cNvSpPr/>
            <p:nvPr/>
          </p:nvSpPr>
          <p:spPr>
            <a:xfrm>
              <a:off x="1225295" y="3889247"/>
              <a:ext cx="449580" cy="462280"/>
            </a:xfrm>
            <a:custGeom>
              <a:avLst/>
              <a:gdLst/>
              <a:ahLst/>
              <a:cxnLst/>
              <a:rect l="l" t="t" r="r" b="b"/>
              <a:pathLst>
                <a:path w="449580" h="462279">
                  <a:moveTo>
                    <a:pt x="0" y="461771"/>
                  </a:moveTo>
                  <a:lnTo>
                    <a:pt x="449579" y="461771"/>
                  </a:lnTo>
                  <a:lnTo>
                    <a:pt x="449579" y="0"/>
                  </a:lnTo>
                  <a:lnTo>
                    <a:pt x="0" y="0"/>
                  </a:lnTo>
                  <a:lnTo>
                    <a:pt x="0" y="461771"/>
                  </a:lnTo>
                  <a:close/>
                </a:path>
              </a:pathLst>
            </a:custGeom>
            <a:ln w="6096">
              <a:solidFill>
                <a:srgbClr val="EC7C30"/>
              </a:solidFill>
            </a:ln>
          </p:spPr>
          <p:txBody>
            <a:bodyPr wrap="square" lIns="0" tIns="0" rIns="0" bIns="0" rtlCol="0"/>
            <a:lstStyle/>
            <a:p>
              <a:endParaRPr sz="1488"/>
            </a:p>
          </p:txBody>
        </p:sp>
      </p:grpSp>
      <p:grpSp>
        <p:nvGrpSpPr>
          <p:cNvPr id="7" name="object 7"/>
          <p:cNvGrpSpPr/>
          <p:nvPr/>
        </p:nvGrpSpPr>
        <p:grpSpPr>
          <a:xfrm>
            <a:off x="2945057" y="1888923"/>
            <a:ext cx="371736" cy="993396"/>
            <a:chOff x="2036064" y="2284476"/>
            <a:chExt cx="449580" cy="1201420"/>
          </a:xfrm>
        </p:grpSpPr>
        <p:pic>
          <p:nvPicPr>
            <p:cNvPr id="8" name="object 8"/>
            <p:cNvPicPr/>
            <p:nvPr/>
          </p:nvPicPr>
          <p:blipFill>
            <a:blip r:embed="rId4" cstate="print"/>
            <a:stretch>
              <a:fillRect/>
            </a:stretch>
          </p:blipFill>
          <p:spPr>
            <a:xfrm>
              <a:off x="2036064" y="2284476"/>
              <a:ext cx="449580" cy="1200912"/>
            </a:xfrm>
            <a:prstGeom prst="rect">
              <a:avLst/>
            </a:prstGeom>
          </p:spPr>
        </p:pic>
        <p:sp>
          <p:nvSpPr>
            <p:cNvPr id="9" name="object 9"/>
            <p:cNvSpPr/>
            <p:nvPr/>
          </p:nvSpPr>
          <p:spPr>
            <a:xfrm>
              <a:off x="2113026" y="2708910"/>
              <a:ext cx="318770" cy="349250"/>
            </a:xfrm>
            <a:custGeom>
              <a:avLst/>
              <a:gdLst/>
              <a:ahLst/>
              <a:cxnLst/>
              <a:rect l="l" t="t" r="r" b="b"/>
              <a:pathLst>
                <a:path w="318769" h="349250">
                  <a:moveTo>
                    <a:pt x="0" y="348996"/>
                  </a:moveTo>
                  <a:lnTo>
                    <a:pt x="318515" y="348996"/>
                  </a:lnTo>
                  <a:lnTo>
                    <a:pt x="318515" y="0"/>
                  </a:lnTo>
                  <a:lnTo>
                    <a:pt x="0" y="0"/>
                  </a:lnTo>
                  <a:lnTo>
                    <a:pt x="0" y="348996"/>
                  </a:lnTo>
                  <a:close/>
                </a:path>
              </a:pathLst>
            </a:custGeom>
            <a:ln w="38100">
              <a:solidFill>
                <a:srgbClr val="0000FF"/>
              </a:solidFill>
            </a:ln>
          </p:spPr>
          <p:txBody>
            <a:bodyPr wrap="square" lIns="0" tIns="0" rIns="0" bIns="0" rtlCol="0"/>
            <a:lstStyle/>
            <a:p>
              <a:endParaRPr sz="1488"/>
            </a:p>
          </p:txBody>
        </p:sp>
      </p:grpSp>
      <p:grpSp>
        <p:nvGrpSpPr>
          <p:cNvPr id="10" name="object 10"/>
          <p:cNvGrpSpPr/>
          <p:nvPr/>
        </p:nvGrpSpPr>
        <p:grpSpPr>
          <a:xfrm>
            <a:off x="2942536" y="3213313"/>
            <a:ext cx="376987" cy="386963"/>
            <a:chOff x="2033016" y="3886200"/>
            <a:chExt cx="455930" cy="467995"/>
          </a:xfrm>
        </p:grpSpPr>
        <p:pic>
          <p:nvPicPr>
            <p:cNvPr id="11" name="object 11"/>
            <p:cNvPicPr/>
            <p:nvPr/>
          </p:nvPicPr>
          <p:blipFill>
            <a:blip r:embed="rId5" cstate="print"/>
            <a:stretch>
              <a:fillRect/>
            </a:stretch>
          </p:blipFill>
          <p:spPr>
            <a:xfrm>
              <a:off x="2036064" y="3889247"/>
              <a:ext cx="449580" cy="461771"/>
            </a:xfrm>
            <a:prstGeom prst="rect">
              <a:avLst/>
            </a:prstGeom>
          </p:spPr>
        </p:pic>
        <p:sp>
          <p:nvSpPr>
            <p:cNvPr id="12" name="object 12"/>
            <p:cNvSpPr/>
            <p:nvPr/>
          </p:nvSpPr>
          <p:spPr>
            <a:xfrm>
              <a:off x="2036064" y="3889247"/>
              <a:ext cx="449580" cy="462280"/>
            </a:xfrm>
            <a:custGeom>
              <a:avLst/>
              <a:gdLst/>
              <a:ahLst/>
              <a:cxnLst/>
              <a:rect l="l" t="t" r="r" b="b"/>
              <a:pathLst>
                <a:path w="449580" h="462279">
                  <a:moveTo>
                    <a:pt x="0" y="461771"/>
                  </a:moveTo>
                  <a:lnTo>
                    <a:pt x="449580" y="461771"/>
                  </a:lnTo>
                  <a:lnTo>
                    <a:pt x="449580" y="0"/>
                  </a:lnTo>
                  <a:lnTo>
                    <a:pt x="0" y="0"/>
                  </a:lnTo>
                  <a:lnTo>
                    <a:pt x="0" y="461771"/>
                  </a:lnTo>
                  <a:close/>
                </a:path>
              </a:pathLst>
            </a:custGeom>
            <a:ln w="6096">
              <a:solidFill>
                <a:srgbClr val="EC7C30"/>
              </a:solidFill>
            </a:ln>
          </p:spPr>
          <p:txBody>
            <a:bodyPr wrap="square" lIns="0" tIns="0" rIns="0" bIns="0" rtlCol="0"/>
            <a:lstStyle/>
            <a:p>
              <a:endParaRPr sz="1488"/>
            </a:p>
          </p:txBody>
        </p:sp>
      </p:grpSp>
      <p:pic>
        <p:nvPicPr>
          <p:cNvPr id="13" name="object 13"/>
          <p:cNvPicPr/>
          <p:nvPr/>
        </p:nvPicPr>
        <p:blipFill>
          <a:blip r:embed="rId2" cstate="print"/>
          <a:stretch>
            <a:fillRect/>
          </a:stretch>
        </p:blipFill>
        <p:spPr>
          <a:xfrm>
            <a:off x="3614181" y="1888923"/>
            <a:ext cx="370476" cy="992976"/>
          </a:xfrm>
          <a:prstGeom prst="rect">
            <a:avLst/>
          </a:prstGeom>
        </p:spPr>
      </p:pic>
      <p:grpSp>
        <p:nvGrpSpPr>
          <p:cNvPr id="14" name="object 14"/>
          <p:cNvGrpSpPr/>
          <p:nvPr/>
        </p:nvGrpSpPr>
        <p:grpSpPr>
          <a:xfrm>
            <a:off x="3611662" y="3213313"/>
            <a:ext cx="375936" cy="386963"/>
            <a:chOff x="2842260" y="3886200"/>
            <a:chExt cx="454659" cy="467995"/>
          </a:xfrm>
        </p:grpSpPr>
        <p:pic>
          <p:nvPicPr>
            <p:cNvPr id="15" name="object 15"/>
            <p:cNvPicPr/>
            <p:nvPr/>
          </p:nvPicPr>
          <p:blipFill>
            <a:blip r:embed="rId3" cstate="print"/>
            <a:stretch>
              <a:fillRect/>
            </a:stretch>
          </p:blipFill>
          <p:spPr>
            <a:xfrm>
              <a:off x="2845308" y="3889247"/>
              <a:ext cx="448056" cy="461771"/>
            </a:xfrm>
            <a:prstGeom prst="rect">
              <a:avLst/>
            </a:prstGeom>
          </p:spPr>
        </p:pic>
        <p:sp>
          <p:nvSpPr>
            <p:cNvPr id="16" name="object 16"/>
            <p:cNvSpPr/>
            <p:nvPr/>
          </p:nvSpPr>
          <p:spPr>
            <a:xfrm>
              <a:off x="2845308" y="3889247"/>
              <a:ext cx="448309" cy="462280"/>
            </a:xfrm>
            <a:custGeom>
              <a:avLst/>
              <a:gdLst/>
              <a:ahLst/>
              <a:cxnLst/>
              <a:rect l="l" t="t" r="r" b="b"/>
              <a:pathLst>
                <a:path w="448310" h="462279">
                  <a:moveTo>
                    <a:pt x="0" y="461771"/>
                  </a:moveTo>
                  <a:lnTo>
                    <a:pt x="448056" y="461771"/>
                  </a:lnTo>
                  <a:lnTo>
                    <a:pt x="448056" y="0"/>
                  </a:lnTo>
                  <a:lnTo>
                    <a:pt x="0" y="0"/>
                  </a:lnTo>
                  <a:lnTo>
                    <a:pt x="0" y="461771"/>
                  </a:lnTo>
                  <a:close/>
                </a:path>
              </a:pathLst>
            </a:custGeom>
            <a:ln w="6095">
              <a:solidFill>
                <a:srgbClr val="EC7C30"/>
              </a:solidFill>
            </a:ln>
          </p:spPr>
          <p:txBody>
            <a:bodyPr wrap="square" lIns="0" tIns="0" rIns="0" bIns="0" rtlCol="0"/>
            <a:lstStyle/>
            <a:p>
              <a:endParaRPr sz="1488"/>
            </a:p>
          </p:txBody>
        </p:sp>
      </p:grpSp>
      <p:grpSp>
        <p:nvGrpSpPr>
          <p:cNvPr id="17" name="object 17"/>
          <p:cNvGrpSpPr/>
          <p:nvPr/>
        </p:nvGrpSpPr>
        <p:grpSpPr>
          <a:xfrm>
            <a:off x="4283308" y="1888923"/>
            <a:ext cx="370685" cy="993396"/>
            <a:chOff x="3654552" y="2284476"/>
            <a:chExt cx="448309" cy="1201420"/>
          </a:xfrm>
        </p:grpSpPr>
        <p:pic>
          <p:nvPicPr>
            <p:cNvPr id="18" name="object 18"/>
            <p:cNvPicPr/>
            <p:nvPr/>
          </p:nvPicPr>
          <p:blipFill>
            <a:blip r:embed="rId4" cstate="print"/>
            <a:stretch>
              <a:fillRect/>
            </a:stretch>
          </p:blipFill>
          <p:spPr>
            <a:xfrm>
              <a:off x="3654552" y="2284476"/>
              <a:ext cx="448055" cy="1200912"/>
            </a:xfrm>
            <a:prstGeom prst="rect">
              <a:avLst/>
            </a:prstGeom>
          </p:spPr>
        </p:pic>
        <p:sp>
          <p:nvSpPr>
            <p:cNvPr id="19" name="object 19"/>
            <p:cNvSpPr/>
            <p:nvPr/>
          </p:nvSpPr>
          <p:spPr>
            <a:xfrm>
              <a:off x="3719322" y="2708910"/>
              <a:ext cx="320040" cy="349250"/>
            </a:xfrm>
            <a:custGeom>
              <a:avLst/>
              <a:gdLst/>
              <a:ahLst/>
              <a:cxnLst/>
              <a:rect l="l" t="t" r="r" b="b"/>
              <a:pathLst>
                <a:path w="320039" h="349250">
                  <a:moveTo>
                    <a:pt x="0" y="348996"/>
                  </a:moveTo>
                  <a:lnTo>
                    <a:pt x="320039" y="348996"/>
                  </a:lnTo>
                  <a:lnTo>
                    <a:pt x="320039" y="0"/>
                  </a:lnTo>
                  <a:lnTo>
                    <a:pt x="0" y="0"/>
                  </a:lnTo>
                  <a:lnTo>
                    <a:pt x="0" y="348996"/>
                  </a:lnTo>
                  <a:close/>
                </a:path>
              </a:pathLst>
            </a:custGeom>
            <a:ln w="38100">
              <a:solidFill>
                <a:srgbClr val="0000FF"/>
              </a:solidFill>
            </a:ln>
          </p:spPr>
          <p:txBody>
            <a:bodyPr wrap="square" lIns="0" tIns="0" rIns="0" bIns="0" rtlCol="0"/>
            <a:lstStyle/>
            <a:p>
              <a:endParaRPr sz="1488"/>
            </a:p>
          </p:txBody>
        </p:sp>
      </p:grpSp>
      <p:grpSp>
        <p:nvGrpSpPr>
          <p:cNvPr id="20" name="object 20"/>
          <p:cNvGrpSpPr/>
          <p:nvPr/>
        </p:nvGrpSpPr>
        <p:grpSpPr>
          <a:xfrm>
            <a:off x="4280786" y="3213313"/>
            <a:ext cx="375936" cy="386963"/>
            <a:chOff x="3651503" y="3886200"/>
            <a:chExt cx="454659" cy="467995"/>
          </a:xfrm>
        </p:grpSpPr>
        <p:pic>
          <p:nvPicPr>
            <p:cNvPr id="21" name="object 21"/>
            <p:cNvPicPr/>
            <p:nvPr/>
          </p:nvPicPr>
          <p:blipFill>
            <a:blip r:embed="rId5" cstate="print"/>
            <a:stretch>
              <a:fillRect/>
            </a:stretch>
          </p:blipFill>
          <p:spPr>
            <a:xfrm>
              <a:off x="3654551" y="3889247"/>
              <a:ext cx="448055" cy="461771"/>
            </a:xfrm>
            <a:prstGeom prst="rect">
              <a:avLst/>
            </a:prstGeom>
          </p:spPr>
        </p:pic>
        <p:sp>
          <p:nvSpPr>
            <p:cNvPr id="22" name="object 22"/>
            <p:cNvSpPr/>
            <p:nvPr/>
          </p:nvSpPr>
          <p:spPr>
            <a:xfrm>
              <a:off x="3654551" y="3889247"/>
              <a:ext cx="448309" cy="462280"/>
            </a:xfrm>
            <a:custGeom>
              <a:avLst/>
              <a:gdLst/>
              <a:ahLst/>
              <a:cxnLst/>
              <a:rect l="l" t="t" r="r" b="b"/>
              <a:pathLst>
                <a:path w="448310" h="462279">
                  <a:moveTo>
                    <a:pt x="0" y="461771"/>
                  </a:moveTo>
                  <a:lnTo>
                    <a:pt x="448055" y="461771"/>
                  </a:lnTo>
                  <a:lnTo>
                    <a:pt x="448055" y="0"/>
                  </a:lnTo>
                  <a:lnTo>
                    <a:pt x="0" y="0"/>
                  </a:lnTo>
                  <a:lnTo>
                    <a:pt x="0" y="461771"/>
                  </a:lnTo>
                  <a:close/>
                </a:path>
              </a:pathLst>
            </a:custGeom>
            <a:ln w="6096">
              <a:solidFill>
                <a:srgbClr val="EC7C30"/>
              </a:solidFill>
            </a:ln>
          </p:spPr>
          <p:txBody>
            <a:bodyPr wrap="square" lIns="0" tIns="0" rIns="0" bIns="0" rtlCol="0"/>
            <a:lstStyle/>
            <a:p>
              <a:endParaRPr sz="1488"/>
            </a:p>
          </p:txBody>
        </p:sp>
      </p:grpSp>
      <p:pic>
        <p:nvPicPr>
          <p:cNvPr id="23" name="object 23"/>
          <p:cNvPicPr/>
          <p:nvPr/>
        </p:nvPicPr>
        <p:blipFill>
          <a:blip r:embed="rId4" cstate="print"/>
          <a:stretch>
            <a:fillRect/>
          </a:stretch>
        </p:blipFill>
        <p:spPr>
          <a:xfrm>
            <a:off x="4951172" y="1888923"/>
            <a:ext cx="371735" cy="992976"/>
          </a:xfrm>
          <a:prstGeom prst="rect">
            <a:avLst/>
          </a:prstGeom>
        </p:spPr>
      </p:pic>
      <p:grpSp>
        <p:nvGrpSpPr>
          <p:cNvPr id="24" name="object 24"/>
          <p:cNvGrpSpPr/>
          <p:nvPr/>
        </p:nvGrpSpPr>
        <p:grpSpPr>
          <a:xfrm>
            <a:off x="4948650" y="3213313"/>
            <a:ext cx="376987" cy="386963"/>
            <a:chOff x="4459223" y="3886200"/>
            <a:chExt cx="455930" cy="467995"/>
          </a:xfrm>
        </p:grpSpPr>
        <p:pic>
          <p:nvPicPr>
            <p:cNvPr id="25" name="object 25"/>
            <p:cNvPicPr/>
            <p:nvPr/>
          </p:nvPicPr>
          <p:blipFill>
            <a:blip r:embed="rId5" cstate="print"/>
            <a:stretch>
              <a:fillRect/>
            </a:stretch>
          </p:blipFill>
          <p:spPr>
            <a:xfrm>
              <a:off x="4462271" y="3889247"/>
              <a:ext cx="449579" cy="461771"/>
            </a:xfrm>
            <a:prstGeom prst="rect">
              <a:avLst/>
            </a:prstGeom>
          </p:spPr>
        </p:pic>
        <p:sp>
          <p:nvSpPr>
            <p:cNvPr id="26" name="object 26"/>
            <p:cNvSpPr/>
            <p:nvPr/>
          </p:nvSpPr>
          <p:spPr>
            <a:xfrm>
              <a:off x="4462271" y="3889247"/>
              <a:ext cx="449580" cy="462280"/>
            </a:xfrm>
            <a:custGeom>
              <a:avLst/>
              <a:gdLst/>
              <a:ahLst/>
              <a:cxnLst/>
              <a:rect l="l" t="t" r="r" b="b"/>
              <a:pathLst>
                <a:path w="449579" h="462279">
                  <a:moveTo>
                    <a:pt x="0" y="461771"/>
                  </a:moveTo>
                  <a:lnTo>
                    <a:pt x="449579" y="461771"/>
                  </a:lnTo>
                  <a:lnTo>
                    <a:pt x="449579" y="0"/>
                  </a:lnTo>
                  <a:lnTo>
                    <a:pt x="0" y="0"/>
                  </a:lnTo>
                  <a:lnTo>
                    <a:pt x="0" y="461771"/>
                  </a:lnTo>
                  <a:close/>
                </a:path>
              </a:pathLst>
            </a:custGeom>
            <a:ln w="6096">
              <a:solidFill>
                <a:srgbClr val="EC7C30"/>
              </a:solidFill>
            </a:ln>
          </p:spPr>
          <p:txBody>
            <a:bodyPr wrap="square" lIns="0" tIns="0" rIns="0" bIns="0" rtlCol="0"/>
            <a:lstStyle/>
            <a:p>
              <a:endParaRPr sz="1488"/>
            </a:p>
          </p:txBody>
        </p:sp>
      </p:grpSp>
      <p:grpSp>
        <p:nvGrpSpPr>
          <p:cNvPr id="27" name="object 27"/>
          <p:cNvGrpSpPr/>
          <p:nvPr/>
        </p:nvGrpSpPr>
        <p:grpSpPr>
          <a:xfrm>
            <a:off x="5591315" y="1883882"/>
            <a:ext cx="370685" cy="993396"/>
            <a:chOff x="5236464" y="2278379"/>
            <a:chExt cx="448309" cy="1201420"/>
          </a:xfrm>
        </p:grpSpPr>
        <p:pic>
          <p:nvPicPr>
            <p:cNvPr id="28" name="object 28"/>
            <p:cNvPicPr/>
            <p:nvPr/>
          </p:nvPicPr>
          <p:blipFill>
            <a:blip r:embed="rId6" cstate="print"/>
            <a:stretch>
              <a:fillRect/>
            </a:stretch>
          </p:blipFill>
          <p:spPr>
            <a:xfrm>
              <a:off x="5236464" y="2278379"/>
              <a:ext cx="448056" cy="1200912"/>
            </a:xfrm>
            <a:prstGeom prst="rect">
              <a:avLst/>
            </a:prstGeom>
          </p:spPr>
        </p:pic>
        <p:sp>
          <p:nvSpPr>
            <p:cNvPr id="29" name="object 29"/>
            <p:cNvSpPr/>
            <p:nvPr/>
          </p:nvSpPr>
          <p:spPr>
            <a:xfrm>
              <a:off x="5301234" y="3083813"/>
              <a:ext cx="318770" cy="349250"/>
            </a:xfrm>
            <a:custGeom>
              <a:avLst/>
              <a:gdLst/>
              <a:ahLst/>
              <a:cxnLst/>
              <a:rect l="l" t="t" r="r" b="b"/>
              <a:pathLst>
                <a:path w="318770" h="349250">
                  <a:moveTo>
                    <a:pt x="0" y="348996"/>
                  </a:moveTo>
                  <a:lnTo>
                    <a:pt x="318515" y="348996"/>
                  </a:lnTo>
                  <a:lnTo>
                    <a:pt x="318515" y="0"/>
                  </a:lnTo>
                  <a:lnTo>
                    <a:pt x="0" y="0"/>
                  </a:lnTo>
                  <a:lnTo>
                    <a:pt x="0" y="348996"/>
                  </a:lnTo>
                  <a:close/>
                </a:path>
              </a:pathLst>
            </a:custGeom>
            <a:ln w="38100">
              <a:solidFill>
                <a:srgbClr val="00AF50"/>
              </a:solidFill>
            </a:ln>
          </p:spPr>
          <p:txBody>
            <a:bodyPr wrap="square" lIns="0" tIns="0" rIns="0" bIns="0" rtlCol="0"/>
            <a:lstStyle/>
            <a:p>
              <a:endParaRPr sz="1488"/>
            </a:p>
          </p:txBody>
        </p:sp>
      </p:grpSp>
      <p:grpSp>
        <p:nvGrpSpPr>
          <p:cNvPr id="30" name="object 30"/>
          <p:cNvGrpSpPr/>
          <p:nvPr/>
        </p:nvGrpSpPr>
        <p:grpSpPr>
          <a:xfrm>
            <a:off x="5588793" y="3207011"/>
            <a:ext cx="375936" cy="386963"/>
            <a:chOff x="5233415" y="3878579"/>
            <a:chExt cx="454659" cy="467995"/>
          </a:xfrm>
        </p:grpSpPr>
        <p:pic>
          <p:nvPicPr>
            <p:cNvPr id="31" name="object 31"/>
            <p:cNvPicPr/>
            <p:nvPr/>
          </p:nvPicPr>
          <p:blipFill>
            <a:blip r:embed="rId7" cstate="print"/>
            <a:stretch>
              <a:fillRect/>
            </a:stretch>
          </p:blipFill>
          <p:spPr>
            <a:xfrm>
              <a:off x="5236463" y="3881627"/>
              <a:ext cx="448056" cy="461772"/>
            </a:xfrm>
            <a:prstGeom prst="rect">
              <a:avLst/>
            </a:prstGeom>
          </p:spPr>
        </p:pic>
        <p:sp>
          <p:nvSpPr>
            <p:cNvPr id="32" name="object 32"/>
            <p:cNvSpPr/>
            <p:nvPr/>
          </p:nvSpPr>
          <p:spPr>
            <a:xfrm>
              <a:off x="5236463" y="3881627"/>
              <a:ext cx="448309" cy="462280"/>
            </a:xfrm>
            <a:custGeom>
              <a:avLst/>
              <a:gdLst/>
              <a:ahLst/>
              <a:cxnLst/>
              <a:rect l="l" t="t" r="r" b="b"/>
              <a:pathLst>
                <a:path w="448310" h="462279">
                  <a:moveTo>
                    <a:pt x="0" y="461772"/>
                  </a:moveTo>
                  <a:lnTo>
                    <a:pt x="448056" y="461772"/>
                  </a:lnTo>
                  <a:lnTo>
                    <a:pt x="448056" y="0"/>
                  </a:lnTo>
                  <a:lnTo>
                    <a:pt x="0" y="0"/>
                  </a:lnTo>
                  <a:lnTo>
                    <a:pt x="0" y="461772"/>
                  </a:lnTo>
                  <a:close/>
                </a:path>
              </a:pathLst>
            </a:custGeom>
            <a:ln w="6096">
              <a:solidFill>
                <a:srgbClr val="EC7C30"/>
              </a:solidFill>
            </a:ln>
          </p:spPr>
          <p:txBody>
            <a:bodyPr wrap="square" lIns="0" tIns="0" rIns="0" bIns="0" rtlCol="0"/>
            <a:lstStyle/>
            <a:p>
              <a:endParaRPr sz="1488"/>
            </a:p>
          </p:txBody>
        </p:sp>
        <p:sp>
          <p:nvSpPr>
            <p:cNvPr id="33" name="object 33"/>
            <p:cNvSpPr/>
            <p:nvPr/>
          </p:nvSpPr>
          <p:spPr>
            <a:xfrm>
              <a:off x="5301233" y="3935729"/>
              <a:ext cx="318770" cy="349250"/>
            </a:xfrm>
            <a:custGeom>
              <a:avLst/>
              <a:gdLst/>
              <a:ahLst/>
              <a:cxnLst/>
              <a:rect l="l" t="t" r="r" b="b"/>
              <a:pathLst>
                <a:path w="318770" h="349250">
                  <a:moveTo>
                    <a:pt x="0" y="348996"/>
                  </a:moveTo>
                  <a:lnTo>
                    <a:pt x="318515" y="348996"/>
                  </a:lnTo>
                  <a:lnTo>
                    <a:pt x="318515" y="0"/>
                  </a:lnTo>
                  <a:lnTo>
                    <a:pt x="0" y="0"/>
                  </a:lnTo>
                  <a:lnTo>
                    <a:pt x="0" y="348996"/>
                  </a:lnTo>
                  <a:close/>
                </a:path>
              </a:pathLst>
            </a:custGeom>
            <a:ln w="38100">
              <a:solidFill>
                <a:srgbClr val="FF0000"/>
              </a:solidFill>
            </a:ln>
          </p:spPr>
          <p:txBody>
            <a:bodyPr wrap="square" lIns="0" tIns="0" rIns="0" bIns="0" rtlCol="0"/>
            <a:lstStyle/>
            <a:p>
              <a:endParaRPr sz="1488"/>
            </a:p>
          </p:txBody>
        </p:sp>
      </p:grpSp>
      <p:pic>
        <p:nvPicPr>
          <p:cNvPr id="34" name="object 34"/>
          <p:cNvPicPr/>
          <p:nvPr/>
        </p:nvPicPr>
        <p:blipFill>
          <a:blip r:embed="rId6" cstate="print"/>
          <a:stretch>
            <a:fillRect/>
          </a:stretch>
        </p:blipFill>
        <p:spPr>
          <a:xfrm>
            <a:off x="6241537" y="1883882"/>
            <a:ext cx="371735" cy="992976"/>
          </a:xfrm>
          <a:prstGeom prst="rect">
            <a:avLst/>
          </a:prstGeom>
        </p:spPr>
      </p:pic>
      <p:grpSp>
        <p:nvGrpSpPr>
          <p:cNvPr id="35" name="object 35"/>
          <p:cNvGrpSpPr/>
          <p:nvPr/>
        </p:nvGrpSpPr>
        <p:grpSpPr>
          <a:xfrm>
            <a:off x="6239016" y="3207011"/>
            <a:ext cx="376987" cy="386963"/>
            <a:chOff x="6019800" y="3878579"/>
            <a:chExt cx="455930" cy="467995"/>
          </a:xfrm>
        </p:grpSpPr>
        <p:pic>
          <p:nvPicPr>
            <p:cNvPr id="36" name="object 36"/>
            <p:cNvPicPr/>
            <p:nvPr/>
          </p:nvPicPr>
          <p:blipFill>
            <a:blip r:embed="rId7" cstate="print"/>
            <a:stretch>
              <a:fillRect/>
            </a:stretch>
          </p:blipFill>
          <p:spPr>
            <a:xfrm>
              <a:off x="6022847" y="3881627"/>
              <a:ext cx="449579" cy="461772"/>
            </a:xfrm>
            <a:prstGeom prst="rect">
              <a:avLst/>
            </a:prstGeom>
          </p:spPr>
        </p:pic>
        <p:sp>
          <p:nvSpPr>
            <p:cNvPr id="37" name="object 37"/>
            <p:cNvSpPr/>
            <p:nvPr/>
          </p:nvSpPr>
          <p:spPr>
            <a:xfrm>
              <a:off x="6022847" y="3881627"/>
              <a:ext cx="449580" cy="462280"/>
            </a:xfrm>
            <a:custGeom>
              <a:avLst/>
              <a:gdLst/>
              <a:ahLst/>
              <a:cxnLst/>
              <a:rect l="l" t="t" r="r" b="b"/>
              <a:pathLst>
                <a:path w="449579" h="462279">
                  <a:moveTo>
                    <a:pt x="0" y="461772"/>
                  </a:moveTo>
                  <a:lnTo>
                    <a:pt x="449579" y="461772"/>
                  </a:lnTo>
                  <a:lnTo>
                    <a:pt x="449579" y="0"/>
                  </a:lnTo>
                  <a:lnTo>
                    <a:pt x="0" y="0"/>
                  </a:lnTo>
                  <a:lnTo>
                    <a:pt x="0" y="461772"/>
                  </a:lnTo>
                  <a:close/>
                </a:path>
              </a:pathLst>
            </a:custGeom>
            <a:ln w="6096">
              <a:solidFill>
                <a:srgbClr val="EC7C30"/>
              </a:solidFill>
            </a:ln>
          </p:spPr>
          <p:txBody>
            <a:bodyPr wrap="square" lIns="0" tIns="0" rIns="0" bIns="0" rtlCol="0"/>
            <a:lstStyle/>
            <a:p>
              <a:endParaRPr sz="1488"/>
            </a:p>
          </p:txBody>
        </p:sp>
      </p:grpSp>
      <p:grpSp>
        <p:nvGrpSpPr>
          <p:cNvPr id="38" name="object 38"/>
          <p:cNvGrpSpPr/>
          <p:nvPr/>
        </p:nvGrpSpPr>
        <p:grpSpPr>
          <a:xfrm>
            <a:off x="6830015" y="1893964"/>
            <a:ext cx="370685" cy="993396"/>
            <a:chOff x="6734556" y="2290572"/>
            <a:chExt cx="448309" cy="1201420"/>
          </a:xfrm>
        </p:grpSpPr>
        <p:pic>
          <p:nvPicPr>
            <p:cNvPr id="39" name="object 39"/>
            <p:cNvPicPr/>
            <p:nvPr/>
          </p:nvPicPr>
          <p:blipFill>
            <a:blip r:embed="rId4" cstate="print"/>
            <a:stretch>
              <a:fillRect/>
            </a:stretch>
          </p:blipFill>
          <p:spPr>
            <a:xfrm>
              <a:off x="6734556" y="2290572"/>
              <a:ext cx="448055" cy="1200912"/>
            </a:xfrm>
            <a:prstGeom prst="rect">
              <a:avLst/>
            </a:prstGeom>
          </p:spPr>
        </p:pic>
        <p:sp>
          <p:nvSpPr>
            <p:cNvPr id="40" name="object 40"/>
            <p:cNvSpPr/>
            <p:nvPr/>
          </p:nvSpPr>
          <p:spPr>
            <a:xfrm>
              <a:off x="6799326" y="2715005"/>
              <a:ext cx="320040" cy="349250"/>
            </a:xfrm>
            <a:custGeom>
              <a:avLst/>
              <a:gdLst/>
              <a:ahLst/>
              <a:cxnLst/>
              <a:rect l="l" t="t" r="r" b="b"/>
              <a:pathLst>
                <a:path w="320040" h="349250">
                  <a:moveTo>
                    <a:pt x="0" y="348996"/>
                  </a:moveTo>
                  <a:lnTo>
                    <a:pt x="320040" y="348996"/>
                  </a:lnTo>
                  <a:lnTo>
                    <a:pt x="320040" y="0"/>
                  </a:lnTo>
                  <a:lnTo>
                    <a:pt x="0" y="0"/>
                  </a:lnTo>
                  <a:lnTo>
                    <a:pt x="0" y="348996"/>
                  </a:lnTo>
                  <a:close/>
                </a:path>
              </a:pathLst>
            </a:custGeom>
            <a:ln w="38100">
              <a:solidFill>
                <a:srgbClr val="0000FF"/>
              </a:solidFill>
            </a:ln>
          </p:spPr>
          <p:txBody>
            <a:bodyPr wrap="square" lIns="0" tIns="0" rIns="0" bIns="0" rtlCol="0"/>
            <a:lstStyle/>
            <a:p>
              <a:endParaRPr sz="1488"/>
            </a:p>
          </p:txBody>
        </p:sp>
      </p:grpSp>
      <p:grpSp>
        <p:nvGrpSpPr>
          <p:cNvPr id="41" name="object 41"/>
          <p:cNvGrpSpPr/>
          <p:nvPr/>
        </p:nvGrpSpPr>
        <p:grpSpPr>
          <a:xfrm>
            <a:off x="6827493" y="3218354"/>
            <a:ext cx="375936" cy="385912"/>
            <a:chOff x="6731507" y="3892296"/>
            <a:chExt cx="454659" cy="466725"/>
          </a:xfrm>
        </p:grpSpPr>
        <p:pic>
          <p:nvPicPr>
            <p:cNvPr id="42" name="object 42"/>
            <p:cNvPicPr/>
            <p:nvPr/>
          </p:nvPicPr>
          <p:blipFill>
            <a:blip r:embed="rId8" cstate="print"/>
            <a:stretch>
              <a:fillRect/>
            </a:stretch>
          </p:blipFill>
          <p:spPr>
            <a:xfrm>
              <a:off x="6734555" y="3895344"/>
              <a:ext cx="448055" cy="460248"/>
            </a:xfrm>
            <a:prstGeom prst="rect">
              <a:avLst/>
            </a:prstGeom>
          </p:spPr>
        </p:pic>
        <p:sp>
          <p:nvSpPr>
            <p:cNvPr id="43" name="object 43"/>
            <p:cNvSpPr/>
            <p:nvPr/>
          </p:nvSpPr>
          <p:spPr>
            <a:xfrm>
              <a:off x="6734555" y="3895344"/>
              <a:ext cx="448309" cy="460375"/>
            </a:xfrm>
            <a:custGeom>
              <a:avLst/>
              <a:gdLst/>
              <a:ahLst/>
              <a:cxnLst/>
              <a:rect l="l" t="t" r="r" b="b"/>
              <a:pathLst>
                <a:path w="448309" h="460375">
                  <a:moveTo>
                    <a:pt x="0" y="460247"/>
                  </a:moveTo>
                  <a:lnTo>
                    <a:pt x="448055" y="460247"/>
                  </a:lnTo>
                  <a:lnTo>
                    <a:pt x="448055" y="0"/>
                  </a:lnTo>
                  <a:lnTo>
                    <a:pt x="0" y="0"/>
                  </a:lnTo>
                  <a:lnTo>
                    <a:pt x="0" y="460247"/>
                  </a:lnTo>
                  <a:close/>
                </a:path>
              </a:pathLst>
            </a:custGeom>
            <a:ln w="6096">
              <a:solidFill>
                <a:srgbClr val="EC7C30"/>
              </a:solidFill>
            </a:ln>
          </p:spPr>
          <p:txBody>
            <a:bodyPr wrap="square" lIns="0" tIns="0" rIns="0" bIns="0" rtlCol="0"/>
            <a:lstStyle/>
            <a:p>
              <a:endParaRPr sz="1488"/>
            </a:p>
          </p:txBody>
        </p:sp>
      </p:grpSp>
      <p:grpSp>
        <p:nvGrpSpPr>
          <p:cNvPr id="44" name="object 44"/>
          <p:cNvGrpSpPr/>
          <p:nvPr/>
        </p:nvGrpSpPr>
        <p:grpSpPr>
          <a:xfrm>
            <a:off x="7438652" y="1883882"/>
            <a:ext cx="371736" cy="993396"/>
            <a:chOff x="7470647" y="2278379"/>
            <a:chExt cx="449580" cy="1201420"/>
          </a:xfrm>
        </p:grpSpPr>
        <p:pic>
          <p:nvPicPr>
            <p:cNvPr id="45" name="object 45"/>
            <p:cNvPicPr/>
            <p:nvPr/>
          </p:nvPicPr>
          <p:blipFill>
            <a:blip r:embed="rId6" cstate="print"/>
            <a:stretch>
              <a:fillRect/>
            </a:stretch>
          </p:blipFill>
          <p:spPr>
            <a:xfrm>
              <a:off x="7470647" y="2278379"/>
              <a:ext cx="449579" cy="1200912"/>
            </a:xfrm>
            <a:prstGeom prst="rect">
              <a:avLst/>
            </a:prstGeom>
          </p:spPr>
        </p:pic>
        <p:sp>
          <p:nvSpPr>
            <p:cNvPr id="46" name="object 46"/>
            <p:cNvSpPr/>
            <p:nvPr/>
          </p:nvSpPr>
          <p:spPr>
            <a:xfrm>
              <a:off x="7536941" y="3083813"/>
              <a:ext cx="318770" cy="349250"/>
            </a:xfrm>
            <a:custGeom>
              <a:avLst/>
              <a:gdLst/>
              <a:ahLst/>
              <a:cxnLst/>
              <a:rect l="l" t="t" r="r" b="b"/>
              <a:pathLst>
                <a:path w="318770" h="349250">
                  <a:moveTo>
                    <a:pt x="0" y="348996"/>
                  </a:moveTo>
                  <a:lnTo>
                    <a:pt x="318516" y="348996"/>
                  </a:lnTo>
                  <a:lnTo>
                    <a:pt x="318516" y="0"/>
                  </a:lnTo>
                  <a:lnTo>
                    <a:pt x="0" y="0"/>
                  </a:lnTo>
                  <a:lnTo>
                    <a:pt x="0" y="348996"/>
                  </a:lnTo>
                  <a:close/>
                </a:path>
              </a:pathLst>
            </a:custGeom>
            <a:ln w="38100">
              <a:solidFill>
                <a:srgbClr val="00AF50"/>
              </a:solidFill>
            </a:ln>
          </p:spPr>
          <p:txBody>
            <a:bodyPr wrap="square" lIns="0" tIns="0" rIns="0" bIns="0" rtlCol="0"/>
            <a:lstStyle/>
            <a:p>
              <a:endParaRPr sz="1488"/>
            </a:p>
          </p:txBody>
        </p:sp>
      </p:grpSp>
      <p:grpSp>
        <p:nvGrpSpPr>
          <p:cNvPr id="47" name="object 47"/>
          <p:cNvGrpSpPr/>
          <p:nvPr/>
        </p:nvGrpSpPr>
        <p:grpSpPr>
          <a:xfrm>
            <a:off x="7436132" y="3207011"/>
            <a:ext cx="376987" cy="386963"/>
            <a:chOff x="7467600" y="3878579"/>
            <a:chExt cx="455930" cy="467995"/>
          </a:xfrm>
        </p:grpSpPr>
        <p:pic>
          <p:nvPicPr>
            <p:cNvPr id="48" name="object 48"/>
            <p:cNvPicPr/>
            <p:nvPr/>
          </p:nvPicPr>
          <p:blipFill>
            <a:blip r:embed="rId7" cstate="print"/>
            <a:stretch>
              <a:fillRect/>
            </a:stretch>
          </p:blipFill>
          <p:spPr>
            <a:xfrm>
              <a:off x="7470647" y="3881627"/>
              <a:ext cx="449579" cy="461772"/>
            </a:xfrm>
            <a:prstGeom prst="rect">
              <a:avLst/>
            </a:prstGeom>
          </p:spPr>
        </p:pic>
        <p:sp>
          <p:nvSpPr>
            <p:cNvPr id="49" name="object 49"/>
            <p:cNvSpPr/>
            <p:nvPr/>
          </p:nvSpPr>
          <p:spPr>
            <a:xfrm>
              <a:off x="7470647" y="3881627"/>
              <a:ext cx="449580" cy="462280"/>
            </a:xfrm>
            <a:custGeom>
              <a:avLst/>
              <a:gdLst/>
              <a:ahLst/>
              <a:cxnLst/>
              <a:rect l="l" t="t" r="r" b="b"/>
              <a:pathLst>
                <a:path w="449579" h="462279">
                  <a:moveTo>
                    <a:pt x="0" y="461772"/>
                  </a:moveTo>
                  <a:lnTo>
                    <a:pt x="449579" y="461772"/>
                  </a:lnTo>
                  <a:lnTo>
                    <a:pt x="449579" y="0"/>
                  </a:lnTo>
                  <a:lnTo>
                    <a:pt x="0" y="0"/>
                  </a:lnTo>
                  <a:lnTo>
                    <a:pt x="0" y="461772"/>
                  </a:lnTo>
                  <a:close/>
                </a:path>
              </a:pathLst>
            </a:custGeom>
            <a:ln w="6096">
              <a:solidFill>
                <a:srgbClr val="EC7C30"/>
              </a:solidFill>
            </a:ln>
          </p:spPr>
          <p:txBody>
            <a:bodyPr wrap="square" lIns="0" tIns="0" rIns="0" bIns="0" rtlCol="0"/>
            <a:lstStyle/>
            <a:p>
              <a:endParaRPr sz="1488"/>
            </a:p>
          </p:txBody>
        </p:sp>
        <p:sp>
          <p:nvSpPr>
            <p:cNvPr id="50" name="object 50"/>
            <p:cNvSpPr/>
            <p:nvPr/>
          </p:nvSpPr>
          <p:spPr>
            <a:xfrm>
              <a:off x="7536942" y="3935729"/>
              <a:ext cx="318770" cy="349250"/>
            </a:xfrm>
            <a:custGeom>
              <a:avLst/>
              <a:gdLst/>
              <a:ahLst/>
              <a:cxnLst/>
              <a:rect l="l" t="t" r="r" b="b"/>
              <a:pathLst>
                <a:path w="318770" h="349250">
                  <a:moveTo>
                    <a:pt x="0" y="348996"/>
                  </a:moveTo>
                  <a:lnTo>
                    <a:pt x="318516" y="348996"/>
                  </a:lnTo>
                  <a:lnTo>
                    <a:pt x="318516" y="0"/>
                  </a:lnTo>
                  <a:lnTo>
                    <a:pt x="0" y="0"/>
                  </a:lnTo>
                  <a:lnTo>
                    <a:pt x="0" y="348996"/>
                  </a:lnTo>
                  <a:close/>
                </a:path>
              </a:pathLst>
            </a:custGeom>
            <a:ln w="38099">
              <a:solidFill>
                <a:srgbClr val="FF0000"/>
              </a:solidFill>
            </a:ln>
          </p:spPr>
          <p:txBody>
            <a:bodyPr wrap="square" lIns="0" tIns="0" rIns="0" bIns="0" rtlCol="0"/>
            <a:lstStyle/>
            <a:p>
              <a:endParaRPr sz="1488"/>
            </a:p>
          </p:txBody>
        </p:sp>
      </p:grpSp>
      <p:grpSp>
        <p:nvGrpSpPr>
          <p:cNvPr id="51" name="object 51"/>
          <p:cNvGrpSpPr/>
          <p:nvPr/>
        </p:nvGrpSpPr>
        <p:grpSpPr>
          <a:xfrm>
            <a:off x="2345238" y="1594054"/>
            <a:ext cx="245724" cy="244674"/>
            <a:chOff x="1310639" y="1927860"/>
            <a:chExt cx="297180" cy="295910"/>
          </a:xfrm>
        </p:grpSpPr>
        <p:pic>
          <p:nvPicPr>
            <p:cNvPr id="52" name="object 52"/>
            <p:cNvPicPr/>
            <p:nvPr/>
          </p:nvPicPr>
          <p:blipFill>
            <a:blip r:embed="rId9" cstate="print"/>
            <a:stretch>
              <a:fillRect/>
            </a:stretch>
          </p:blipFill>
          <p:spPr>
            <a:xfrm>
              <a:off x="1313687" y="1930908"/>
              <a:ext cx="291084" cy="289560"/>
            </a:xfrm>
            <a:prstGeom prst="rect">
              <a:avLst/>
            </a:prstGeom>
          </p:spPr>
        </p:pic>
        <p:sp>
          <p:nvSpPr>
            <p:cNvPr id="53" name="object 53"/>
            <p:cNvSpPr/>
            <p:nvPr/>
          </p:nvSpPr>
          <p:spPr>
            <a:xfrm>
              <a:off x="1313687" y="1930908"/>
              <a:ext cx="291465" cy="289560"/>
            </a:xfrm>
            <a:custGeom>
              <a:avLst/>
              <a:gdLst/>
              <a:ahLst/>
              <a:cxnLst/>
              <a:rect l="l" t="t" r="r" b="b"/>
              <a:pathLst>
                <a:path w="291465" h="289560">
                  <a:moveTo>
                    <a:pt x="0" y="289560"/>
                  </a:moveTo>
                  <a:lnTo>
                    <a:pt x="291084" y="289560"/>
                  </a:lnTo>
                  <a:lnTo>
                    <a:pt x="291084" y="0"/>
                  </a:lnTo>
                  <a:lnTo>
                    <a:pt x="0" y="0"/>
                  </a:lnTo>
                  <a:lnTo>
                    <a:pt x="0" y="289560"/>
                  </a:lnTo>
                  <a:close/>
                </a:path>
              </a:pathLst>
            </a:custGeom>
            <a:ln w="6096">
              <a:solidFill>
                <a:srgbClr val="5B9BD4"/>
              </a:solidFill>
            </a:ln>
          </p:spPr>
          <p:txBody>
            <a:bodyPr wrap="square" lIns="0" tIns="0" rIns="0" bIns="0" rtlCol="0"/>
            <a:lstStyle/>
            <a:p>
              <a:endParaRPr sz="1488"/>
            </a:p>
          </p:txBody>
        </p:sp>
      </p:grpSp>
      <p:grpSp>
        <p:nvGrpSpPr>
          <p:cNvPr id="54" name="object 54"/>
          <p:cNvGrpSpPr/>
          <p:nvPr/>
        </p:nvGrpSpPr>
        <p:grpSpPr>
          <a:xfrm>
            <a:off x="3016884" y="1594054"/>
            <a:ext cx="245724" cy="244674"/>
            <a:chOff x="2122932" y="1927860"/>
            <a:chExt cx="297180" cy="295910"/>
          </a:xfrm>
        </p:grpSpPr>
        <p:pic>
          <p:nvPicPr>
            <p:cNvPr id="55" name="object 55"/>
            <p:cNvPicPr/>
            <p:nvPr/>
          </p:nvPicPr>
          <p:blipFill>
            <a:blip r:embed="rId10" cstate="print"/>
            <a:stretch>
              <a:fillRect/>
            </a:stretch>
          </p:blipFill>
          <p:spPr>
            <a:xfrm>
              <a:off x="2125980" y="1930908"/>
              <a:ext cx="291083" cy="289560"/>
            </a:xfrm>
            <a:prstGeom prst="rect">
              <a:avLst/>
            </a:prstGeom>
          </p:spPr>
        </p:pic>
        <p:sp>
          <p:nvSpPr>
            <p:cNvPr id="56" name="object 56"/>
            <p:cNvSpPr/>
            <p:nvPr/>
          </p:nvSpPr>
          <p:spPr>
            <a:xfrm>
              <a:off x="2125980" y="1930908"/>
              <a:ext cx="291465" cy="289560"/>
            </a:xfrm>
            <a:custGeom>
              <a:avLst/>
              <a:gdLst/>
              <a:ahLst/>
              <a:cxnLst/>
              <a:rect l="l" t="t" r="r" b="b"/>
              <a:pathLst>
                <a:path w="291464" h="289560">
                  <a:moveTo>
                    <a:pt x="0" y="289560"/>
                  </a:moveTo>
                  <a:lnTo>
                    <a:pt x="291083" y="289560"/>
                  </a:lnTo>
                  <a:lnTo>
                    <a:pt x="291083" y="0"/>
                  </a:lnTo>
                  <a:lnTo>
                    <a:pt x="0" y="0"/>
                  </a:lnTo>
                  <a:lnTo>
                    <a:pt x="0" y="289560"/>
                  </a:lnTo>
                  <a:close/>
                </a:path>
              </a:pathLst>
            </a:custGeom>
            <a:ln w="6096">
              <a:solidFill>
                <a:srgbClr val="5B9BD4"/>
              </a:solidFill>
            </a:ln>
          </p:spPr>
          <p:txBody>
            <a:bodyPr wrap="square" lIns="0" tIns="0" rIns="0" bIns="0" rtlCol="0"/>
            <a:lstStyle/>
            <a:p>
              <a:endParaRPr sz="1488"/>
            </a:p>
          </p:txBody>
        </p:sp>
      </p:grpSp>
      <p:grpSp>
        <p:nvGrpSpPr>
          <p:cNvPr id="57" name="object 57"/>
          <p:cNvGrpSpPr/>
          <p:nvPr/>
        </p:nvGrpSpPr>
        <p:grpSpPr>
          <a:xfrm>
            <a:off x="3688528" y="1594054"/>
            <a:ext cx="245724" cy="244674"/>
            <a:chOff x="2935223" y="1927860"/>
            <a:chExt cx="297180" cy="295910"/>
          </a:xfrm>
        </p:grpSpPr>
        <p:pic>
          <p:nvPicPr>
            <p:cNvPr id="58" name="object 58"/>
            <p:cNvPicPr/>
            <p:nvPr/>
          </p:nvPicPr>
          <p:blipFill>
            <a:blip r:embed="rId9" cstate="print"/>
            <a:stretch>
              <a:fillRect/>
            </a:stretch>
          </p:blipFill>
          <p:spPr>
            <a:xfrm>
              <a:off x="2938271" y="1930908"/>
              <a:ext cx="291084" cy="289560"/>
            </a:xfrm>
            <a:prstGeom prst="rect">
              <a:avLst/>
            </a:prstGeom>
          </p:spPr>
        </p:pic>
        <p:sp>
          <p:nvSpPr>
            <p:cNvPr id="59" name="object 59"/>
            <p:cNvSpPr/>
            <p:nvPr/>
          </p:nvSpPr>
          <p:spPr>
            <a:xfrm>
              <a:off x="2938271" y="1930908"/>
              <a:ext cx="291465" cy="289560"/>
            </a:xfrm>
            <a:custGeom>
              <a:avLst/>
              <a:gdLst/>
              <a:ahLst/>
              <a:cxnLst/>
              <a:rect l="l" t="t" r="r" b="b"/>
              <a:pathLst>
                <a:path w="291464" h="289560">
                  <a:moveTo>
                    <a:pt x="0" y="289560"/>
                  </a:moveTo>
                  <a:lnTo>
                    <a:pt x="291084" y="289560"/>
                  </a:lnTo>
                  <a:lnTo>
                    <a:pt x="291084" y="0"/>
                  </a:lnTo>
                  <a:lnTo>
                    <a:pt x="0" y="0"/>
                  </a:lnTo>
                  <a:lnTo>
                    <a:pt x="0" y="289560"/>
                  </a:lnTo>
                  <a:close/>
                </a:path>
              </a:pathLst>
            </a:custGeom>
            <a:ln w="6096">
              <a:solidFill>
                <a:srgbClr val="5B9BD4"/>
              </a:solidFill>
            </a:ln>
          </p:spPr>
          <p:txBody>
            <a:bodyPr wrap="square" lIns="0" tIns="0" rIns="0" bIns="0" rtlCol="0"/>
            <a:lstStyle/>
            <a:p>
              <a:endParaRPr sz="1488"/>
            </a:p>
          </p:txBody>
        </p:sp>
      </p:grpSp>
      <p:grpSp>
        <p:nvGrpSpPr>
          <p:cNvPr id="60" name="object 60"/>
          <p:cNvGrpSpPr/>
          <p:nvPr/>
        </p:nvGrpSpPr>
        <p:grpSpPr>
          <a:xfrm>
            <a:off x="4360173" y="1594054"/>
            <a:ext cx="245724" cy="244674"/>
            <a:chOff x="3747515" y="1927860"/>
            <a:chExt cx="297180" cy="295910"/>
          </a:xfrm>
        </p:grpSpPr>
        <p:pic>
          <p:nvPicPr>
            <p:cNvPr id="61" name="object 61"/>
            <p:cNvPicPr/>
            <p:nvPr/>
          </p:nvPicPr>
          <p:blipFill>
            <a:blip r:embed="rId9" cstate="print"/>
            <a:stretch>
              <a:fillRect/>
            </a:stretch>
          </p:blipFill>
          <p:spPr>
            <a:xfrm>
              <a:off x="3750563" y="1930908"/>
              <a:ext cx="291084" cy="289560"/>
            </a:xfrm>
            <a:prstGeom prst="rect">
              <a:avLst/>
            </a:prstGeom>
          </p:spPr>
        </p:pic>
        <p:sp>
          <p:nvSpPr>
            <p:cNvPr id="62" name="object 62"/>
            <p:cNvSpPr/>
            <p:nvPr/>
          </p:nvSpPr>
          <p:spPr>
            <a:xfrm>
              <a:off x="3750563" y="1930908"/>
              <a:ext cx="291465" cy="289560"/>
            </a:xfrm>
            <a:custGeom>
              <a:avLst/>
              <a:gdLst/>
              <a:ahLst/>
              <a:cxnLst/>
              <a:rect l="l" t="t" r="r" b="b"/>
              <a:pathLst>
                <a:path w="291464" h="289560">
                  <a:moveTo>
                    <a:pt x="0" y="289560"/>
                  </a:moveTo>
                  <a:lnTo>
                    <a:pt x="291084" y="289560"/>
                  </a:lnTo>
                  <a:lnTo>
                    <a:pt x="291084" y="0"/>
                  </a:lnTo>
                  <a:lnTo>
                    <a:pt x="0" y="0"/>
                  </a:lnTo>
                  <a:lnTo>
                    <a:pt x="0" y="289560"/>
                  </a:lnTo>
                  <a:close/>
                </a:path>
              </a:pathLst>
            </a:custGeom>
            <a:ln w="6096">
              <a:solidFill>
                <a:srgbClr val="5B9BD4"/>
              </a:solidFill>
            </a:ln>
          </p:spPr>
          <p:txBody>
            <a:bodyPr wrap="square" lIns="0" tIns="0" rIns="0" bIns="0" rtlCol="0"/>
            <a:lstStyle/>
            <a:p>
              <a:endParaRPr sz="1488"/>
            </a:p>
          </p:txBody>
        </p:sp>
      </p:grpSp>
      <p:grpSp>
        <p:nvGrpSpPr>
          <p:cNvPr id="63" name="object 63"/>
          <p:cNvGrpSpPr/>
          <p:nvPr/>
        </p:nvGrpSpPr>
        <p:grpSpPr>
          <a:xfrm>
            <a:off x="5031819" y="1594054"/>
            <a:ext cx="244674" cy="244674"/>
            <a:chOff x="4559808" y="1927860"/>
            <a:chExt cx="295910" cy="295910"/>
          </a:xfrm>
        </p:grpSpPr>
        <p:pic>
          <p:nvPicPr>
            <p:cNvPr id="64" name="object 64"/>
            <p:cNvPicPr/>
            <p:nvPr/>
          </p:nvPicPr>
          <p:blipFill>
            <a:blip r:embed="rId9" cstate="print"/>
            <a:stretch>
              <a:fillRect/>
            </a:stretch>
          </p:blipFill>
          <p:spPr>
            <a:xfrm>
              <a:off x="4562856" y="1930908"/>
              <a:ext cx="289560" cy="289560"/>
            </a:xfrm>
            <a:prstGeom prst="rect">
              <a:avLst/>
            </a:prstGeom>
          </p:spPr>
        </p:pic>
        <p:sp>
          <p:nvSpPr>
            <p:cNvPr id="65" name="object 65"/>
            <p:cNvSpPr/>
            <p:nvPr/>
          </p:nvSpPr>
          <p:spPr>
            <a:xfrm>
              <a:off x="4562856" y="1930908"/>
              <a:ext cx="289560" cy="289560"/>
            </a:xfrm>
            <a:custGeom>
              <a:avLst/>
              <a:gdLst/>
              <a:ahLst/>
              <a:cxnLst/>
              <a:rect l="l" t="t" r="r" b="b"/>
              <a:pathLst>
                <a:path w="289560" h="289560">
                  <a:moveTo>
                    <a:pt x="0" y="289560"/>
                  </a:moveTo>
                  <a:lnTo>
                    <a:pt x="289560" y="289560"/>
                  </a:lnTo>
                  <a:lnTo>
                    <a:pt x="289560" y="0"/>
                  </a:lnTo>
                  <a:lnTo>
                    <a:pt x="0" y="0"/>
                  </a:lnTo>
                  <a:lnTo>
                    <a:pt x="0" y="289560"/>
                  </a:lnTo>
                  <a:close/>
                </a:path>
              </a:pathLst>
            </a:custGeom>
            <a:ln w="6096">
              <a:solidFill>
                <a:srgbClr val="5B9BD4"/>
              </a:solidFill>
            </a:ln>
          </p:spPr>
          <p:txBody>
            <a:bodyPr wrap="square" lIns="0" tIns="0" rIns="0" bIns="0" rtlCol="0"/>
            <a:lstStyle/>
            <a:p>
              <a:endParaRPr sz="1488"/>
            </a:p>
          </p:txBody>
        </p:sp>
      </p:grpSp>
      <p:grpSp>
        <p:nvGrpSpPr>
          <p:cNvPr id="66" name="object 66"/>
          <p:cNvGrpSpPr/>
          <p:nvPr/>
        </p:nvGrpSpPr>
        <p:grpSpPr>
          <a:xfrm>
            <a:off x="5654319" y="1589014"/>
            <a:ext cx="244674" cy="244674"/>
            <a:chOff x="5312664" y="1921764"/>
            <a:chExt cx="295910" cy="295910"/>
          </a:xfrm>
        </p:grpSpPr>
        <p:pic>
          <p:nvPicPr>
            <p:cNvPr id="67" name="object 67"/>
            <p:cNvPicPr/>
            <p:nvPr/>
          </p:nvPicPr>
          <p:blipFill>
            <a:blip r:embed="rId11" cstate="print"/>
            <a:stretch>
              <a:fillRect/>
            </a:stretch>
          </p:blipFill>
          <p:spPr>
            <a:xfrm>
              <a:off x="5315712" y="1924812"/>
              <a:ext cx="289560" cy="289560"/>
            </a:xfrm>
            <a:prstGeom prst="rect">
              <a:avLst/>
            </a:prstGeom>
          </p:spPr>
        </p:pic>
        <p:sp>
          <p:nvSpPr>
            <p:cNvPr id="68" name="object 68"/>
            <p:cNvSpPr/>
            <p:nvPr/>
          </p:nvSpPr>
          <p:spPr>
            <a:xfrm>
              <a:off x="5315712" y="1924812"/>
              <a:ext cx="289560" cy="289560"/>
            </a:xfrm>
            <a:custGeom>
              <a:avLst/>
              <a:gdLst/>
              <a:ahLst/>
              <a:cxnLst/>
              <a:rect l="l" t="t" r="r" b="b"/>
              <a:pathLst>
                <a:path w="289560" h="289560">
                  <a:moveTo>
                    <a:pt x="0" y="289560"/>
                  </a:moveTo>
                  <a:lnTo>
                    <a:pt x="289560" y="289560"/>
                  </a:lnTo>
                  <a:lnTo>
                    <a:pt x="289560" y="0"/>
                  </a:lnTo>
                  <a:lnTo>
                    <a:pt x="0" y="0"/>
                  </a:lnTo>
                  <a:lnTo>
                    <a:pt x="0" y="289560"/>
                  </a:lnTo>
                  <a:close/>
                </a:path>
              </a:pathLst>
            </a:custGeom>
            <a:ln w="6096">
              <a:solidFill>
                <a:srgbClr val="5B9BD4"/>
              </a:solidFill>
            </a:ln>
          </p:spPr>
          <p:txBody>
            <a:bodyPr wrap="square" lIns="0" tIns="0" rIns="0" bIns="0" rtlCol="0"/>
            <a:lstStyle/>
            <a:p>
              <a:endParaRPr sz="1488"/>
            </a:p>
          </p:txBody>
        </p:sp>
      </p:grpSp>
      <p:grpSp>
        <p:nvGrpSpPr>
          <p:cNvPr id="69" name="object 69"/>
          <p:cNvGrpSpPr/>
          <p:nvPr/>
        </p:nvGrpSpPr>
        <p:grpSpPr>
          <a:xfrm>
            <a:off x="6304542" y="1589014"/>
            <a:ext cx="245724" cy="244674"/>
            <a:chOff x="6099047" y="1921764"/>
            <a:chExt cx="297180" cy="295910"/>
          </a:xfrm>
        </p:grpSpPr>
        <p:pic>
          <p:nvPicPr>
            <p:cNvPr id="70" name="object 70"/>
            <p:cNvPicPr/>
            <p:nvPr/>
          </p:nvPicPr>
          <p:blipFill>
            <a:blip r:embed="rId11" cstate="print"/>
            <a:stretch>
              <a:fillRect/>
            </a:stretch>
          </p:blipFill>
          <p:spPr>
            <a:xfrm>
              <a:off x="6102095" y="1924812"/>
              <a:ext cx="291084" cy="289560"/>
            </a:xfrm>
            <a:prstGeom prst="rect">
              <a:avLst/>
            </a:prstGeom>
          </p:spPr>
        </p:pic>
        <p:sp>
          <p:nvSpPr>
            <p:cNvPr id="71" name="object 71"/>
            <p:cNvSpPr/>
            <p:nvPr/>
          </p:nvSpPr>
          <p:spPr>
            <a:xfrm>
              <a:off x="6102095" y="1924812"/>
              <a:ext cx="291465" cy="289560"/>
            </a:xfrm>
            <a:custGeom>
              <a:avLst/>
              <a:gdLst/>
              <a:ahLst/>
              <a:cxnLst/>
              <a:rect l="l" t="t" r="r" b="b"/>
              <a:pathLst>
                <a:path w="291464" h="289560">
                  <a:moveTo>
                    <a:pt x="0" y="289560"/>
                  </a:moveTo>
                  <a:lnTo>
                    <a:pt x="291084" y="289560"/>
                  </a:lnTo>
                  <a:lnTo>
                    <a:pt x="291084" y="0"/>
                  </a:lnTo>
                  <a:lnTo>
                    <a:pt x="0" y="0"/>
                  </a:lnTo>
                  <a:lnTo>
                    <a:pt x="0" y="289560"/>
                  </a:lnTo>
                  <a:close/>
                </a:path>
              </a:pathLst>
            </a:custGeom>
            <a:ln w="6096">
              <a:solidFill>
                <a:srgbClr val="5B9BD4"/>
              </a:solidFill>
            </a:ln>
          </p:spPr>
          <p:txBody>
            <a:bodyPr wrap="square" lIns="0" tIns="0" rIns="0" bIns="0" rtlCol="0"/>
            <a:lstStyle/>
            <a:p>
              <a:endParaRPr sz="1488"/>
            </a:p>
          </p:txBody>
        </p:sp>
      </p:grpSp>
      <p:grpSp>
        <p:nvGrpSpPr>
          <p:cNvPr id="72" name="object 72"/>
          <p:cNvGrpSpPr/>
          <p:nvPr/>
        </p:nvGrpSpPr>
        <p:grpSpPr>
          <a:xfrm>
            <a:off x="6880418" y="1599094"/>
            <a:ext cx="245724" cy="244674"/>
            <a:chOff x="6795516" y="1933955"/>
            <a:chExt cx="297180" cy="295910"/>
          </a:xfrm>
        </p:grpSpPr>
        <p:pic>
          <p:nvPicPr>
            <p:cNvPr id="73" name="object 73"/>
            <p:cNvPicPr/>
            <p:nvPr/>
          </p:nvPicPr>
          <p:blipFill>
            <a:blip r:embed="rId12" cstate="print"/>
            <a:stretch>
              <a:fillRect/>
            </a:stretch>
          </p:blipFill>
          <p:spPr>
            <a:xfrm>
              <a:off x="6798564" y="1937003"/>
              <a:ext cx="291083" cy="289560"/>
            </a:xfrm>
            <a:prstGeom prst="rect">
              <a:avLst/>
            </a:prstGeom>
          </p:spPr>
        </p:pic>
        <p:sp>
          <p:nvSpPr>
            <p:cNvPr id="74" name="object 74"/>
            <p:cNvSpPr/>
            <p:nvPr/>
          </p:nvSpPr>
          <p:spPr>
            <a:xfrm>
              <a:off x="6798564" y="1937003"/>
              <a:ext cx="291465" cy="289560"/>
            </a:xfrm>
            <a:custGeom>
              <a:avLst/>
              <a:gdLst/>
              <a:ahLst/>
              <a:cxnLst/>
              <a:rect l="l" t="t" r="r" b="b"/>
              <a:pathLst>
                <a:path w="291465" h="289560">
                  <a:moveTo>
                    <a:pt x="0" y="289560"/>
                  </a:moveTo>
                  <a:lnTo>
                    <a:pt x="291083" y="289560"/>
                  </a:lnTo>
                  <a:lnTo>
                    <a:pt x="291083" y="0"/>
                  </a:lnTo>
                  <a:lnTo>
                    <a:pt x="0" y="0"/>
                  </a:lnTo>
                  <a:lnTo>
                    <a:pt x="0" y="289560"/>
                  </a:lnTo>
                  <a:close/>
                </a:path>
              </a:pathLst>
            </a:custGeom>
            <a:ln w="6095">
              <a:solidFill>
                <a:srgbClr val="5B9BD4"/>
              </a:solidFill>
            </a:ln>
          </p:spPr>
          <p:txBody>
            <a:bodyPr wrap="square" lIns="0" tIns="0" rIns="0" bIns="0" rtlCol="0"/>
            <a:lstStyle/>
            <a:p>
              <a:endParaRPr sz="1488"/>
            </a:p>
          </p:txBody>
        </p:sp>
      </p:grpSp>
      <p:grpSp>
        <p:nvGrpSpPr>
          <p:cNvPr id="75" name="object 75"/>
          <p:cNvGrpSpPr/>
          <p:nvPr/>
        </p:nvGrpSpPr>
        <p:grpSpPr>
          <a:xfrm>
            <a:off x="7490317" y="1589014"/>
            <a:ext cx="244674" cy="244674"/>
            <a:chOff x="7533131" y="1921764"/>
            <a:chExt cx="295910" cy="295910"/>
          </a:xfrm>
        </p:grpSpPr>
        <p:pic>
          <p:nvPicPr>
            <p:cNvPr id="76" name="object 76"/>
            <p:cNvPicPr/>
            <p:nvPr/>
          </p:nvPicPr>
          <p:blipFill>
            <a:blip r:embed="rId11" cstate="print"/>
            <a:stretch>
              <a:fillRect/>
            </a:stretch>
          </p:blipFill>
          <p:spPr>
            <a:xfrm>
              <a:off x="7536179" y="1924812"/>
              <a:ext cx="289559" cy="289560"/>
            </a:xfrm>
            <a:prstGeom prst="rect">
              <a:avLst/>
            </a:prstGeom>
          </p:spPr>
        </p:pic>
        <p:sp>
          <p:nvSpPr>
            <p:cNvPr id="77" name="object 77"/>
            <p:cNvSpPr/>
            <p:nvPr/>
          </p:nvSpPr>
          <p:spPr>
            <a:xfrm>
              <a:off x="7536179" y="1924812"/>
              <a:ext cx="289560" cy="289560"/>
            </a:xfrm>
            <a:custGeom>
              <a:avLst/>
              <a:gdLst/>
              <a:ahLst/>
              <a:cxnLst/>
              <a:rect l="l" t="t" r="r" b="b"/>
              <a:pathLst>
                <a:path w="289559" h="289560">
                  <a:moveTo>
                    <a:pt x="0" y="289560"/>
                  </a:moveTo>
                  <a:lnTo>
                    <a:pt x="289559" y="289560"/>
                  </a:lnTo>
                  <a:lnTo>
                    <a:pt x="289559" y="0"/>
                  </a:lnTo>
                  <a:lnTo>
                    <a:pt x="0" y="0"/>
                  </a:lnTo>
                  <a:lnTo>
                    <a:pt x="0" y="289560"/>
                  </a:lnTo>
                  <a:close/>
                </a:path>
              </a:pathLst>
            </a:custGeom>
            <a:ln w="6095">
              <a:solidFill>
                <a:srgbClr val="5B9BD4"/>
              </a:solidFill>
            </a:ln>
          </p:spPr>
          <p:txBody>
            <a:bodyPr wrap="square" lIns="0" tIns="0" rIns="0" bIns="0" rtlCol="0"/>
            <a:lstStyle/>
            <a:p>
              <a:endParaRPr sz="1488"/>
            </a:p>
          </p:txBody>
        </p:sp>
      </p:grpSp>
      <p:graphicFrame>
        <p:nvGraphicFramePr>
          <p:cNvPr id="78" name="object 78"/>
          <p:cNvGraphicFramePr>
            <a:graphicFrameLocks noGrp="1"/>
          </p:cNvGraphicFramePr>
          <p:nvPr/>
        </p:nvGraphicFramePr>
        <p:xfrm>
          <a:off x="2243379" y="1589014"/>
          <a:ext cx="5598608" cy="2055523"/>
        </p:xfrm>
        <a:graphic>
          <a:graphicData uri="http://schemas.openxmlformats.org/drawingml/2006/table">
            <a:tbl>
              <a:tblPr firstRow="1" bandRow="1">
                <a:tableStyleId>{2D5ABB26-0587-4C30-8999-92F81FD0307C}</a:tableStyleId>
              </a:tblPr>
              <a:tblGrid>
                <a:gridCol w="400614">
                  <a:extLst>
                    <a:ext uri="{9D8B030D-6E8A-4147-A177-3AD203B41FA5}">
                      <a16:colId xmlns:a16="http://schemas.microsoft.com/office/drawing/2014/main" val="20000"/>
                    </a:ext>
                  </a:extLst>
                </a:gridCol>
                <a:gridCol w="211595">
                  <a:extLst>
                    <a:ext uri="{9D8B030D-6E8A-4147-A177-3AD203B41FA5}">
                      <a16:colId xmlns:a16="http://schemas.microsoft.com/office/drawing/2014/main" val="20001"/>
                    </a:ext>
                  </a:extLst>
                </a:gridCol>
                <a:gridCol w="87158">
                  <a:extLst>
                    <a:ext uri="{9D8B030D-6E8A-4147-A177-3AD203B41FA5}">
                      <a16:colId xmlns:a16="http://schemas.microsoft.com/office/drawing/2014/main" val="20002"/>
                    </a:ext>
                  </a:extLst>
                </a:gridCol>
                <a:gridCol w="371736">
                  <a:extLst>
                    <a:ext uri="{9D8B030D-6E8A-4147-A177-3AD203B41FA5}">
                      <a16:colId xmlns:a16="http://schemas.microsoft.com/office/drawing/2014/main" val="20003"/>
                    </a:ext>
                  </a:extLst>
                </a:gridCol>
                <a:gridCol w="211070">
                  <a:extLst>
                    <a:ext uri="{9D8B030D-6E8A-4147-A177-3AD203B41FA5}">
                      <a16:colId xmlns:a16="http://schemas.microsoft.com/office/drawing/2014/main" val="20004"/>
                    </a:ext>
                  </a:extLst>
                </a:gridCol>
                <a:gridCol w="86633">
                  <a:extLst>
                    <a:ext uri="{9D8B030D-6E8A-4147-A177-3AD203B41FA5}">
                      <a16:colId xmlns:a16="http://schemas.microsoft.com/office/drawing/2014/main" val="20005"/>
                    </a:ext>
                  </a:extLst>
                </a:gridCol>
                <a:gridCol w="370685">
                  <a:extLst>
                    <a:ext uri="{9D8B030D-6E8A-4147-A177-3AD203B41FA5}">
                      <a16:colId xmlns:a16="http://schemas.microsoft.com/office/drawing/2014/main" val="20006"/>
                    </a:ext>
                  </a:extLst>
                </a:gridCol>
                <a:gridCol w="211596">
                  <a:extLst>
                    <a:ext uri="{9D8B030D-6E8A-4147-A177-3AD203B41FA5}">
                      <a16:colId xmlns:a16="http://schemas.microsoft.com/office/drawing/2014/main" val="20007"/>
                    </a:ext>
                  </a:extLst>
                </a:gridCol>
                <a:gridCol w="87683">
                  <a:extLst>
                    <a:ext uri="{9D8B030D-6E8A-4147-A177-3AD203B41FA5}">
                      <a16:colId xmlns:a16="http://schemas.microsoft.com/office/drawing/2014/main" val="20008"/>
                    </a:ext>
                  </a:extLst>
                </a:gridCol>
                <a:gridCol w="370686">
                  <a:extLst>
                    <a:ext uri="{9D8B030D-6E8A-4147-A177-3AD203B41FA5}">
                      <a16:colId xmlns:a16="http://schemas.microsoft.com/office/drawing/2014/main" val="20009"/>
                    </a:ext>
                  </a:extLst>
                </a:gridCol>
                <a:gridCol w="211070">
                  <a:extLst>
                    <a:ext uri="{9D8B030D-6E8A-4147-A177-3AD203B41FA5}">
                      <a16:colId xmlns:a16="http://schemas.microsoft.com/office/drawing/2014/main" val="20010"/>
                    </a:ext>
                  </a:extLst>
                </a:gridCol>
                <a:gridCol w="86108">
                  <a:extLst>
                    <a:ext uri="{9D8B030D-6E8A-4147-A177-3AD203B41FA5}">
                      <a16:colId xmlns:a16="http://schemas.microsoft.com/office/drawing/2014/main" val="20011"/>
                    </a:ext>
                  </a:extLst>
                </a:gridCol>
                <a:gridCol w="371735">
                  <a:extLst>
                    <a:ext uri="{9D8B030D-6E8A-4147-A177-3AD203B41FA5}">
                      <a16:colId xmlns:a16="http://schemas.microsoft.com/office/drawing/2014/main" val="20012"/>
                    </a:ext>
                  </a:extLst>
                </a:gridCol>
                <a:gridCol w="196368">
                  <a:extLst>
                    <a:ext uri="{9D8B030D-6E8A-4147-A177-3AD203B41FA5}">
                      <a16:colId xmlns:a16="http://schemas.microsoft.com/office/drawing/2014/main" val="20013"/>
                    </a:ext>
                  </a:extLst>
                </a:gridCol>
                <a:gridCol w="72456">
                  <a:extLst>
                    <a:ext uri="{9D8B030D-6E8A-4147-A177-3AD203B41FA5}">
                      <a16:colId xmlns:a16="http://schemas.microsoft.com/office/drawing/2014/main" val="20014"/>
                    </a:ext>
                  </a:extLst>
                </a:gridCol>
                <a:gridCol w="370686">
                  <a:extLst>
                    <a:ext uri="{9D8B030D-6E8A-4147-A177-3AD203B41FA5}">
                      <a16:colId xmlns:a16="http://schemas.microsoft.com/office/drawing/2014/main" val="20015"/>
                    </a:ext>
                  </a:extLst>
                </a:gridCol>
                <a:gridCol w="183768">
                  <a:extLst>
                    <a:ext uri="{9D8B030D-6E8A-4147-A177-3AD203B41FA5}">
                      <a16:colId xmlns:a16="http://schemas.microsoft.com/office/drawing/2014/main" val="20016"/>
                    </a:ext>
                  </a:extLst>
                </a:gridCol>
                <a:gridCol w="96609">
                  <a:extLst>
                    <a:ext uri="{9D8B030D-6E8A-4147-A177-3AD203B41FA5}">
                      <a16:colId xmlns:a16="http://schemas.microsoft.com/office/drawing/2014/main" val="20017"/>
                    </a:ext>
                  </a:extLst>
                </a:gridCol>
                <a:gridCol w="372260">
                  <a:extLst>
                    <a:ext uri="{9D8B030D-6E8A-4147-A177-3AD203B41FA5}">
                      <a16:colId xmlns:a16="http://schemas.microsoft.com/office/drawing/2014/main" val="20018"/>
                    </a:ext>
                  </a:extLst>
                </a:gridCol>
                <a:gridCol w="165391">
                  <a:extLst>
                    <a:ext uri="{9D8B030D-6E8A-4147-A177-3AD203B41FA5}">
                      <a16:colId xmlns:a16="http://schemas.microsoft.com/office/drawing/2014/main" val="20019"/>
                    </a:ext>
                  </a:extLst>
                </a:gridCol>
                <a:gridCol w="51979">
                  <a:extLst>
                    <a:ext uri="{9D8B030D-6E8A-4147-A177-3AD203B41FA5}">
                      <a16:colId xmlns:a16="http://schemas.microsoft.com/office/drawing/2014/main" val="20020"/>
                    </a:ext>
                  </a:extLst>
                </a:gridCol>
                <a:gridCol w="370686">
                  <a:extLst>
                    <a:ext uri="{9D8B030D-6E8A-4147-A177-3AD203B41FA5}">
                      <a16:colId xmlns:a16="http://schemas.microsoft.com/office/drawing/2014/main" val="20021"/>
                    </a:ext>
                  </a:extLst>
                </a:gridCol>
                <a:gridCol w="176417">
                  <a:extLst>
                    <a:ext uri="{9D8B030D-6E8A-4147-A177-3AD203B41FA5}">
                      <a16:colId xmlns:a16="http://schemas.microsoft.com/office/drawing/2014/main" val="20022"/>
                    </a:ext>
                  </a:extLst>
                </a:gridCol>
                <a:gridCol w="62480">
                  <a:extLst>
                    <a:ext uri="{9D8B030D-6E8A-4147-A177-3AD203B41FA5}">
                      <a16:colId xmlns:a16="http://schemas.microsoft.com/office/drawing/2014/main" val="20023"/>
                    </a:ext>
                  </a:extLst>
                </a:gridCol>
                <a:gridCol w="401139">
                  <a:extLst>
                    <a:ext uri="{9D8B030D-6E8A-4147-A177-3AD203B41FA5}">
                      <a16:colId xmlns:a16="http://schemas.microsoft.com/office/drawing/2014/main" val="20024"/>
                    </a:ext>
                  </a:extLst>
                </a:gridCol>
              </a:tblGrid>
              <a:tr h="294554">
                <a:tc>
                  <a:txBody>
                    <a:bodyPr/>
                    <a:lstStyle/>
                    <a:p>
                      <a:pPr marL="191770">
                        <a:lnSpc>
                          <a:spcPts val="2500"/>
                        </a:lnSpc>
                      </a:pPr>
                      <a:r>
                        <a:rPr sz="2000" dirty="0">
                          <a:latin typeface="Calibri"/>
                          <a:cs typeface="Calibri"/>
                        </a:rPr>
                        <a:t>0</a:t>
                      </a:r>
                      <a:endParaRPr sz="2000">
                        <a:latin typeface="Calibri"/>
                        <a:cs typeface="Calibri"/>
                      </a:endParaRPr>
                    </a:p>
                  </a:txBody>
                  <a:tcPr marL="0" marR="0" marT="0" marB="0"/>
                </a:tc>
                <a:tc>
                  <a:txBody>
                    <a:bodyPr/>
                    <a:lstStyle/>
                    <a:p>
                      <a:pPr>
                        <a:lnSpc>
                          <a:spcPct val="100000"/>
                        </a:lnSpc>
                      </a:pPr>
                      <a:endParaRPr sz="1800">
                        <a:latin typeface="Times New Roman"/>
                        <a:cs typeface="Times New Roman"/>
                      </a:endParaRPr>
                    </a:p>
                  </a:txBody>
                  <a:tcPr marL="0" marR="0" marT="0" marB="0"/>
                </a:tc>
                <a:tc>
                  <a:txBody>
                    <a:bodyPr/>
                    <a:lstStyle/>
                    <a:p>
                      <a:pPr>
                        <a:lnSpc>
                          <a:spcPct val="100000"/>
                        </a:lnSpc>
                      </a:pPr>
                      <a:endParaRPr sz="1800">
                        <a:latin typeface="Times New Roman"/>
                        <a:cs typeface="Times New Roman"/>
                      </a:endParaRPr>
                    </a:p>
                  </a:txBody>
                  <a:tcPr marL="0" marR="0" marT="0" marB="0"/>
                </a:tc>
                <a:tc>
                  <a:txBody>
                    <a:bodyPr/>
                    <a:lstStyle/>
                    <a:p>
                      <a:pPr marL="22225" algn="ctr">
                        <a:lnSpc>
                          <a:spcPts val="2500"/>
                        </a:lnSpc>
                      </a:pPr>
                      <a:r>
                        <a:rPr sz="2000" dirty="0">
                          <a:latin typeface="Calibri"/>
                          <a:cs typeface="Calibri"/>
                        </a:rPr>
                        <a:t>0</a:t>
                      </a:r>
                      <a:endParaRPr sz="2000">
                        <a:latin typeface="Calibri"/>
                        <a:cs typeface="Calibri"/>
                      </a:endParaRPr>
                    </a:p>
                  </a:txBody>
                  <a:tcPr marL="0" marR="0" marT="0" marB="0">
                    <a:lnB w="6350">
                      <a:solidFill>
                        <a:srgbClr val="FFC000"/>
                      </a:solidFill>
                      <a:prstDash val="solid"/>
                    </a:lnB>
                  </a:tcPr>
                </a:tc>
                <a:tc>
                  <a:txBody>
                    <a:bodyPr/>
                    <a:lstStyle/>
                    <a:p>
                      <a:pPr>
                        <a:lnSpc>
                          <a:spcPct val="100000"/>
                        </a:lnSpc>
                      </a:pPr>
                      <a:endParaRPr sz="1800">
                        <a:latin typeface="Times New Roman"/>
                        <a:cs typeface="Times New Roman"/>
                      </a:endParaRPr>
                    </a:p>
                  </a:txBody>
                  <a:tcPr marL="0" marR="0" marT="0" marB="0"/>
                </a:tc>
                <a:tc>
                  <a:txBody>
                    <a:bodyPr/>
                    <a:lstStyle/>
                    <a:p>
                      <a:pPr>
                        <a:lnSpc>
                          <a:spcPct val="100000"/>
                        </a:lnSpc>
                      </a:pPr>
                      <a:endParaRPr sz="1800">
                        <a:latin typeface="Times New Roman"/>
                        <a:cs typeface="Times New Roman"/>
                      </a:endParaRPr>
                    </a:p>
                  </a:txBody>
                  <a:tcPr marL="0" marR="0" marT="0" marB="0"/>
                </a:tc>
                <a:tc>
                  <a:txBody>
                    <a:bodyPr/>
                    <a:lstStyle/>
                    <a:p>
                      <a:pPr marL="29845" algn="ctr">
                        <a:lnSpc>
                          <a:spcPts val="2500"/>
                        </a:lnSpc>
                      </a:pPr>
                      <a:r>
                        <a:rPr sz="2000" dirty="0">
                          <a:latin typeface="Calibri"/>
                          <a:cs typeface="Calibri"/>
                        </a:rPr>
                        <a:t>3</a:t>
                      </a:r>
                      <a:endParaRPr sz="2000">
                        <a:latin typeface="Calibri"/>
                        <a:cs typeface="Calibri"/>
                      </a:endParaRPr>
                    </a:p>
                  </a:txBody>
                  <a:tcPr marL="0" marR="0" marT="0" marB="0">
                    <a:lnB w="6350">
                      <a:solidFill>
                        <a:srgbClr val="FFC000"/>
                      </a:solidFill>
                      <a:prstDash val="solid"/>
                    </a:lnB>
                  </a:tcPr>
                </a:tc>
                <a:tc>
                  <a:txBody>
                    <a:bodyPr/>
                    <a:lstStyle/>
                    <a:p>
                      <a:pPr>
                        <a:lnSpc>
                          <a:spcPct val="100000"/>
                        </a:lnSpc>
                      </a:pPr>
                      <a:endParaRPr sz="1800">
                        <a:latin typeface="Times New Roman"/>
                        <a:cs typeface="Times New Roman"/>
                      </a:endParaRPr>
                    </a:p>
                  </a:txBody>
                  <a:tcPr marL="0" marR="0" marT="0" marB="0"/>
                </a:tc>
                <a:tc>
                  <a:txBody>
                    <a:bodyPr/>
                    <a:lstStyle/>
                    <a:p>
                      <a:pPr>
                        <a:lnSpc>
                          <a:spcPct val="100000"/>
                        </a:lnSpc>
                      </a:pPr>
                      <a:endParaRPr sz="1800">
                        <a:latin typeface="Times New Roman"/>
                        <a:cs typeface="Times New Roman"/>
                      </a:endParaRPr>
                    </a:p>
                  </a:txBody>
                  <a:tcPr marL="0" marR="0" marT="0" marB="0"/>
                </a:tc>
                <a:tc>
                  <a:txBody>
                    <a:bodyPr/>
                    <a:lstStyle/>
                    <a:p>
                      <a:pPr marL="36195" algn="ctr">
                        <a:lnSpc>
                          <a:spcPts val="2500"/>
                        </a:lnSpc>
                      </a:pPr>
                      <a:r>
                        <a:rPr sz="2000" dirty="0">
                          <a:latin typeface="Calibri"/>
                          <a:cs typeface="Calibri"/>
                        </a:rPr>
                        <a:t>3</a:t>
                      </a:r>
                      <a:endParaRPr sz="2000">
                        <a:latin typeface="Calibri"/>
                        <a:cs typeface="Calibri"/>
                      </a:endParaRPr>
                    </a:p>
                  </a:txBody>
                  <a:tcPr marL="0" marR="0" marT="0" marB="0">
                    <a:lnB w="6350">
                      <a:solidFill>
                        <a:srgbClr val="FFC000"/>
                      </a:solidFill>
                      <a:prstDash val="solid"/>
                    </a:lnB>
                  </a:tcPr>
                </a:tc>
                <a:tc>
                  <a:txBody>
                    <a:bodyPr/>
                    <a:lstStyle/>
                    <a:p>
                      <a:pPr>
                        <a:lnSpc>
                          <a:spcPct val="100000"/>
                        </a:lnSpc>
                      </a:pPr>
                      <a:endParaRPr sz="1800">
                        <a:latin typeface="Times New Roman"/>
                        <a:cs typeface="Times New Roman"/>
                      </a:endParaRPr>
                    </a:p>
                  </a:txBody>
                  <a:tcPr marL="0" marR="0" marT="0" marB="0"/>
                </a:tc>
                <a:tc>
                  <a:txBody>
                    <a:bodyPr/>
                    <a:lstStyle/>
                    <a:p>
                      <a:pPr>
                        <a:lnSpc>
                          <a:spcPct val="100000"/>
                        </a:lnSpc>
                      </a:pPr>
                      <a:endParaRPr sz="1800">
                        <a:latin typeface="Times New Roman"/>
                        <a:cs typeface="Times New Roman"/>
                      </a:endParaRPr>
                    </a:p>
                  </a:txBody>
                  <a:tcPr marL="0" marR="0" marT="0" marB="0"/>
                </a:tc>
                <a:tc>
                  <a:txBody>
                    <a:bodyPr/>
                    <a:lstStyle/>
                    <a:p>
                      <a:pPr marL="43815" algn="ctr">
                        <a:lnSpc>
                          <a:spcPts val="2500"/>
                        </a:lnSpc>
                      </a:pPr>
                      <a:r>
                        <a:rPr sz="2000" dirty="0">
                          <a:latin typeface="Calibri"/>
                          <a:cs typeface="Calibri"/>
                        </a:rPr>
                        <a:t>7</a:t>
                      </a:r>
                      <a:endParaRPr sz="2000">
                        <a:latin typeface="Calibri"/>
                        <a:cs typeface="Calibri"/>
                      </a:endParaRPr>
                    </a:p>
                  </a:txBody>
                  <a:tcPr marL="0" marR="0" marT="0" marB="0">
                    <a:lnB w="6350">
                      <a:solidFill>
                        <a:srgbClr val="FFC000"/>
                      </a:solidFill>
                      <a:prstDash val="solid"/>
                    </a:lnB>
                  </a:tcPr>
                </a:tc>
                <a:tc>
                  <a:txBody>
                    <a:bodyPr/>
                    <a:lstStyle/>
                    <a:p>
                      <a:pPr>
                        <a:lnSpc>
                          <a:spcPct val="100000"/>
                        </a:lnSpc>
                      </a:pPr>
                      <a:endParaRPr sz="1800">
                        <a:latin typeface="Times New Roman"/>
                        <a:cs typeface="Times New Roman"/>
                      </a:endParaRPr>
                    </a:p>
                  </a:txBody>
                  <a:tcPr marL="0" marR="0" marT="0" marB="0"/>
                </a:tc>
                <a:tc>
                  <a:txBody>
                    <a:bodyPr/>
                    <a:lstStyle/>
                    <a:p>
                      <a:pPr>
                        <a:lnSpc>
                          <a:spcPct val="100000"/>
                        </a:lnSpc>
                      </a:pPr>
                      <a:endParaRPr sz="1800">
                        <a:latin typeface="Times New Roman"/>
                        <a:cs typeface="Times New Roman"/>
                      </a:endParaRPr>
                    </a:p>
                  </a:txBody>
                  <a:tcPr marL="0" marR="0" marT="0" marB="0"/>
                </a:tc>
                <a:tc>
                  <a:txBody>
                    <a:bodyPr/>
                    <a:lstStyle/>
                    <a:p>
                      <a:pPr marL="1270" algn="ctr">
                        <a:lnSpc>
                          <a:spcPts val="2450"/>
                        </a:lnSpc>
                      </a:pPr>
                      <a:r>
                        <a:rPr sz="2000" dirty="0">
                          <a:latin typeface="Calibri"/>
                          <a:cs typeface="Calibri"/>
                        </a:rPr>
                        <a:t>7</a:t>
                      </a:r>
                      <a:endParaRPr sz="2000">
                        <a:latin typeface="Calibri"/>
                        <a:cs typeface="Calibri"/>
                      </a:endParaRPr>
                    </a:p>
                  </a:txBody>
                  <a:tcPr marL="0" marR="0" marT="0" marB="0">
                    <a:lnB w="6350">
                      <a:solidFill>
                        <a:srgbClr val="FFC000"/>
                      </a:solidFill>
                      <a:prstDash val="solid"/>
                    </a:lnB>
                  </a:tcPr>
                </a:tc>
                <a:tc>
                  <a:txBody>
                    <a:bodyPr/>
                    <a:lstStyle/>
                    <a:p>
                      <a:pPr>
                        <a:lnSpc>
                          <a:spcPct val="100000"/>
                        </a:lnSpc>
                      </a:pPr>
                      <a:endParaRPr sz="1800">
                        <a:latin typeface="Times New Roman"/>
                        <a:cs typeface="Times New Roman"/>
                      </a:endParaRPr>
                    </a:p>
                  </a:txBody>
                  <a:tcPr marL="0" marR="0" marT="0" marB="0"/>
                </a:tc>
                <a:tc>
                  <a:txBody>
                    <a:bodyPr/>
                    <a:lstStyle/>
                    <a:p>
                      <a:pPr>
                        <a:lnSpc>
                          <a:spcPct val="100000"/>
                        </a:lnSpc>
                      </a:pPr>
                      <a:endParaRPr sz="1800">
                        <a:latin typeface="Times New Roman"/>
                        <a:cs typeface="Times New Roman"/>
                      </a:endParaRPr>
                    </a:p>
                  </a:txBody>
                  <a:tcPr marL="0" marR="0" marT="0" marB="0"/>
                </a:tc>
                <a:tc>
                  <a:txBody>
                    <a:bodyPr/>
                    <a:lstStyle/>
                    <a:p>
                      <a:pPr marL="1905" algn="ctr">
                        <a:lnSpc>
                          <a:spcPts val="2450"/>
                        </a:lnSpc>
                      </a:pPr>
                      <a:r>
                        <a:rPr sz="2000" dirty="0">
                          <a:latin typeface="Calibri"/>
                          <a:cs typeface="Calibri"/>
                        </a:rPr>
                        <a:t>7</a:t>
                      </a:r>
                      <a:endParaRPr sz="2000">
                        <a:latin typeface="Calibri"/>
                        <a:cs typeface="Calibri"/>
                      </a:endParaRPr>
                    </a:p>
                  </a:txBody>
                  <a:tcPr marL="0" marR="0" marT="0" marB="0">
                    <a:lnB w="6350">
                      <a:solidFill>
                        <a:srgbClr val="FFC000"/>
                      </a:solidFill>
                      <a:prstDash val="solid"/>
                    </a:lnB>
                  </a:tcPr>
                </a:tc>
                <a:tc>
                  <a:txBody>
                    <a:bodyPr/>
                    <a:lstStyle/>
                    <a:p>
                      <a:pPr>
                        <a:lnSpc>
                          <a:spcPct val="100000"/>
                        </a:lnSpc>
                      </a:pPr>
                      <a:endParaRPr sz="1800">
                        <a:latin typeface="Times New Roman"/>
                        <a:cs typeface="Times New Roman"/>
                      </a:endParaRPr>
                    </a:p>
                  </a:txBody>
                  <a:tcPr marL="0" marR="0" marT="0" marB="0"/>
                </a:tc>
                <a:tc>
                  <a:txBody>
                    <a:bodyPr/>
                    <a:lstStyle/>
                    <a:p>
                      <a:pPr>
                        <a:lnSpc>
                          <a:spcPct val="100000"/>
                        </a:lnSpc>
                      </a:pPr>
                      <a:endParaRPr sz="1800">
                        <a:latin typeface="Times New Roman"/>
                        <a:cs typeface="Times New Roman"/>
                      </a:endParaRPr>
                    </a:p>
                  </a:txBody>
                  <a:tcPr marL="0" marR="0" marT="0" marB="0"/>
                </a:tc>
                <a:tc>
                  <a:txBody>
                    <a:bodyPr/>
                    <a:lstStyle/>
                    <a:p>
                      <a:pPr marL="133350">
                        <a:lnSpc>
                          <a:spcPts val="2545"/>
                        </a:lnSpc>
                      </a:pPr>
                      <a:r>
                        <a:rPr sz="2000" dirty="0">
                          <a:latin typeface="Calibri"/>
                          <a:cs typeface="Calibri"/>
                        </a:rPr>
                        <a:t>0</a:t>
                      </a:r>
                      <a:endParaRPr sz="2000">
                        <a:latin typeface="Calibri"/>
                        <a:cs typeface="Calibri"/>
                      </a:endParaRPr>
                    </a:p>
                  </a:txBody>
                  <a:tcPr marL="0" marR="0" marT="0" marB="0">
                    <a:lnB w="6350">
                      <a:solidFill>
                        <a:srgbClr val="FFC000"/>
                      </a:solidFill>
                      <a:prstDash val="solid"/>
                    </a:lnB>
                  </a:tcPr>
                </a:tc>
                <a:tc>
                  <a:txBody>
                    <a:bodyPr/>
                    <a:lstStyle/>
                    <a:p>
                      <a:pPr>
                        <a:lnSpc>
                          <a:spcPct val="100000"/>
                        </a:lnSpc>
                      </a:pPr>
                      <a:endParaRPr sz="1800">
                        <a:latin typeface="Times New Roman"/>
                        <a:cs typeface="Times New Roman"/>
                      </a:endParaRPr>
                    </a:p>
                  </a:txBody>
                  <a:tcPr marL="0" marR="0" marT="0" marB="0"/>
                </a:tc>
                <a:tc>
                  <a:txBody>
                    <a:bodyPr/>
                    <a:lstStyle/>
                    <a:p>
                      <a:pPr>
                        <a:lnSpc>
                          <a:spcPct val="100000"/>
                        </a:lnSpc>
                      </a:pPr>
                      <a:endParaRPr sz="1800">
                        <a:latin typeface="Times New Roman"/>
                        <a:cs typeface="Times New Roman"/>
                      </a:endParaRPr>
                    </a:p>
                  </a:txBody>
                  <a:tcPr marL="0" marR="0" marT="0" marB="0"/>
                </a:tc>
                <a:tc>
                  <a:txBody>
                    <a:bodyPr/>
                    <a:lstStyle/>
                    <a:p>
                      <a:pPr marL="134620">
                        <a:lnSpc>
                          <a:spcPts val="2450"/>
                        </a:lnSpc>
                      </a:pPr>
                      <a:r>
                        <a:rPr sz="2000" dirty="0">
                          <a:latin typeface="Calibri"/>
                          <a:cs typeface="Calibri"/>
                        </a:rPr>
                        <a:t>6</a:t>
                      </a:r>
                      <a:endParaRPr sz="2000">
                        <a:latin typeface="Calibri"/>
                        <a:cs typeface="Calibri"/>
                      </a:endParaRPr>
                    </a:p>
                  </a:txBody>
                  <a:tcPr marL="0" marR="0" marT="0" marB="0"/>
                </a:tc>
                <a:extLst>
                  <a:ext uri="{0D108BD9-81ED-4DB2-BD59-A6C34878D82A}">
                    <a16:rowId xmlns:a16="http://schemas.microsoft.com/office/drawing/2014/main" val="10000"/>
                  </a:ext>
                </a:extLst>
              </a:tr>
              <a:tr h="347058">
                <a:tc>
                  <a:txBody>
                    <a:bodyPr/>
                    <a:lstStyle/>
                    <a:p>
                      <a:pPr algn="ctr">
                        <a:lnSpc>
                          <a:spcPct val="100000"/>
                        </a:lnSpc>
                        <a:spcBef>
                          <a:spcPts val="210"/>
                        </a:spcBef>
                      </a:pPr>
                      <a:r>
                        <a:rPr sz="2000" dirty="0">
                          <a:latin typeface="Calibri"/>
                          <a:cs typeface="Calibri"/>
                        </a:rPr>
                        <a:t>1</a:t>
                      </a:r>
                      <a:endParaRPr sz="2000">
                        <a:latin typeface="Calibri"/>
                        <a:cs typeface="Calibri"/>
                      </a:endParaRPr>
                    </a:p>
                  </a:txBody>
                  <a:tcPr marL="0" marR="0" marT="22052" marB="0">
                    <a:lnL w="6350">
                      <a:solidFill>
                        <a:srgbClr val="FFC000"/>
                      </a:solidFill>
                      <a:prstDash val="solid"/>
                    </a:lnL>
                  </a:tcPr>
                </a:tc>
                <a:tc>
                  <a:txBody>
                    <a:bodyPr/>
                    <a:lstStyle/>
                    <a:p>
                      <a:pPr>
                        <a:lnSpc>
                          <a:spcPct val="100000"/>
                        </a:lnSpc>
                      </a:pPr>
                      <a:endParaRPr sz="2100">
                        <a:latin typeface="Times New Roman"/>
                        <a:cs typeface="Times New Roman"/>
                      </a:endParaRPr>
                    </a:p>
                  </a:txBody>
                  <a:tcPr marL="0" marR="0" marT="0" marB="0">
                    <a:lnR w="6350">
                      <a:solidFill>
                        <a:srgbClr val="FFC000"/>
                      </a:solidFill>
                      <a:prstDash val="solid"/>
                    </a:lnR>
                  </a:tcPr>
                </a:tc>
                <a:tc>
                  <a:txBody>
                    <a:bodyPr/>
                    <a:lstStyle/>
                    <a:p>
                      <a:pPr>
                        <a:lnSpc>
                          <a:spcPct val="100000"/>
                        </a:lnSpc>
                      </a:pPr>
                      <a:endParaRPr sz="2100">
                        <a:latin typeface="Times New Roman"/>
                        <a:cs typeface="Times New Roman"/>
                      </a:endParaRPr>
                    </a:p>
                  </a:txBody>
                  <a:tcPr marL="0" marR="0" marT="0" marB="0">
                    <a:lnL w="6350">
                      <a:solidFill>
                        <a:srgbClr val="FFC000"/>
                      </a:solidFill>
                      <a:prstDash val="solid"/>
                    </a:lnL>
                    <a:lnR w="6350">
                      <a:solidFill>
                        <a:srgbClr val="FFC000"/>
                      </a:solidFill>
                      <a:prstDash val="solid"/>
                    </a:lnR>
                  </a:tcPr>
                </a:tc>
                <a:tc>
                  <a:txBody>
                    <a:bodyPr/>
                    <a:lstStyle/>
                    <a:p>
                      <a:pPr algn="ctr">
                        <a:lnSpc>
                          <a:spcPct val="100000"/>
                        </a:lnSpc>
                        <a:spcBef>
                          <a:spcPts val="210"/>
                        </a:spcBef>
                      </a:pPr>
                      <a:r>
                        <a:rPr sz="2000" dirty="0">
                          <a:latin typeface="Calibri"/>
                          <a:cs typeface="Calibri"/>
                        </a:rPr>
                        <a:t>3</a:t>
                      </a:r>
                      <a:endParaRPr sz="2000">
                        <a:latin typeface="Calibri"/>
                        <a:cs typeface="Calibri"/>
                      </a:endParaRPr>
                    </a:p>
                  </a:txBody>
                  <a:tcPr marL="0" marR="0" marT="22052" marB="0">
                    <a:lnL w="6350">
                      <a:solidFill>
                        <a:srgbClr val="FFC000"/>
                      </a:solidFill>
                      <a:prstDash val="solid"/>
                    </a:lnL>
                    <a:lnT w="6350">
                      <a:solidFill>
                        <a:srgbClr val="FFC000"/>
                      </a:solidFill>
                      <a:prstDash val="solid"/>
                    </a:lnT>
                  </a:tcPr>
                </a:tc>
                <a:tc>
                  <a:txBody>
                    <a:bodyPr/>
                    <a:lstStyle/>
                    <a:p>
                      <a:pPr>
                        <a:lnSpc>
                          <a:spcPct val="100000"/>
                        </a:lnSpc>
                      </a:pPr>
                      <a:endParaRPr sz="2100">
                        <a:latin typeface="Times New Roman"/>
                        <a:cs typeface="Times New Roman"/>
                      </a:endParaRPr>
                    </a:p>
                  </a:txBody>
                  <a:tcPr marL="0" marR="0" marT="0" marB="0">
                    <a:lnR w="6350">
                      <a:solidFill>
                        <a:srgbClr val="FFC000"/>
                      </a:solidFill>
                      <a:prstDash val="solid"/>
                    </a:lnR>
                  </a:tcPr>
                </a:tc>
                <a:tc>
                  <a:txBody>
                    <a:bodyPr/>
                    <a:lstStyle/>
                    <a:p>
                      <a:pPr>
                        <a:lnSpc>
                          <a:spcPct val="100000"/>
                        </a:lnSpc>
                      </a:pPr>
                      <a:endParaRPr sz="2100">
                        <a:latin typeface="Times New Roman"/>
                        <a:cs typeface="Times New Roman"/>
                      </a:endParaRPr>
                    </a:p>
                  </a:txBody>
                  <a:tcPr marL="0" marR="0" marT="0" marB="0">
                    <a:lnL w="6350">
                      <a:solidFill>
                        <a:srgbClr val="FFC000"/>
                      </a:solidFill>
                      <a:prstDash val="solid"/>
                    </a:lnL>
                    <a:lnR w="6350">
                      <a:solidFill>
                        <a:srgbClr val="FFC000"/>
                      </a:solidFill>
                      <a:prstDash val="solid"/>
                    </a:lnR>
                  </a:tcPr>
                </a:tc>
                <a:tc>
                  <a:txBody>
                    <a:bodyPr/>
                    <a:lstStyle/>
                    <a:p>
                      <a:pPr marL="635" algn="ctr">
                        <a:lnSpc>
                          <a:spcPct val="100000"/>
                        </a:lnSpc>
                        <a:spcBef>
                          <a:spcPts val="210"/>
                        </a:spcBef>
                      </a:pPr>
                      <a:r>
                        <a:rPr sz="2000" dirty="0">
                          <a:latin typeface="Calibri"/>
                          <a:cs typeface="Calibri"/>
                        </a:rPr>
                        <a:t>2</a:t>
                      </a:r>
                      <a:endParaRPr sz="2000">
                        <a:latin typeface="Calibri"/>
                        <a:cs typeface="Calibri"/>
                      </a:endParaRPr>
                    </a:p>
                  </a:txBody>
                  <a:tcPr marL="0" marR="0" marT="22052" marB="0">
                    <a:lnL w="6350">
                      <a:solidFill>
                        <a:srgbClr val="FFC000"/>
                      </a:solidFill>
                      <a:prstDash val="solid"/>
                    </a:lnL>
                    <a:lnT w="6350">
                      <a:solidFill>
                        <a:srgbClr val="FFC000"/>
                      </a:solidFill>
                      <a:prstDash val="solid"/>
                    </a:lnT>
                  </a:tcPr>
                </a:tc>
                <a:tc>
                  <a:txBody>
                    <a:bodyPr/>
                    <a:lstStyle/>
                    <a:p>
                      <a:pPr>
                        <a:lnSpc>
                          <a:spcPct val="100000"/>
                        </a:lnSpc>
                      </a:pPr>
                      <a:endParaRPr sz="2100">
                        <a:latin typeface="Times New Roman"/>
                        <a:cs typeface="Times New Roman"/>
                      </a:endParaRPr>
                    </a:p>
                  </a:txBody>
                  <a:tcPr marL="0" marR="0" marT="0" marB="0">
                    <a:lnR w="6350">
                      <a:solidFill>
                        <a:srgbClr val="FFC000"/>
                      </a:solidFill>
                      <a:prstDash val="solid"/>
                    </a:lnR>
                  </a:tcPr>
                </a:tc>
                <a:tc>
                  <a:txBody>
                    <a:bodyPr/>
                    <a:lstStyle/>
                    <a:p>
                      <a:pPr>
                        <a:lnSpc>
                          <a:spcPct val="100000"/>
                        </a:lnSpc>
                      </a:pPr>
                      <a:endParaRPr sz="2100">
                        <a:latin typeface="Times New Roman"/>
                        <a:cs typeface="Times New Roman"/>
                      </a:endParaRPr>
                    </a:p>
                  </a:txBody>
                  <a:tcPr marL="0" marR="0" marT="0" marB="0">
                    <a:lnL w="6350">
                      <a:solidFill>
                        <a:srgbClr val="FFC000"/>
                      </a:solidFill>
                      <a:prstDash val="solid"/>
                    </a:lnL>
                    <a:lnR w="6350">
                      <a:solidFill>
                        <a:srgbClr val="FFC000"/>
                      </a:solidFill>
                      <a:prstDash val="solid"/>
                    </a:lnR>
                  </a:tcPr>
                </a:tc>
                <a:tc>
                  <a:txBody>
                    <a:bodyPr/>
                    <a:lstStyle/>
                    <a:p>
                      <a:pPr algn="ctr">
                        <a:lnSpc>
                          <a:spcPct val="100000"/>
                        </a:lnSpc>
                        <a:spcBef>
                          <a:spcPts val="210"/>
                        </a:spcBef>
                      </a:pPr>
                      <a:r>
                        <a:rPr sz="2000" dirty="0">
                          <a:latin typeface="Calibri"/>
                          <a:cs typeface="Calibri"/>
                        </a:rPr>
                        <a:t>4</a:t>
                      </a:r>
                      <a:endParaRPr sz="2000">
                        <a:latin typeface="Calibri"/>
                        <a:cs typeface="Calibri"/>
                      </a:endParaRPr>
                    </a:p>
                  </a:txBody>
                  <a:tcPr marL="0" marR="0" marT="22052" marB="0">
                    <a:lnL w="6350">
                      <a:solidFill>
                        <a:srgbClr val="FFC000"/>
                      </a:solidFill>
                      <a:prstDash val="solid"/>
                    </a:lnL>
                    <a:lnT w="6350">
                      <a:solidFill>
                        <a:srgbClr val="FFC000"/>
                      </a:solidFill>
                      <a:prstDash val="solid"/>
                    </a:lnT>
                  </a:tcPr>
                </a:tc>
                <a:tc>
                  <a:txBody>
                    <a:bodyPr/>
                    <a:lstStyle/>
                    <a:p>
                      <a:pPr>
                        <a:lnSpc>
                          <a:spcPct val="100000"/>
                        </a:lnSpc>
                      </a:pPr>
                      <a:endParaRPr sz="2100">
                        <a:latin typeface="Times New Roman"/>
                        <a:cs typeface="Times New Roman"/>
                      </a:endParaRPr>
                    </a:p>
                  </a:txBody>
                  <a:tcPr marL="0" marR="0" marT="0" marB="0">
                    <a:lnR w="6350">
                      <a:solidFill>
                        <a:srgbClr val="FFC000"/>
                      </a:solidFill>
                      <a:prstDash val="solid"/>
                    </a:lnR>
                  </a:tcPr>
                </a:tc>
                <a:tc>
                  <a:txBody>
                    <a:bodyPr/>
                    <a:lstStyle/>
                    <a:p>
                      <a:pPr>
                        <a:lnSpc>
                          <a:spcPct val="100000"/>
                        </a:lnSpc>
                      </a:pPr>
                      <a:endParaRPr sz="2100">
                        <a:latin typeface="Times New Roman"/>
                        <a:cs typeface="Times New Roman"/>
                      </a:endParaRPr>
                    </a:p>
                  </a:txBody>
                  <a:tcPr marL="0" marR="0" marT="0" marB="0">
                    <a:lnL w="6350">
                      <a:solidFill>
                        <a:srgbClr val="FFC000"/>
                      </a:solidFill>
                      <a:prstDash val="solid"/>
                    </a:lnL>
                    <a:lnR w="6350">
                      <a:solidFill>
                        <a:srgbClr val="FFC000"/>
                      </a:solidFill>
                      <a:prstDash val="solid"/>
                    </a:lnR>
                  </a:tcPr>
                </a:tc>
                <a:tc>
                  <a:txBody>
                    <a:bodyPr/>
                    <a:lstStyle/>
                    <a:p>
                      <a:pPr algn="ctr">
                        <a:lnSpc>
                          <a:spcPct val="100000"/>
                        </a:lnSpc>
                        <a:spcBef>
                          <a:spcPts val="210"/>
                        </a:spcBef>
                      </a:pPr>
                      <a:r>
                        <a:rPr sz="2000" dirty="0">
                          <a:latin typeface="Calibri"/>
                          <a:cs typeface="Calibri"/>
                        </a:rPr>
                        <a:t>2</a:t>
                      </a:r>
                      <a:endParaRPr sz="2000">
                        <a:latin typeface="Calibri"/>
                        <a:cs typeface="Calibri"/>
                      </a:endParaRPr>
                    </a:p>
                  </a:txBody>
                  <a:tcPr marL="0" marR="0" marT="22052" marB="0">
                    <a:lnL w="6350">
                      <a:solidFill>
                        <a:srgbClr val="FFC000"/>
                      </a:solidFill>
                      <a:prstDash val="solid"/>
                    </a:lnL>
                    <a:lnT w="6350">
                      <a:solidFill>
                        <a:srgbClr val="FFC000"/>
                      </a:solidFill>
                      <a:prstDash val="solid"/>
                    </a:lnT>
                  </a:tcPr>
                </a:tc>
                <a:tc>
                  <a:txBody>
                    <a:bodyPr/>
                    <a:lstStyle/>
                    <a:p>
                      <a:pPr>
                        <a:lnSpc>
                          <a:spcPct val="100000"/>
                        </a:lnSpc>
                      </a:pPr>
                      <a:endParaRPr sz="2100">
                        <a:latin typeface="Times New Roman"/>
                        <a:cs typeface="Times New Roman"/>
                      </a:endParaRPr>
                    </a:p>
                  </a:txBody>
                  <a:tcPr marL="0" marR="0" marT="0" marB="0">
                    <a:lnR w="6350">
                      <a:solidFill>
                        <a:srgbClr val="FFC000"/>
                      </a:solidFill>
                      <a:prstDash val="solid"/>
                    </a:lnR>
                  </a:tcPr>
                </a:tc>
                <a:tc>
                  <a:txBody>
                    <a:bodyPr/>
                    <a:lstStyle/>
                    <a:p>
                      <a:pPr>
                        <a:lnSpc>
                          <a:spcPct val="100000"/>
                        </a:lnSpc>
                      </a:pPr>
                      <a:endParaRPr sz="2100">
                        <a:latin typeface="Times New Roman"/>
                        <a:cs typeface="Times New Roman"/>
                      </a:endParaRPr>
                    </a:p>
                  </a:txBody>
                  <a:tcPr marL="0" marR="0" marT="0" marB="0">
                    <a:lnL w="6350">
                      <a:solidFill>
                        <a:srgbClr val="FFC000"/>
                      </a:solidFill>
                      <a:prstDash val="solid"/>
                    </a:lnL>
                    <a:lnR w="6350">
                      <a:solidFill>
                        <a:srgbClr val="FFC000"/>
                      </a:solidFill>
                      <a:prstDash val="solid"/>
                    </a:lnR>
                  </a:tcPr>
                </a:tc>
                <a:tc>
                  <a:txBody>
                    <a:bodyPr/>
                    <a:lstStyle/>
                    <a:p>
                      <a:pPr algn="ctr">
                        <a:lnSpc>
                          <a:spcPct val="100000"/>
                        </a:lnSpc>
                        <a:spcBef>
                          <a:spcPts val="210"/>
                        </a:spcBef>
                      </a:pPr>
                      <a:r>
                        <a:rPr sz="2000" dirty="0">
                          <a:latin typeface="Calibri"/>
                          <a:cs typeface="Calibri"/>
                        </a:rPr>
                        <a:t>1</a:t>
                      </a:r>
                      <a:endParaRPr sz="2000">
                        <a:latin typeface="Calibri"/>
                        <a:cs typeface="Calibri"/>
                      </a:endParaRPr>
                    </a:p>
                  </a:txBody>
                  <a:tcPr marL="0" marR="0" marT="22052" marB="0">
                    <a:lnL w="6350">
                      <a:solidFill>
                        <a:srgbClr val="FFC000"/>
                      </a:solidFill>
                      <a:prstDash val="solid"/>
                    </a:lnL>
                    <a:lnT w="6350">
                      <a:solidFill>
                        <a:srgbClr val="FFC000"/>
                      </a:solidFill>
                      <a:prstDash val="solid"/>
                    </a:lnT>
                  </a:tcPr>
                </a:tc>
                <a:tc>
                  <a:txBody>
                    <a:bodyPr/>
                    <a:lstStyle/>
                    <a:p>
                      <a:pPr>
                        <a:lnSpc>
                          <a:spcPct val="100000"/>
                        </a:lnSpc>
                      </a:pPr>
                      <a:endParaRPr sz="2100">
                        <a:latin typeface="Times New Roman"/>
                        <a:cs typeface="Times New Roman"/>
                      </a:endParaRPr>
                    </a:p>
                  </a:txBody>
                  <a:tcPr marL="0" marR="0" marT="0" marB="0">
                    <a:lnR w="6350">
                      <a:solidFill>
                        <a:srgbClr val="FFC000"/>
                      </a:solidFill>
                      <a:prstDash val="solid"/>
                    </a:lnR>
                  </a:tcPr>
                </a:tc>
                <a:tc>
                  <a:txBody>
                    <a:bodyPr/>
                    <a:lstStyle/>
                    <a:p>
                      <a:pPr>
                        <a:lnSpc>
                          <a:spcPct val="100000"/>
                        </a:lnSpc>
                      </a:pPr>
                      <a:endParaRPr sz="2100">
                        <a:latin typeface="Times New Roman"/>
                        <a:cs typeface="Times New Roman"/>
                      </a:endParaRPr>
                    </a:p>
                  </a:txBody>
                  <a:tcPr marL="0" marR="0" marT="0" marB="0">
                    <a:lnL w="6350">
                      <a:solidFill>
                        <a:srgbClr val="FFC000"/>
                      </a:solidFill>
                      <a:prstDash val="solid"/>
                    </a:lnL>
                    <a:lnR w="6350">
                      <a:solidFill>
                        <a:srgbClr val="FFC000"/>
                      </a:solidFill>
                      <a:prstDash val="solid"/>
                    </a:lnR>
                  </a:tcPr>
                </a:tc>
                <a:tc>
                  <a:txBody>
                    <a:bodyPr/>
                    <a:lstStyle/>
                    <a:p>
                      <a:pPr marL="635" algn="ctr">
                        <a:lnSpc>
                          <a:spcPct val="100000"/>
                        </a:lnSpc>
                        <a:spcBef>
                          <a:spcPts val="210"/>
                        </a:spcBef>
                      </a:pPr>
                      <a:r>
                        <a:rPr sz="2000" dirty="0">
                          <a:latin typeface="Calibri"/>
                          <a:cs typeface="Calibri"/>
                        </a:rPr>
                        <a:t>3</a:t>
                      </a:r>
                      <a:endParaRPr sz="2000">
                        <a:latin typeface="Calibri"/>
                        <a:cs typeface="Calibri"/>
                      </a:endParaRPr>
                    </a:p>
                  </a:txBody>
                  <a:tcPr marL="0" marR="0" marT="22052" marB="0">
                    <a:lnL w="6350">
                      <a:solidFill>
                        <a:srgbClr val="FFC000"/>
                      </a:solidFill>
                      <a:prstDash val="solid"/>
                    </a:lnL>
                    <a:lnT w="6350">
                      <a:solidFill>
                        <a:srgbClr val="FFC000"/>
                      </a:solidFill>
                      <a:prstDash val="solid"/>
                    </a:lnT>
                  </a:tcPr>
                </a:tc>
                <a:tc>
                  <a:txBody>
                    <a:bodyPr/>
                    <a:lstStyle/>
                    <a:p>
                      <a:pPr>
                        <a:lnSpc>
                          <a:spcPct val="100000"/>
                        </a:lnSpc>
                      </a:pPr>
                      <a:endParaRPr sz="2100">
                        <a:latin typeface="Times New Roman"/>
                        <a:cs typeface="Times New Roman"/>
                      </a:endParaRPr>
                    </a:p>
                  </a:txBody>
                  <a:tcPr marL="0" marR="0" marT="0" marB="0">
                    <a:lnR w="6350">
                      <a:solidFill>
                        <a:srgbClr val="FFC000"/>
                      </a:solidFill>
                      <a:prstDash val="solid"/>
                    </a:lnR>
                  </a:tcPr>
                </a:tc>
                <a:tc>
                  <a:txBody>
                    <a:bodyPr/>
                    <a:lstStyle/>
                    <a:p>
                      <a:pPr>
                        <a:lnSpc>
                          <a:spcPct val="100000"/>
                        </a:lnSpc>
                      </a:pPr>
                      <a:endParaRPr sz="2100">
                        <a:latin typeface="Times New Roman"/>
                        <a:cs typeface="Times New Roman"/>
                      </a:endParaRPr>
                    </a:p>
                  </a:txBody>
                  <a:tcPr marL="0" marR="0" marT="0" marB="0">
                    <a:lnL w="6350">
                      <a:solidFill>
                        <a:srgbClr val="FFC000"/>
                      </a:solidFill>
                      <a:prstDash val="solid"/>
                    </a:lnL>
                    <a:lnR w="6350">
                      <a:solidFill>
                        <a:srgbClr val="FFC000"/>
                      </a:solidFill>
                      <a:prstDash val="solid"/>
                    </a:lnR>
                  </a:tcPr>
                </a:tc>
                <a:tc>
                  <a:txBody>
                    <a:bodyPr/>
                    <a:lstStyle/>
                    <a:p>
                      <a:pPr marL="147320">
                        <a:lnSpc>
                          <a:spcPct val="100000"/>
                        </a:lnSpc>
                        <a:spcBef>
                          <a:spcPts val="210"/>
                        </a:spcBef>
                      </a:pPr>
                      <a:r>
                        <a:rPr sz="2000" dirty="0">
                          <a:latin typeface="Calibri"/>
                          <a:cs typeface="Calibri"/>
                        </a:rPr>
                        <a:t>6</a:t>
                      </a:r>
                      <a:endParaRPr sz="2000">
                        <a:latin typeface="Calibri"/>
                        <a:cs typeface="Calibri"/>
                      </a:endParaRPr>
                    </a:p>
                  </a:txBody>
                  <a:tcPr marL="0" marR="0" marT="22052" marB="0">
                    <a:lnL w="6350">
                      <a:solidFill>
                        <a:srgbClr val="FFC000"/>
                      </a:solidFill>
                      <a:prstDash val="solid"/>
                    </a:lnL>
                    <a:lnT w="6350">
                      <a:solidFill>
                        <a:srgbClr val="FFC000"/>
                      </a:solidFill>
                      <a:prstDash val="solid"/>
                    </a:lnT>
                  </a:tcPr>
                </a:tc>
                <a:tc>
                  <a:txBody>
                    <a:bodyPr/>
                    <a:lstStyle/>
                    <a:p>
                      <a:pPr>
                        <a:lnSpc>
                          <a:spcPct val="100000"/>
                        </a:lnSpc>
                      </a:pPr>
                      <a:endParaRPr sz="2100">
                        <a:latin typeface="Times New Roman"/>
                        <a:cs typeface="Times New Roman"/>
                      </a:endParaRPr>
                    </a:p>
                  </a:txBody>
                  <a:tcPr marL="0" marR="0" marT="0" marB="0">
                    <a:lnR w="6350">
                      <a:solidFill>
                        <a:srgbClr val="FFC000"/>
                      </a:solidFill>
                      <a:prstDash val="solid"/>
                    </a:lnR>
                  </a:tcPr>
                </a:tc>
                <a:tc>
                  <a:txBody>
                    <a:bodyPr/>
                    <a:lstStyle/>
                    <a:p>
                      <a:pPr>
                        <a:lnSpc>
                          <a:spcPct val="100000"/>
                        </a:lnSpc>
                      </a:pPr>
                      <a:endParaRPr sz="2100">
                        <a:latin typeface="Times New Roman"/>
                        <a:cs typeface="Times New Roman"/>
                      </a:endParaRPr>
                    </a:p>
                  </a:txBody>
                  <a:tcPr marL="0" marR="0" marT="0" marB="0">
                    <a:lnL w="6350">
                      <a:solidFill>
                        <a:srgbClr val="FFC000"/>
                      </a:solidFill>
                      <a:prstDash val="solid"/>
                    </a:lnL>
                    <a:lnR w="6350">
                      <a:solidFill>
                        <a:srgbClr val="FFC000"/>
                      </a:solidFill>
                      <a:prstDash val="solid"/>
                    </a:lnR>
                  </a:tcPr>
                </a:tc>
                <a:tc>
                  <a:txBody>
                    <a:bodyPr/>
                    <a:lstStyle/>
                    <a:p>
                      <a:pPr marL="147955">
                        <a:lnSpc>
                          <a:spcPct val="100000"/>
                        </a:lnSpc>
                        <a:spcBef>
                          <a:spcPts val="210"/>
                        </a:spcBef>
                      </a:pPr>
                      <a:r>
                        <a:rPr sz="2000" dirty="0">
                          <a:latin typeface="Calibri"/>
                          <a:cs typeface="Calibri"/>
                        </a:rPr>
                        <a:t>1</a:t>
                      </a:r>
                      <a:endParaRPr sz="2000">
                        <a:latin typeface="Calibri"/>
                        <a:cs typeface="Calibri"/>
                      </a:endParaRPr>
                    </a:p>
                  </a:txBody>
                  <a:tcPr marL="0" marR="0" marT="22052" marB="0">
                    <a:lnL w="6350">
                      <a:solidFill>
                        <a:srgbClr val="FFC000"/>
                      </a:solidFill>
                      <a:prstDash val="solid"/>
                    </a:lnL>
                    <a:lnR w="6350">
                      <a:solidFill>
                        <a:srgbClr val="FFC000"/>
                      </a:solidFill>
                      <a:prstDash val="solid"/>
                    </a:lnR>
                  </a:tcPr>
                </a:tc>
                <a:extLst>
                  <a:ext uri="{0D108BD9-81ED-4DB2-BD59-A6C34878D82A}">
                    <a16:rowId xmlns:a16="http://schemas.microsoft.com/office/drawing/2014/main" val="10001"/>
                  </a:ext>
                </a:extLst>
              </a:tr>
              <a:tr h="302429">
                <a:tc>
                  <a:txBody>
                    <a:bodyPr/>
                    <a:lstStyle/>
                    <a:p>
                      <a:pPr algn="ctr">
                        <a:lnSpc>
                          <a:spcPts val="2710"/>
                        </a:lnSpc>
                      </a:pPr>
                      <a:r>
                        <a:rPr sz="2000" dirty="0">
                          <a:latin typeface="Calibri"/>
                          <a:cs typeface="Calibri"/>
                        </a:rPr>
                        <a:t>0</a:t>
                      </a:r>
                      <a:endParaRPr sz="2000">
                        <a:latin typeface="Calibri"/>
                        <a:cs typeface="Calibri"/>
                      </a:endParaRPr>
                    </a:p>
                  </a:txBody>
                  <a:tcPr marL="0" marR="0" marT="0" marB="0">
                    <a:lnL w="6350">
                      <a:solidFill>
                        <a:srgbClr val="FFC000"/>
                      </a:solidFill>
                      <a:prstDash val="solid"/>
                    </a:lnL>
                  </a:tcPr>
                </a:tc>
                <a:tc>
                  <a:txBody>
                    <a:bodyPr/>
                    <a:lstStyle/>
                    <a:p>
                      <a:pPr>
                        <a:lnSpc>
                          <a:spcPct val="100000"/>
                        </a:lnSpc>
                      </a:pPr>
                      <a:endParaRPr sz="1900">
                        <a:latin typeface="Times New Roman"/>
                        <a:cs typeface="Times New Roman"/>
                      </a:endParaRPr>
                    </a:p>
                  </a:txBody>
                  <a:tcPr marL="0" marR="0" marT="0" marB="0">
                    <a:lnR w="6350">
                      <a:solidFill>
                        <a:srgbClr val="FFC000"/>
                      </a:solidFill>
                      <a:prstDash val="solid"/>
                    </a:lnR>
                  </a:tcPr>
                </a:tc>
                <a:tc>
                  <a:txBody>
                    <a:bodyPr/>
                    <a:lstStyle/>
                    <a:p>
                      <a:pPr>
                        <a:lnSpc>
                          <a:spcPct val="100000"/>
                        </a:lnSpc>
                      </a:pPr>
                      <a:endParaRPr sz="1900">
                        <a:latin typeface="Times New Roman"/>
                        <a:cs typeface="Times New Roman"/>
                      </a:endParaRPr>
                    </a:p>
                  </a:txBody>
                  <a:tcPr marL="0" marR="0" marT="0" marB="0">
                    <a:lnL w="6350">
                      <a:solidFill>
                        <a:srgbClr val="FFC000"/>
                      </a:solidFill>
                      <a:prstDash val="solid"/>
                    </a:lnL>
                    <a:lnR w="6350">
                      <a:solidFill>
                        <a:srgbClr val="FFC000"/>
                      </a:solidFill>
                      <a:prstDash val="solid"/>
                    </a:lnR>
                  </a:tcPr>
                </a:tc>
                <a:tc>
                  <a:txBody>
                    <a:bodyPr/>
                    <a:lstStyle/>
                    <a:p>
                      <a:pPr algn="ctr">
                        <a:lnSpc>
                          <a:spcPts val="2710"/>
                        </a:lnSpc>
                      </a:pPr>
                      <a:r>
                        <a:rPr sz="2000" dirty="0">
                          <a:latin typeface="Calibri"/>
                          <a:cs typeface="Calibri"/>
                        </a:rPr>
                        <a:t>1</a:t>
                      </a:r>
                      <a:endParaRPr sz="2000">
                        <a:latin typeface="Calibri"/>
                        <a:cs typeface="Calibri"/>
                      </a:endParaRPr>
                    </a:p>
                  </a:txBody>
                  <a:tcPr marL="0" marR="0" marT="0" marB="0">
                    <a:lnL w="6350">
                      <a:solidFill>
                        <a:srgbClr val="FFC000"/>
                      </a:solidFill>
                      <a:prstDash val="solid"/>
                    </a:lnL>
                  </a:tcPr>
                </a:tc>
                <a:tc>
                  <a:txBody>
                    <a:bodyPr/>
                    <a:lstStyle/>
                    <a:p>
                      <a:pPr>
                        <a:lnSpc>
                          <a:spcPct val="100000"/>
                        </a:lnSpc>
                      </a:pPr>
                      <a:endParaRPr sz="1900">
                        <a:latin typeface="Times New Roman"/>
                        <a:cs typeface="Times New Roman"/>
                      </a:endParaRPr>
                    </a:p>
                  </a:txBody>
                  <a:tcPr marL="0" marR="0" marT="0" marB="0">
                    <a:lnR w="6350">
                      <a:solidFill>
                        <a:srgbClr val="FFC000"/>
                      </a:solidFill>
                      <a:prstDash val="solid"/>
                    </a:lnR>
                  </a:tcPr>
                </a:tc>
                <a:tc>
                  <a:txBody>
                    <a:bodyPr/>
                    <a:lstStyle/>
                    <a:p>
                      <a:pPr>
                        <a:lnSpc>
                          <a:spcPct val="100000"/>
                        </a:lnSpc>
                      </a:pPr>
                      <a:endParaRPr sz="1900">
                        <a:latin typeface="Times New Roman"/>
                        <a:cs typeface="Times New Roman"/>
                      </a:endParaRPr>
                    </a:p>
                  </a:txBody>
                  <a:tcPr marL="0" marR="0" marT="0" marB="0">
                    <a:lnL w="6350">
                      <a:solidFill>
                        <a:srgbClr val="FFC000"/>
                      </a:solidFill>
                      <a:prstDash val="solid"/>
                    </a:lnL>
                    <a:lnR w="6350">
                      <a:solidFill>
                        <a:srgbClr val="FFC000"/>
                      </a:solidFill>
                      <a:prstDash val="solid"/>
                    </a:lnR>
                  </a:tcPr>
                </a:tc>
                <a:tc>
                  <a:txBody>
                    <a:bodyPr/>
                    <a:lstStyle/>
                    <a:p>
                      <a:pPr marL="635" algn="ctr">
                        <a:lnSpc>
                          <a:spcPts val="2710"/>
                        </a:lnSpc>
                      </a:pPr>
                      <a:r>
                        <a:rPr sz="2000" dirty="0">
                          <a:latin typeface="Calibri"/>
                          <a:cs typeface="Calibri"/>
                        </a:rPr>
                        <a:t>0</a:t>
                      </a:r>
                      <a:endParaRPr sz="2000">
                        <a:latin typeface="Calibri"/>
                        <a:cs typeface="Calibri"/>
                      </a:endParaRPr>
                    </a:p>
                  </a:txBody>
                  <a:tcPr marL="0" marR="0" marT="0" marB="0">
                    <a:lnL w="6350">
                      <a:solidFill>
                        <a:srgbClr val="FFC000"/>
                      </a:solidFill>
                      <a:prstDash val="solid"/>
                    </a:lnL>
                  </a:tcPr>
                </a:tc>
                <a:tc>
                  <a:txBody>
                    <a:bodyPr/>
                    <a:lstStyle/>
                    <a:p>
                      <a:pPr>
                        <a:lnSpc>
                          <a:spcPct val="100000"/>
                        </a:lnSpc>
                      </a:pPr>
                      <a:endParaRPr sz="1900">
                        <a:latin typeface="Times New Roman"/>
                        <a:cs typeface="Times New Roman"/>
                      </a:endParaRPr>
                    </a:p>
                  </a:txBody>
                  <a:tcPr marL="0" marR="0" marT="0" marB="0">
                    <a:lnR w="6350">
                      <a:solidFill>
                        <a:srgbClr val="FFC000"/>
                      </a:solidFill>
                      <a:prstDash val="solid"/>
                    </a:lnR>
                  </a:tcPr>
                </a:tc>
                <a:tc>
                  <a:txBody>
                    <a:bodyPr/>
                    <a:lstStyle/>
                    <a:p>
                      <a:pPr>
                        <a:lnSpc>
                          <a:spcPct val="100000"/>
                        </a:lnSpc>
                      </a:pPr>
                      <a:endParaRPr sz="1900">
                        <a:latin typeface="Times New Roman"/>
                        <a:cs typeface="Times New Roman"/>
                      </a:endParaRPr>
                    </a:p>
                  </a:txBody>
                  <a:tcPr marL="0" marR="0" marT="0" marB="0">
                    <a:lnL w="6350">
                      <a:solidFill>
                        <a:srgbClr val="FFC000"/>
                      </a:solidFill>
                      <a:prstDash val="solid"/>
                    </a:lnL>
                    <a:lnR w="6350">
                      <a:solidFill>
                        <a:srgbClr val="FFC000"/>
                      </a:solidFill>
                      <a:prstDash val="solid"/>
                    </a:lnR>
                  </a:tcPr>
                </a:tc>
                <a:tc>
                  <a:txBody>
                    <a:bodyPr/>
                    <a:lstStyle/>
                    <a:p>
                      <a:pPr algn="ctr">
                        <a:lnSpc>
                          <a:spcPts val="2710"/>
                        </a:lnSpc>
                      </a:pPr>
                      <a:r>
                        <a:rPr sz="2000" dirty="0">
                          <a:latin typeface="Calibri"/>
                          <a:cs typeface="Calibri"/>
                        </a:rPr>
                        <a:t>1</a:t>
                      </a:r>
                      <a:endParaRPr sz="2000">
                        <a:latin typeface="Calibri"/>
                        <a:cs typeface="Calibri"/>
                      </a:endParaRPr>
                    </a:p>
                  </a:txBody>
                  <a:tcPr marL="0" marR="0" marT="0" marB="0">
                    <a:lnL w="6350">
                      <a:solidFill>
                        <a:srgbClr val="FFC000"/>
                      </a:solidFill>
                      <a:prstDash val="solid"/>
                    </a:lnL>
                  </a:tcPr>
                </a:tc>
                <a:tc>
                  <a:txBody>
                    <a:bodyPr/>
                    <a:lstStyle/>
                    <a:p>
                      <a:pPr>
                        <a:lnSpc>
                          <a:spcPct val="100000"/>
                        </a:lnSpc>
                      </a:pPr>
                      <a:endParaRPr sz="1900">
                        <a:latin typeface="Times New Roman"/>
                        <a:cs typeface="Times New Roman"/>
                      </a:endParaRPr>
                    </a:p>
                  </a:txBody>
                  <a:tcPr marL="0" marR="0" marT="0" marB="0">
                    <a:lnR w="6350">
                      <a:solidFill>
                        <a:srgbClr val="FFC000"/>
                      </a:solidFill>
                      <a:prstDash val="solid"/>
                    </a:lnR>
                  </a:tcPr>
                </a:tc>
                <a:tc>
                  <a:txBody>
                    <a:bodyPr/>
                    <a:lstStyle/>
                    <a:p>
                      <a:pPr>
                        <a:lnSpc>
                          <a:spcPct val="100000"/>
                        </a:lnSpc>
                      </a:pPr>
                      <a:endParaRPr sz="1900">
                        <a:latin typeface="Times New Roman"/>
                        <a:cs typeface="Times New Roman"/>
                      </a:endParaRPr>
                    </a:p>
                  </a:txBody>
                  <a:tcPr marL="0" marR="0" marT="0" marB="0">
                    <a:lnL w="6350">
                      <a:solidFill>
                        <a:srgbClr val="FFC000"/>
                      </a:solidFill>
                      <a:prstDash val="solid"/>
                    </a:lnL>
                    <a:lnR w="6350">
                      <a:solidFill>
                        <a:srgbClr val="FFC000"/>
                      </a:solidFill>
                      <a:prstDash val="solid"/>
                    </a:lnR>
                  </a:tcPr>
                </a:tc>
                <a:tc>
                  <a:txBody>
                    <a:bodyPr/>
                    <a:lstStyle/>
                    <a:p>
                      <a:pPr marL="635" algn="ctr">
                        <a:lnSpc>
                          <a:spcPts val="2710"/>
                        </a:lnSpc>
                      </a:pPr>
                      <a:r>
                        <a:rPr sz="2000" dirty="0">
                          <a:latin typeface="Calibri"/>
                          <a:cs typeface="Calibri"/>
                        </a:rPr>
                        <a:t>0</a:t>
                      </a:r>
                      <a:endParaRPr sz="2000">
                        <a:latin typeface="Calibri"/>
                        <a:cs typeface="Calibri"/>
                      </a:endParaRPr>
                    </a:p>
                  </a:txBody>
                  <a:tcPr marL="0" marR="0" marT="0" marB="0">
                    <a:lnL w="6350">
                      <a:solidFill>
                        <a:srgbClr val="FFC000"/>
                      </a:solidFill>
                      <a:prstDash val="solid"/>
                    </a:lnL>
                  </a:tcPr>
                </a:tc>
                <a:tc>
                  <a:txBody>
                    <a:bodyPr/>
                    <a:lstStyle/>
                    <a:p>
                      <a:pPr>
                        <a:lnSpc>
                          <a:spcPct val="100000"/>
                        </a:lnSpc>
                      </a:pPr>
                      <a:endParaRPr sz="1900">
                        <a:latin typeface="Times New Roman"/>
                        <a:cs typeface="Times New Roman"/>
                      </a:endParaRPr>
                    </a:p>
                  </a:txBody>
                  <a:tcPr marL="0" marR="0" marT="0" marB="0">
                    <a:lnR w="6350">
                      <a:solidFill>
                        <a:srgbClr val="FFC000"/>
                      </a:solidFill>
                      <a:prstDash val="solid"/>
                    </a:lnR>
                  </a:tcPr>
                </a:tc>
                <a:tc>
                  <a:txBody>
                    <a:bodyPr/>
                    <a:lstStyle/>
                    <a:p>
                      <a:pPr>
                        <a:lnSpc>
                          <a:spcPct val="100000"/>
                        </a:lnSpc>
                      </a:pPr>
                      <a:endParaRPr sz="1900">
                        <a:latin typeface="Times New Roman"/>
                        <a:cs typeface="Times New Roman"/>
                      </a:endParaRPr>
                    </a:p>
                  </a:txBody>
                  <a:tcPr marL="0" marR="0" marT="0" marB="0">
                    <a:lnL w="6350">
                      <a:solidFill>
                        <a:srgbClr val="FFC000"/>
                      </a:solidFill>
                      <a:prstDash val="solid"/>
                    </a:lnL>
                    <a:lnR w="6350">
                      <a:solidFill>
                        <a:srgbClr val="FFC000"/>
                      </a:solidFill>
                      <a:prstDash val="solid"/>
                    </a:lnR>
                  </a:tcPr>
                </a:tc>
                <a:tc>
                  <a:txBody>
                    <a:bodyPr/>
                    <a:lstStyle/>
                    <a:p>
                      <a:pPr algn="ctr">
                        <a:lnSpc>
                          <a:spcPts val="2665"/>
                        </a:lnSpc>
                      </a:pPr>
                      <a:r>
                        <a:rPr sz="2000" dirty="0">
                          <a:latin typeface="Calibri"/>
                          <a:cs typeface="Calibri"/>
                        </a:rPr>
                        <a:t>0</a:t>
                      </a:r>
                      <a:endParaRPr sz="2000">
                        <a:latin typeface="Calibri"/>
                        <a:cs typeface="Calibri"/>
                      </a:endParaRPr>
                    </a:p>
                  </a:txBody>
                  <a:tcPr marL="0" marR="0" marT="0" marB="0">
                    <a:lnL w="6350">
                      <a:solidFill>
                        <a:srgbClr val="FFC000"/>
                      </a:solidFill>
                      <a:prstDash val="solid"/>
                    </a:lnL>
                  </a:tcPr>
                </a:tc>
                <a:tc>
                  <a:txBody>
                    <a:bodyPr/>
                    <a:lstStyle/>
                    <a:p>
                      <a:pPr>
                        <a:lnSpc>
                          <a:spcPct val="100000"/>
                        </a:lnSpc>
                      </a:pPr>
                      <a:endParaRPr sz="1900">
                        <a:latin typeface="Times New Roman"/>
                        <a:cs typeface="Times New Roman"/>
                      </a:endParaRPr>
                    </a:p>
                  </a:txBody>
                  <a:tcPr marL="0" marR="0" marT="0" marB="0">
                    <a:lnR w="6350">
                      <a:solidFill>
                        <a:srgbClr val="FFC000"/>
                      </a:solidFill>
                      <a:prstDash val="solid"/>
                    </a:lnR>
                  </a:tcPr>
                </a:tc>
                <a:tc>
                  <a:txBody>
                    <a:bodyPr/>
                    <a:lstStyle/>
                    <a:p>
                      <a:pPr>
                        <a:lnSpc>
                          <a:spcPct val="100000"/>
                        </a:lnSpc>
                      </a:pPr>
                      <a:endParaRPr sz="1900">
                        <a:latin typeface="Times New Roman"/>
                        <a:cs typeface="Times New Roman"/>
                      </a:endParaRPr>
                    </a:p>
                  </a:txBody>
                  <a:tcPr marL="0" marR="0" marT="0" marB="0">
                    <a:lnL w="6350">
                      <a:solidFill>
                        <a:srgbClr val="FFC000"/>
                      </a:solidFill>
                      <a:prstDash val="solid"/>
                    </a:lnL>
                    <a:lnR w="6350">
                      <a:solidFill>
                        <a:srgbClr val="FFC000"/>
                      </a:solidFill>
                      <a:prstDash val="solid"/>
                    </a:lnR>
                  </a:tcPr>
                </a:tc>
                <a:tc>
                  <a:txBody>
                    <a:bodyPr/>
                    <a:lstStyle/>
                    <a:p>
                      <a:pPr marL="2540" algn="ctr">
                        <a:lnSpc>
                          <a:spcPts val="2665"/>
                        </a:lnSpc>
                      </a:pPr>
                      <a:r>
                        <a:rPr sz="2000" spc="-5" dirty="0">
                          <a:latin typeface="Calibri"/>
                          <a:cs typeface="Calibri"/>
                        </a:rPr>
                        <a:t>-1</a:t>
                      </a:r>
                      <a:endParaRPr sz="2000">
                        <a:latin typeface="Calibri"/>
                        <a:cs typeface="Calibri"/>
                      </a:endParaRPr>
                    </a:p>
                  </a:txBody>
                  <a:tcPr marL="0" marR="0" marT="0" marB="0">
                    <a:lnL w="6350">
                      <a:solidFill>
                        <a:srgbClr val="FFC000"/>
                      </a:solidFill>
                      <a:prstDash val="solid"/>
                    </a:lnL>
                  </a:tcPr>
                </a:tc>
                <a:tc>
                  <a:txBody>
                    <a:bodyPr/>
                    <a:lstStyle/>
                    <a:p>
                      <a:pPr>
                        <a:lnSpc>
                          <a:spcPct val="100000"/>
                        </a:lnSpc>
                      </a:pPr>
                      <a:endParaRPr sz="1900">
                        <a:latin typeface="Times New Roman"/>
                        <a:cs typeface="Times New Roman"/>
                      </a:endParaRPr>
                    </a:p>
                  </a:txBody>
                  <a:tcPr marL="0" marR="0" marT="0" marB="0">
                    <a:lnR w="6350">
                      <a:solidFill>
                        <a:srgbClr val="FFC000"/>
                      </a:solidFill>
                      <a:prstDash val="solid"/>
                    </a:lnR>
                  </a:tcPr>
                </a:tc>
                <a:tc>
                  <a:txBody>
                    <a:bodyPr/>
                    <a:lstStyle/>
                    <a:p>
                      <a:pPr>
                        <a:lnSpc>
                          <a:spcPct val="100000"/>
                        </a:lnSpc>
                      </a:pPr>
                      <a:endParaRPr sz="1900">
                        <a:latin typeface="Times New Roman"/>
                        <a:cs typeface="Times New Roman"/>
                      </a:endParaRPr>
                    </a:p>
                  </a:txBody>
                  <a:tcPr marL="0" marR="0" marT="0" marB="0">
                    <a:lnL w="6350">
                      <a:solidFill>
                        <a:srgbClr val="FFC000"/>
                      </a:solidFill>
                      <a:prstDash val="solid"/>
                    </a:lnL>
                    <a:lnR w="6350">
                      <a:solidFill>
                        <a:srgbClr val="FFC000"/>
                      </a:solidFill>
                      <a:prstDash val="solid"/>
                    </a:lnR>
                  </a:tcPr>
                </a:tc>
                <a:tc>
                  <a:txBody>
                    <a:bodyPr/>
                    <a:lstStyle/>
                    <a:p>
                      <a:pPr marL="147320">
                        <a:lnSpc>
                          <a:spcPts val="2760"/>
                        </a:lnSpc>
                      </a:pPr>
                      <a:r>
                        <a:rPr sz="2000" dirty="0">
                          <a:latin typeface="Calibri"/>
                          <a:cs typeface="Calibri"/>
                        </a:rPr>
                        <a:t>1</a:t>
                      </a:r>
                      <a:endParaRPr sz="2000">
                        <a:latin typeface="Calibri"/>
                        <a:cs typeface="Calibri"/>
                      </a:endParaRPr>
                    </a:p>
                  </a:txBody>
                  <a:tcPr marL="0" marR="0" marT="0" marB="0">
                    <a:lnL w="6350">
                      <a:solidFill>
                        <a:srgbClr val="FFC000"/>
                      </a:solidFill>
                      <a:prstDash val="solid"/>
                    </a:lnL>
                  </a:tcPr>
                </a:tc>
                <a:tc>
                  <a:txBody>
                    <a:bodyPr/>
                    <a:lstStyle/>
                    <a:p>
                      <a:pPr>
                        <a:lnSpc>
                          <a:spcPct val="100000"/>
                        </a:lnSpc>
                      </a:pPr>
                      <a:endParaRPr sz="1900">
                        <a:latin typeface="Times New Roman"/>
                        <a:cs typeface="Times New Roman"/>
                      </a:endParaRPr>
                    </a:p>
                  </a:txBody>
                  <a:tcPr marL="0" marR="0" marT="0" marB="0">
                    <a:lnR w="6350">
                      <a:solidFill>
                        <a:srgbClr val="FFC000"/>
                      </a:solidFill>
                      <a:prstDash val="solid"/>
                    </a:lnR>
                  </a:tcPr>
                </a:tc>
                <a:tc>
                  <a:txBody>
                    <a:bodyPr/>
                    <a:lstStyle/>
                    <a:p>
                      <a:pPr>
                        <a:lnSpc>
                          <a:spcPct val="100000"/>
                        </a:lnSpc>
                      </a:pPr>
                      <a:endParaRPr sz="1900">
                        <a:latin typeface="Times New Roman"/>
                        <a:cs typeface="Times New Roman"/>
                      </a:endParaRPr>
                    </a:p>
                  </a:txBody>
                  <a:tcPr marL="0" marR="0" marT="0" marB="0">
                    <a:lnL w="6350">
                      <a:solidFill>
                        <a:srgbClr val="FFC000"/>
                      </a:solidFill>
                      <a:prstDash val="solid"/>
                    </a:lnL>
                    <a:lnR w="6350">
                      <a:solidFill>
                        <a:srgbClr val="FFC000"/>
                      </a:solidFill>
                      <a:prstDash val="solid"/>
                    </a:lnR>
                  </a:tcPr>
                </a:tc>
                <a:tc>
                  <a:txBody>
                    <a:bodyPr/>
                    <a:lstStyle/>
                    <a:p>
                      <a:pPr marL="147955">
                        <a:lnSpc>
                          <a:spcPts val="2665"/>
                        </a:lnSpc>
                      </a:pPr>
                      <a:r>
                        <a:rPr sz="2000" dirty="0">
                          <a:latin typeface="Calibri"/>
                          <a:cs typeface="Calibri"/>
                        </a:rPr>
                        <a:t>0</a:t>
                      </a:r>
                      <a:endParaRPr sz="2000">
                        <a:latin typeface="Calibri"/>
                        <a:cs typeface="Calibri"/>
                      </a:endParaRPr>
                    </a:p>
                  </a:txBody>
                  <a:tcPr marL="0" marR="0" marT="0" marB="0">
                    <a:lnL w="6350">
                      <a:solidFill>
                        <a:srgbClr val="FFC000"/>
                      </a:solidFill>
                      <a:prstDash val="solid"/>
                    </a:lnL>
                    <a:lnR w="6350">
                      <a:solidFill>
                        <a:srgbClr val="FFC000"/>
                      </a:solidFill>
                      <a:prstDash val="solid"/>
                    </a:lnR>
                  </a:tcPr>
                </a:tc>
                <a:extLst>
                  <a:ext uri="{0D108BD9-81ED-4DB2-BD59-A6C34878D82A}">
                    <a16:rowId xmlns:a16="http://schemas.microsoft.com/office/drawing/2014/main" val="10002"/>
                  </a:ext>
                </a:extLst>
              </a:tr>
              <a:tr h="342858">
                <a:tc>
                  <a:txBody>
                    <a:bodyPr/>
                    <a:lstStyle/>
                    <a:p>
                      <a:pPr algn="ctr">
                        <a:lnSpc>
                          <a:spcPts val="2710"/>
                        </a:lnSpc>
                      </a:pPr>
                      <a:r>
                        <a:rPr sz="2000" dirty="0">
                          <a:latin typeface="Calibri"/>
                          <a:cs typeface="Calibri"/>
                        </a:rPr>
                        <a:t>0</a:t>
                      </a:r>
                      <a:endParaRPr sz="2000">
                        <a:latin typeface="Calibri"/>
                        <a:cs typeface="Calibri"/>
                      </a:endParaRPr>
                    </a:p>
                  </a:txBody>
                  <a:tcPr marL="0" marR="0" marT="0" marB="0">
                    <a:lnL w="6350">
                      <a:solidFill>
                        <a:srgbClr val="FFC000"/>
                      </a:solidFill>
                      <a:prstDash val="solid"/>
                    </a:lnL>
                  </a:tcPr>
                </a:tc>
                <a:tc>
                  <a:txBody>
                    <a:bodyPr/>
                    <a:lstStyle/>
                    <a:p>
                      <a:pPr>
                        <a:lnSpc>
                          <a:spcPct val="100000"/>
                        </a:lnSpc>
                      </a:pPr>
                      <a:endParaRPr sz="2100">
                        <a:latin typeface="Times New Roman"/>
                        <a:cs typeface="Times New Roman"/>
                      </a:endParaRPr>
                    </a:p>
                  </a:txBody>
                  <a:tcPr marL="0" marR="0" marT="0" marB="0">
                    <a:lnR w="6350">
                      <a:solidFill>
                        <a:srgbClr val="FFC000"/>
                      </a:solidFill>
                      <a:prstDash val="solid"/>
                    </a:lnR>
                  </a:tcPr>
                </a:tc>
                <a:tc>
                  <a:txBody>
                    <a:bodyPr/>
                    <a:lstStyle/>
                    <a:p>
                      <a:pPr>
                        <a:lnSpc>
                          <a:spcPct val="100000"/>
                        </a:lnSpc>
                      </a:pPr>
                      <a:endParaRPr sz="2100">
                        <a:latin typeface="Times New Roman"/>
                        <a:cs typeface="Times New Roman"/>
                      </a:endParaRPr>
                    </a:p>
                  </a:txBody>
                  <a:tcPr marL="0" marR="0" marT="0" marB="0">
                    <a:lnL w="6350">
                      <a:solidFill>
                        <a:srgbClr val="FFC000"/>
                      </a:solidFill>
                      <a:prstDash val="solid"/>
                    </a:lnL>
                    <a:lnR w="6350">
                      <a:solidFill>
                        <a:srgbClr val="FFC000"/>
                      </a:solidFill>
                      <a:prstDash val="solid"/>
                    </a:lnR>
                  </a:tcPr>
                </a:tc>
                <a:tc>
                  <a:txBody>
                    <a:bodyPr/>
                    <a:lstStyle/>
                    <a:p>
                      <a:pPr algn="ctr">
                        <a:lnSpc>
                          <a:spcPts val="2710"/>
                        </a:lnSpc>
                      </a:pPr>
                      <a:r>
                        <a:rPr sz="2000" dirty="0">
                          <a:latin typeface="Calibri"/>
                          <a:cs typeface="Calibri"/>
                        </a:rPr>
                        <a:t>0</a:t>
                      </a:r>
                      <a:endParaRPr sz="2000">
                        <a:latin typeface="Calibri"/>
                        <a:cs typeface="Calibri"/>
                      </a:endParaRPr>
                    </a:p>
                  </a:txBody>
                  <a:tcPr marL="0" marR="0" marT="0" marB="0">
                    <a:lnL w="6350">
                      <a:solidFill>
                        <a:srgbClr val="FFC000"/>
                      </a:solidFill>
                      <a:prstDash val="solid"/>
                    </a:lnL>
                    <a:lnB w="6350">
                      <a:solidFill>
                        <a:srgbClr val="FFC000"/>
                      </a:solidFill>
                      <a:prstDash val="solid"/>
                    </a:lnB>
                  </a:tcPr>
                </a:tc>
                <a:tc>
                  <a:txBody>
                    <a:bodyPr/>
                    <a:lstStyle/>
                    <a:p>
                      <a:pPr>
                        <a:lnSpc>
                          <a:spcPct val="100000"/>
                        </a:lnSpc>
                      </a:pPr>
                      <a:endParaRPr sz="2100">
                        <a:latin typeface="Times New Roman"/>
                        <a:cs typeface="Times New Roman"/>
                      </a:endParaRPr>
                    </a:p>
                  </a:txBody>
                  <a:tcPr marL="0" marR="0" marT="0" marB="0">
                    <a:lnR w="6350">
                      <a:solidFill>
                        <a:srgbClr val="FFC000"/>
                      </a:solidFill>
                      <a:prstDash val="solid"/>
                    </a:lnR>
                  </a:tcPr>
                </a:tc>
                <a:tc>
                  <a:txBody>
                    <a:bodyPr/>
                    <a:lstStyle/>
                    <a:p>
                      <a:pPr>
                        <a:lnSpc>
                          <a:spcPct val="100000"/>
                        </a:lnSpc>
                      </a:pPr>
                      <a:endParaRPr sz="2100">
                        <a:latin typeface="Times New Roman"/>
                        <a:cs typeface="Times New Roman"/>
                      </a:endParaRPr>
                    </a:p>
                  </a:txBody>
                  <a:tcPr marL="0" marR="0" marT="0" marB="0">
                    <a:lnL w="6350">
                      <a:solidFill>
                        <a:srgbClr val="FFC000"/>
                      </a:solidFill>
                      <a:prstDash val="solid"/>
                    </a:lnL>
                    <a:lnR w="6350">
                      <a:solidFill>
                        <a:srgbClr val="FFC000"/>
                      </a:solidFill>
                      <a:prstDash val="solid"/>
                    </a:lnR>
                  </a:tcPr>
                </a:tc>
                <a:tc>
                  <a:txBody>
                    <a:bodyPr/>
                    <a:lstStyle/>
                    <a:p>
                      <a:pPr marL="635" algn="ctr">
                        <a:lnSpc>
                          <a:spcPts val="2710"/>
                        </a:lnSpc>
                      </a:pPr>
                      <a:r>
                        <a:rPr sz="2000" dirty="0">
                          <a:latin typeface="Calibri"/>
                          <a:cs typeface="Calibri"/>
                        </a:rPr>
                        <a:t>0</a:t>
                      </a:r>
                      <a:endParaRPr sz="2000">
                        <a:latin typeface="Calibri"/>
                        <a:cs typeface="Calibri"/>
                      </a:endParaRPr>
                    </a:p>
                  </a:txBody>
                  <a:tcPr marL="0" marR="0" marT="0" marB="0">
                    <a:lnL w="6350">
                      <a:solidFill>
                        <a:srgbClr val="FFC000"/>
                      </a:solidFill>
                      <a:prstDash val="solid"/>
                    </a:lnL>
                    <a:lnB w="6350">
                      <a:solidFill>
                        <a:srgbClr val="FFC000"/>
                      </a:solidFill>
                      <a:prstDash val="solid"/>
                    </a:lnB>
                  </a:tcPr>
                </a:tc>
                <a:tc>
                  <a:txBody>
                    <a:bodyPr/>
                    <a:lstStyle/>
                    <a:p>
                      <a:pPr>
                        <a:lnSpc>
                          <a:spcPct val="100000"/>
                        </a:lnSpc>
                      </a:pPr>
                      <a:endParaRPr sz="2100">
                        <a:latin typeface="Times New Roman"/>
                        <a:cs typeface="Times New Roman"/>
                      </a:endParaRPr>
                    </a:p>
                  </a:txBody>
                  <a:tcPr marL="0" marR="0" marT="0" marB="0">
                    <a:lnR w="6350">
                      <a:solidFill>
                        <a:srgbClr val="FFC000"/>
                      </a:solidFill>
                      <a:prstDash val="solid"/>
                    </a:lnR>
                  </a:tcPr>
                </a:tc>
                <a:tc>
                  <a:txBody>
                    <a:bodyPr/>
                    <a:lstStyle/>
                    <a:p>
                      <a:pPr>
                        <a:lnSpc>
                          <a:spcPct val="100000"/>
                        </a:lnSpc>
                      </a:pPr>
                      <a:endParaRPr sz="2100">
                        <a:latin typeface="Times New Roman"/>
                        <a:cs typeface="Times New Roman"/>
                      </a:endParaRPr>
                    </a:p>
                  </a:txBody>
                  <a:tcPr marL="0" marR="0" marT="0" marB="0">
                    <a:lnL w="6350">
                      <a:solidFill>
                        <a:srgbClr val="FFC000"/>
                      </a:solidFill>
                      <a:prstDash val="solid"/>
                    </a:lnL>
                    <a:lnR w="6350">
                      <a:solidFill>
                        <a:srgbClr val="FFC000"/>
                      </a:solidFill>
                      <a:prstDash val="solid"/>
                    </a:lnR>
                  </a:tcPr>
                </a:tc>
                <a:tc>
                  <a:txBody>
                    <a:bodyPr/>
                    <a:lstStyle/>
                    <a:p>
                      <a:pPr algn="ctr">
                        <a:lnSpc>
                          <a:spcPts val="2710"/>
                        </a:lnSpc>
                      </a:pPr>
                      <a:r>
                        <a:rPr sz="2000" dirty="0">
                          <a:latin typeface="Calibri"/>
                          <a:cs typeface="Calibri"/>
                        </a:rPr>
                        <a:t>0</a:t>
                      </a:r>
                      <a:endParaRPr sz="2000">
                        <a:latin typeface="Calibri"/>
                        <a:cs typeface="Calibri"/>
                      </a:endParaRPr>
                    </a:p>
                  </a:txBody>
                  <a:tcPr marL="0" marR="0" marT="0" marB="0">
                    <a:lnL w="6350">
                      <a:solidFill>
                        <a:srgbClr val="FFC000"/>
                      </a:solidFill>
                      <a:prstDash val="solid"/>
                    </a:lnL>
                    <a:lnB w="6350">
                      <a:solidFill>
                        <a:srgbClr val="FFC000"/>
                      </a:solidFill>
                      <a:prstDash val="solid"/>
                    </a:lnB>
                  </a:tcPr>
                </a:tc>
                <a:tc>
                  <a:txBody>
                    <a:bodyPr/>
                    <a:lstStyle/>
                    <a:p>
                      <a:pPr>
                        <a:lnSpc>
                          <a:spcPct val="100000"/>
                        </a:lnSpc>
                      </a:pPr>
                      <a:endParaRPr sz="2100">
                        <a:latin typeface="Times New Roman"/>
                        <a:cs typeface="Times New Roman"/>
                      </a:endParaRPr>
                    </a:p>
                  </a:txBody>
                  <a:tcPr marL="0" marR="0" marT="0" marB="0">
                    <a:lnR w="6350">
                      <a:solidFill>
                        <a:srgbClr val="FFC000"/>
                      </a:solidFill>
                      <a:prstDash val="solid"/>
                    </a:lnR>
                  </a:tcPr>
                </a:tc>
                <a:tc>
                  <a:txBody>
                    <a:bodyPr/>
                    <a:lstStyle/>
                    <a:p>
                      <a:pPr>
                        <a:lnSpc>
                          <a:spcPct val="100000"/>
                        </a:lnSpc>
                      </a:pPr>
                      <a:endParaRPr sz="2100">
                        <a:latin typeface="Times New Roman"/>
                        <a:cs typeface="Times New Roman"/>
                      </a:endParaRPr>
                    </a:p>
                  </a:txBody>
                  <a:tcPr marL="0" marR="0" marT="0" marB="0">
                    <a:lnL w="6350">
                      <a:solidFill>
                        <a:srgbClr val="FFC000"/>
                      </a:solidFill>
                      <a:prstDash val="solid"/>
                    </a:lnL>
                    <a:lnR w="6350">
                      <a:solidFill>
                        <a:srgbClr val="FFC000"/>
                      </a:solidFill>
                      <a:prstDash val="solid"/>
                    </a:lnR>
                  </a:tcPr>
                </a:tc>
                <a:tc>
                  <a:txBody>
                    <a:bodyPr/>
                    <a:lstStyle/>
                    <a:p>
                      <a:pPr algn="ctr">
                        <a:lnSpc>
                          <a:spcPts val="2710"/>
                        </a:lnSpc>
                      </a:pPr>
                      <a:r>
                        <a:rPr sz="2000" dirty="0">
                          <a:latin typeface="Calibri"/>
                          <a:cs typeface="Calibri"/>
                        </a:rPr>
                        <a:t>0</a:t>
                      </a:r>
                      <a:endParaRPr sz="2000">
                        <a:latin typeface="Calibri"/>
                        <a:cs typeface="Calibri"/>
                      </a:endParaRPr>
                    </a:p>
                  </a:txBody>
                  <a:tcPr marL="0" marR="0" marT="0" marB="0">
                    <a:lnL w="6350">
                      <a:solidFill>
                        <a:srgbClr val="FFC000"/>
                      </a:solidFill>
                      <a:prstDash val="solid"/>
                    </a:lnL>
                    <a:lnB w="6350">
                      <a:solidFill>
                        <a:srgbClr val="FFC000"/>
                      </a:solidFill>
                      <a:prstDash val="solid"/>
                    </a:lnB>
                  </a:tcPr>
                </a:tc>
                <a:tc>
                  <a:txBody>
                    <a:bodyPr/>
                    <a:lstStyle/>
                    <a:p>
                      <a:pPr>
                        <a:lnSpc>
                          <a:spcPct val="100000"/>
                        </a:lnSpc>
                      </a:pPr>
                      <a:endParaRPr sz="2100">
                        <a:latin typeface="Times New Roman"/>
                        <a:cs typeface="Times New Roman"/>
                      </a:endParaRPr>
                    </a:p>
                  </a:txBody>
                  <a:tcPr marL="0" marR="0" marT="0" marB="0">
                    <a:lnR w="6350">
                      <a:solidFill>
                        <a:srgbClr val="FFC000"/>
                      </a:solidFill>
                      <a:prstDash val="solid"/>
                    </a:lnR>
                  </a:tcPr>
                </a:tc>
                <a:tc>
                  <a:txBody>
                    <a:bodyPr/>
                    <a:lstStyle/>
                    <a:p>
                      <a:pPr>
                        <a:lnSpc>
                          <a:spcPct val="100000"/>
                        </a:lnSpc>
                      </a:pPr>
                      <a:endParaRPr sz="2100">
                        <a:latin typeface="Times New Roman"/>
                        <a:cs typeface="Times New Roman"/>
                      </a:endParaRPr>
                    </a:p>
                  </a:txBody>
                  <a:tcPr marL="0" marR="0" marT="0" marB="0">
                    <a:lnL w="6350">
                      <a:solidFill>
                        <a:srgbClr val="FFC000"/>
                      </a:solidFill>
                      <a:prstDash val="solid"/>
                    </a:lnL>
                    <a:lnR w="6350">
                      <a:solidFill>
                        <a:srgbClr val="FFC000"/>
                      </a:solidFill>
                      <a:prstDash val="solid"/>
                    </a:lnR>
                  </a:tcPr>
                </a:tc>
                <a:tc>
                  <a:txBody>
                    <a:bodyPr/>
                    <a:lstStyle/>
                    <a:p>
                      <a:pPr algn="ctr">
                        <a:lnSpc>
                          <a:spcPts val="2660"/>
                        </a:lnSpc>
                      </a:pPr>
                      <a:r>
                        <a:rPr sz="2000" dirty="0">
                          <a:latin typeface="Calibri"/>
                          <a:cs typeface="Calibri"/>
                        </a:rPr>
                        <a:t>1</a:t>
                      </a:r>
                      <a:endParaRPr sz="2000">
                        <a:latin typeface="Calibri"/>
                        <a:cs typeface="Calibri"/>
                      </a:endParaRPr>
                    </a:p>
                  </a:txBody>
                  <a:tcPr marL="0" marR="0" marT="0" marB="0">
                    <a:lnL w="6350">
                      <a:solidFill>
                        <a:srgbClr val="FFC000"/>
                      </a:solidFill>
                      <a:prstDash val="solid"/>
                    </a:lnL>
                    <a:lnB w="6350">
                      <a:solidFill>
                        <a:srgbClr val="FFC000"/>
                      </a:solidFill>
                      <a:prstDash val="solid"/>
                    </a:lnB>
                  </a:tcPr>
                </a:tc>
                <a:tc>
                  <a:txBody>
                    <a:bodyPr/>
                    <a:lstStyle/>
                    <a:p>
                      <a:pPr>
                        <a:lnSpc>
                          <a:spcPct val="100000"/>
                        </a:lnSpc>
                      </a:pPr>
                      <a:endParaRPr sz="2100">
                        <a:latin typeface="Times New Roman"/>
                        <a:cs typeface="Times New Roman"/>
                      </a:endParaRPr>
                    </a:p>
                  </a:txBody>
                  <a:tcPr marL="0" marR="0" marT="0" marB="0">
                    <a:lnR w="6350">
                      <a:solidFill>
                        <a:srgbClr val="FFC000"/>
                      </a:solidFill>
                      <a:prstDash val="solid"/>
                    </a:lnR>
                  </a:tcPr>
                </a:tc>
                <a:tc>
                  <a:txBody>
                    <a:bodyPr/>
                    <a:lstStyle/>
                    <a:p>
                      <a:pPr>
                        <a:lnSpc>
                          <a:spcPct val="100000"/>
                        </a:lnSpc>
                      </a:pPr>
                      <a:endParaRPr sz="2100">
                        <a:latin typeface="Times New Roman"/>
                        <a:cs typeface="Times New Roman"/>
                      </a:endParaRPr>
                    </a:p>
                  </a:txBody>
                  <a:tcPr marL="0" marR="0" marT="0" marB="0">
                    <a:lnL w="6350">
                      <a:solidFill>
                        <a:srgbClr val="FFC000"/>
                      </a:solidFill>
                      <a:prstDash val="solid"/>
                    </a:lnL>
                    <a:lnR w="6350">
                      <a:solidFill>
                        <a:srgbClr val="FFC000"/>
                      </a:solidFill>
                      <a:prstDash val="solid"/>
                    </a:lnR>
                  </a:tcPr>
                </a:tc>
                <a:tc>
                  <a:txBody>
                    <a:bodyPr/>
                    <a:lstStyle/>
                    <a:p>
                      <a:pPr marL="635" algn="ctr">
                        <a:lnSpc>
                          <a:spcPts val="2660"/>
                        </a:lnSpc>
                      </a:pPr>
                      <a:r>
                        <a:rPr sz="2000" dirty="0">
                          <a:latin typeface="Calibri"/>
                          <a:cs typeface="Calibri"/>
                        </a:rPr>
                        <a:t>0</a:t>
                      </a:r>
                      <a:endParaRPr sz="2000">
                        <a:latin typeface="Calibri"/>
                        <a:cs typeface="Calibri"/>
                      </a:endParaRPr>
                    </a:p>
                  </a:txBody>
                  <a:tcPr marL="0" marR="0" marT="0" marB="0">
                    <a:lnL w="6350">
                      <a:solidFill>
                        <a:srgbClr val="FFC000"/>
                      </a:solidFill>
                      <a:prstDash val="solid"/>
                    </a:lnL>
                    <a:lnB w="6350">
                      <a:solidFill>
                        <a:srgbClr val="FFC000"/>
                      </a:solidFill>
                      <a:prstDash val="solid"/>
                    </a:lnB>
                  </a:tcPr>
                </a:tc>
                <a:tc>
                  <a:txBody>
                    <a:bodyPr/>
                    <a:lstStyle/>
                    <a:p>
                      <a:pPr>
                        <a:lnSpc>
                          <a:spcPct val="100000"/>
                        </a:lnSpc>
                      </a:pPr>
                      <a:endParaRPr sz="2100">
                        <a:latin typeface="Times New Roman"/>
                        <a:cs typeface="Times New Roman"/>
                      </a:endParaRPr>
                    </a:p>
                  </a:txBody>
                  <a:tcPr marL="0" marR="0" marT="0" marB="0">
                    <a:lnR w="6350">
                      <a:solidFill>
                        <a:srgbClr val="FFC000"/>
                      </a:solidFill>
                      <a:prstDash val="solid"/>
                    </a:lnR>
                  </a:tcPr>
                </a:tc>
                <a:tc>
                  <a:txBody>
                    <a:bodyPr/>
                    <a:lstStyle/>
                    <a:p>
                      <a:pPr>
                        <a:lnSpc>
                          <a:spcPct val="100000"/>
                        </a:lnSpc>
                      </a:pPr>
                      <a:endParaRPr sz="2100">
                        <a:latin typeface="Times New Roman"/>
                        <a:cs typeface="Times New Roman"/>
                      </a:endParaRPr>
                    </a:p>
                  </a:txBody>
                  <a:tcPr marL="0" marR="0" marT="0" marB="0">
                    <a:lnL w="6350">
                      <a:solidFill>
                        <a:srgbClr val="FFC000"/>
                      </a:solidFill>
                      <a:prstDash val="solid"/>
                    </a:lnL>
                    <a:lnR w="6350">
                      <a:solidFill>
                        <a:srgbClr val="FFC000"/>
                      </a:solidFill>
                      <a:prstDash val="solid"/>
                    </a:lnR>
                  </a:tcPr>
                </a:tc>
                <a:tc>
                  <a:txBody>
                    <a:bodyPr/>
                    <a:lstStyle/>
                    <a:p>
                      <a:pPr marL="147320">
                        <a:lnSpc>
                          <a:spcPts val="2760"/>
                        </a:lnSpc>
                      </a:pPr>
                      <a:r>
                        <a:rPr sz="2000" dirty="0">
                          <a:latin typeface="Calibri"/>
                          <a:cs typeface="Calibri"/>
                        </a:rPr>
                        <a:t>0</a:t>
                      </a:r>
                      <a:endParaRPr sz="2000">
                        <a:latin typeface="Calibri"/>
                        <a:cs typeface="Calibri"/>
                      </a:endParaRPr>
                    </a:p>
                  </a:txBody>
                  <a:tcPr marL="0" marR="0" marT="0" marB="0">
                    <a:lnL w="6350">
                      <a:solidFill>
                        <a:srgbClr val="FFC000"/>
                      </a:solidFill>
                      <a:prstDash val="solid"/>
                    </a:lnL>
                    <a:lnB w="6350">
                      <a:solidFill>
                        <a:srgbClr val="FFC000"/>
                      </a:solidFill>
                      <a:prstDash val="solid"/>
                    </a:lnB>
                  </a:tcPr>
                </a:tc>
                <a:tc>
                  <a:txBody>
                    <a:bodyPr/>
                    <a:lstStyle/>
                    <a:p>
                      <a:pPr>
                        <a:lnSpc>
                          <a:spcPct val="100000"/>
                        </a:lnSpc>
                      </a:pPr>
                      <a:endParaRPr sz="2100">
                        <a:latin typeface="Times New Roman"/>
                        <a:cs typeface="Times New Roman"/>
                      </a:endParaRPr>
                    </a:p>
                  </a:txBody>
                  <a:tcPr marL="0" marR="0" marT="0" marB="0">
                    <a:lnR w="6350">
                      <a:solidFill>
                        <a:srgbClr val="FFC000"/>
                      </a:solidFill>
                      <a:prstDash val="solid"/>
                    </a:lnR>
                  </a:tcPr>
                </a:tc>
                <a:tc>
                  <a:txBody>
                    <a:bodyPr/>
                    <a:lstStyle/>
                    <a:p>
                      <a:pPr>
                        <a:lnSpc>
                          <a:spcPct val="100000"/>
                        </a:lnSpc>
                      </a:pPr>
                      <a:endParaRPr sz="2100">
                        <a:latin typeface="Times New Roman"/>
                        <a:cs typeface="Times New Roman"/>
                      </a:endParaRPr>
                    </a:p>
                  </a:txBody>
                  <a:tcPr marL="0" marR="0" marT="0" marB="0">
                    <a:lnL w="6350">
                      <a:solidFill>
                        <a:srgbClr val="FFC000"/>
                      </a:solidFill>
                      <a:prstDash val="solid"/>
                    </a:lnL>
                    <a:lnR w="6350">
                      <a:solidFill>
                        <a:srgbClr val="FFC000"/>
                      </a:solidFill>
                      <a:prstDash val="solid"/>
                    </a:lnR>
                  </a:tcPr>
                </a:tc>
                <a:tc>
                  <a:txBody>
                    <a:bodyPr/>
                    <a:lstStyle/>
                    <a:p>
                      <a:pPr marL="147955">
                        <a:lnSpc>
                          <a:spcPts val="2660"/>
                        </a:lnSpc>
                      </a:pPr>
                      <a:r>
                        <a:rPr sz="2000" dirty="0">
                          <a:latin typeface="Calibri"/>
                          <a:cs typeface="Calibri"/>
                        </a:rPr>
                        <a:t>1</a:t>
                      </a:r>
                      <a:endParaRPr sz="2000">
                        <a:latin typeface="Calibri"/>
                        <a:cs typeface="Calibri"/>
                      </a:endParaRPr>
                    </a:p>
                  </a:txBody>
                  <a:tcPr marL="0" marR="0" marT="0" marB="0">
                    <a:lnL w="6350">
                      <a:solidFill>
                        <a:srgbClr val="FFC000"/>
                      </a:solidFill>
                      <a:prstDash val="solid"/>
                    </a:lnL>
                    <a:lnR w="6350">
                      <a:solidFill>
                        <a:srgbClr val="FFC000"/>
                      </a:solidFill>
                      <a:prstDash val="solid"/>
                    </a:lnR>
                  </a:tcPr>
                </a:tc>
                <a:extLst>
                  <a:ext uri="{0D108BD9-81ED-4DB2-BD59-A6C34878D82A}">
                    <a16:rowId xmlns:a16="http://schemas.microsoft.com/office/drawing/2014/main" val="10003"/>
                  </a:ext>
                </a:extLst>
              </a:tr>
              <a:tr h="726670">
                <a:tc>
                  <a:txBody>
                    <a:bodyPr/>
                    <a:lstStyle/>
                    <a:p>
                      <a:pPr>
                        <a:lnSpc>
                          <a:spcPct val="100000"/>
                        </a:lnSpc>
                        <a:spcBef>
                          <a:spcPts val="50"/>
                        </a:spcBef>
                      </a:pPr>
                      <a:endParaRPr sz="2400">
                        <a:latin typeface="Times New Roman"/>
                        <a:cs typeface="Times New Roman"/>
                      </a:endParaRPr>
                    </a:p>
                    <a:p>
                      <a:pPr algn="ctr">
                        <a:lnSpc>
                          <a:spcPct val="100000"/>
                        </a:lnSpc>
                      </a:pPr>
                      <a:r>
                        <a:rPr sz="2000" dirty="0">
                          <a:latin typeface="Calibri"/>
                          <a:cs typeface="Calibri"/>
                        </a:rPr>
                        <a:t>0</a:t>
                      </a:r>
                      <a:endParaRPr sz="2000">
                        <a:latin typeface="Calibri"/>
                        <a:cs typeface="Calibri"/>
                      </a:endParaRPr>
                    </a:p>
                  </a:txBody>
                  <a:tcPr marL="0" marR="0" marT="5251" marB="0"/>
                </a:tc>
                <a:tc>
                  <a:txBody>
                    <a:bodyPr/>
                    <a:lstStyle/>
                    <a:p>
                      <a:pPr>
                        <a:lnSpc>
                          <a:spcPct val="100000"/>
                        </a:lnSpc>
                      </a:pPr>
                      <a:endParaRPr sz="2100">
                        <a:latin typeface="Times New Roman"/>
                        <a:cs typeface="Times New Roman"/>
                      </a:endParaRPr>
                    </a:p>
                  </a:txBody>
                  <a:tcPr marL="0" marR="0" marT="0" marB="0"/>
                </a:tc>
                <a:tc>
                  <a:txBody>
                    <a:bodyPr/>
                    <a:lstStyle/>
                    <a:p>
                      <a:pPr>
                        <a:lnSpc>
                          <a:spcPct val="100000"/>
                        </a:lnSpc>
                      </a:pPr>
                      <a:endParaRPr sz="2100">
                        <a:latin typeface="Times New Roman"/>
                        <a:cs typeface="Times New Roman"/>
                      </a:endParaRPr>
                    </a:p>
                  </a:txBody>
                  <a:tcPr marL="0" marR="0" marT="0" marB="0"/>
                </a:tc>
                <a:tc>
                  <a:txBody>
                    <a:bodyPr/>
                    <a:lstStyle/>
                    <a:p>
                      <a:pPr>
                        <a:lnSpc>
                          <a:spcPct val="100000"/>
                        </a:lnSpc>
                        <a:spcBef>
                          <a:spcPts val="50"/>
                        </a:spcBef>
                      </a:pPr>
                      <a:endParaRPr sz="2400">
                        <a:latin typeface="Times New Roman"/>
                        <a:cs typeface="Times New Roman"/>
                      </a:endParaRPr>
                    </a:p>
                    <a:p>
                      <a:pPr algn="ctr">
                        <a:lnSpc>
                          <a:spcPct val="100000"/>
                        </a:lnSpc>
                      </a:pPr>
                      <a:r>
                        <a:rPr sz="2000" dirty="0">
                          <a:latin typeface="Calibri"/>
                          <a:cs typeface="Calibri"/>
                        </a:rPr>
                        <a:t>0</a:t>
                      </a:r>
                      <a:endParaRPr sz="2000">
                        <a:latin typeface="Calibri"/>
                        <a:cs typeface="Calibri"/>
                      </a:endParaRPr>
                    </a:p>
                  </a:txBody>
                  <a:tcPr marL="0" marR="0" marT="5251" marB="0">
                    <a:lnT w="6350">
                      <a:solidFill>
                        <a:srgbClr val="FFC000"/>
                      </a:solidFill>
                      <a:prstDash val="solid"/>
                    </a:lnT>
                  </a:tcPr>
                </a:tc>
                <a:tc>
                  <a:txBody>
                    <a:bodyPr/>
                    <a:lstStyle/>
                    <a:p>
                      <a:pPr>
                        <a:lnSpc>
                          <a:spcPct val="100000"/>
                        </a:lnSpc>
                      </a:pPr>
                      <a:endParaRPr sz="2100">
                        <a:latin typeface="Times New Roman"/>
                        <a:cs typeface="Times New Roman"/>
                      </a:endParaRPr>
                    </a:p>
                  </a:txBody>
                  <a:tcPr marL="0" marR="0" marT="0" marB="0"/>
                </a:tc>
                <a:tc>
                  <a:txBody>
                    <a:bodyPr/>
                    <a:lstStyle/>
                    <a:p>
                      <a:pPr>
                        <a:lnSpc>
                          <a:spcPct val="100000"/>
                        </a:lnSpc>
                      </a:pPr>
                      <a:endParaRPr sz="2100">
                        <a:latin typeface="Times New Roman"/>
                        <a:cs typeface="Times New Roman"/>
                      </a:endParaRPr>
                    </a:p>
                  </a:txBody>
                  <a:tcPr marL="0" marR="0" marT="0" marB="0"/>
                </a:tc>
                <a:tc>
                  <a:txBody>
                    <a:bodyPr/>
                    <a:lstStyle/>
                    <a:p>
                      <a:pPr>
                        <a:lnSpc>
                          <a:spcPct val="100000"/>
                        </a:lnSpc>
                        <a:spcBef>
                          <a:spcPts val="50"/>
                        </a:spcBef>
                      </a:pPr>
                      <a:endParaRPr sz="2400">
                        <a:latin typeface="Times New Roman"/>
                        <a:cs typeface="Times New Roman"/>
                      </a:endParaRPr>
                    </a:p>
                    <a:p>
                      <a:pPr marL="635" algn="ctr">
                        <a:lnSpc>
                          <a:spcPct val="100000"/>
                        </a:lnSpc>
                      </a:pPr>
                      <a:r>
                        <a:rPr sz="2000" dirty="0">
                          <a:latin typeface="Calibri"/>
                          <a:cs typeface="Calibri"/>
                        </a:rPr>
                        <a:t>0</a:t>
                      </a:r>
                      <a:endParaRPr sz="2000">
                        <a:latin typeface="Calibri"/>
                        <a:cs typeface="Calibri"/>
                      </a:endParaRPr>
                    </a:p>
                  </a:txBody>
                  <a:tcPr marL="0" marR="0" marT="5251" marB="0">
                    <a:lnT w="6350">
                      <a:solidFill>
                        <a:srgbClr val="FFC000"/>
                      </a:solidFill>
                      <a:prstDash val="solid"/>
                    </a:lnT>
                  </a:tcPr>
                </a:tc>
                <a:tc>
                  <a:txBody>
                    <a:bodyPr/>
                    <a:lstStyle/>
                    <a:p>
                      <a:pPr>
                        <a:lnSpc>
                          <a:spcPct val="100000"/>
                        </a:lnSpc>
                      </a:pPr>
                      <a:endParaRPr sz="2100">
                        <a:latin typeface="Times New Roman"/>
                        <a:cs typeface="Times New Roman"/>
                      </a:endParaRPr>
                    </a:p>
                  </a:txBody>
                  <a:tcPr marL="0" marR="0" marT="0" marB="0"/>
                </a:tc>
                <a:tc>
                  <a:txBody>
                    <a:bodyPr/>
                    <a:lstStyle/>
                    <a:p>
                      <a:pPr>
                        <a:lnSpc>
                          <a:spcPct val="100000"/>
                        </a:lnSpc>
                      </a:pPr>
                      <a:endParaRPr sz="2100">
                        <a:latin typeface="Times New Roman"/>
                        <a:cs typeface="Times New Roman"/>
                      </a:endParaRPr>
                    </a:p>
                  </a:txBody>
                  <a:tcPr marL="0" marR="0" marT="0" marB="0"/>
                </a:tc>
                <a:tc>
                  <a:txBody>
                    <a:bodyPr/>
                    <a:lstStyle/>
                    <a:p>
                      <a:pPr>
                        <a:lnSpc>
                          <a:spcPct val="100000"/>
                        </a:lnSpc>
                        <a:spcBef>
                          <a:spcPts val="50"/>
                        </a:spcBef>
                      </a:pPr>
                      <a:endParaRPr sz="2400">
                        <a:latin typeface="Times New Roman"/>
                        <a:cs typeface="Times New Roman"/>
                      </a:endParaRPr>
                    </a:p>
                    <a:p>
                      <a:pPr algn="ctr">
                        <a:lnSpc>
                          <a:spcPct val="100000"/>
                        </a:lnSpc>
                      </a:pPr>
                      <a:r>
                        <a:rPr sz="2000" dirty="0">
                          <a:latin typeface="Calibri"/>
                          <a:cs typeface="Calibri"/>
                        </a:rPr>
                        <a:t>0</a:t>
                      </a:r>
                      <a:endParaRPr sz="2000">
                        <a:latin typeface="Calibri"/>
                        <a:cs typeface="Calibri"/>
                      </a:endParaRPr>
                    </a:p>
                  </a:txBody>
                  <a:tcPr marL="0" marR="0" marT="5251" marB="0">
                    <a:lnT w="6350">
                      <a:solidFill>
                        <a:srgbClr val="FFC000"/>
                      </a:solidFill>
                      <a:prstDash val="solid"/>
                    </a:lnT>
                  </a:tcPr>
                </a:tc>
                <a:tc>
                  <a:txBody>
                    <a:bodyPr/>
                    <a:lstStyle/>
                    <a:p>
                      <a:pPr>
                        <a:lnSpc>
                          <a:spcPct val="100000"/>
                        </a:lnSpc>
                      </a:pPr>
                      <a:endParaRPr sz="2100">
                        <a:latin typeface="Times New Roman"/>
                        <a:cs typeface="Times New Roman"/>
                      </a:endParaRPr>
                    </a:p>
                  </a:txBody>
                  <a:tcPr marL="0" marR="0" marT="0" marB="0"/>
                </a:tc>
                <a:tc>
                  <a:txBody>
                    <a:bodyPr/>
                    <a:lstStyle/>
                    <a:p>
                      <a:pPr>
                        <a:lnSpc>
                          <a:spcPct val="100000"/>
                        </a:lnSpc>
                      </a:pPr>
                      <a:endParaRPr sz="2100">
                        <a:latin typeface="Times New Roman"/>
                        <a:cs typeface="Times New Roman"/>
                      </a:endParaRPr>
                    </a:p>
                  </a:txBody>
                  <a:tcPr marL="0" marR="0" marT="0" marB="0"/>
                </a:tc>
                <a:tc>
                  <a:txBody>
                    <a:bodyPr/>
                    <a:lstStyle/>
                    <a:p>
                      <a:pPr>
                        <a:lnSpc>
                          <a:spcPct val="100000"/>
                        </a:lnSpc>
                        <a:spcBef>
                          <a:spcPts val="50"/>
                        </a:spcBef>
                      </a:pPr>
                      <a:endParaRPr sz="2400">
                        <a:latin typeface="Times New Roman"/>
                        <a:cs typeface="Times New Roman"/>
                      </a:endParaRPr>
                    </a:p>
                    <a:p>
                      <a:pPr algn="ctr">
                        <a:lnSpc>
                          <a:spcPct val="100000"/>
                        </a:lnSpc>
                      </a:pPr>
                      <a:r>
                        <a:rPr sz="2000" dirty="0">
                          <a:latin typeface="Calibri"/>
                          <a:cs typeface="Calibri"/>
                        </a:rPr>
                        <a:t>0</a:t>
                      </a:r>
                      <a:endParaRPr sz="2000">
                        <a:latin typeface="Calibri"/>
                        <a:cs typeface="Calibri"/>
                      </a:endParaRPr>
                    </a:p>
                  </a:txBody>
                  <a:tcPr marL="0" marR="0" marT="5251" marB="0">
                    <a:lnT w="6350">
                      <a:solidFill>
                        <a:srgbClr val="FFC000"/>
                      </a:solidFill>
                      <a:prstDash val="solid"/>
                    </a:lnT>
                  </a:tcPr>
                </a:tc>
                <a:tc>
                  <a:txBody>
                    <a:bodyPr/>
                    <a:lstStyle/>
                    <a:p>
                      <a:pPr>
                        <a:lnSpc>
                          <a:spcPct val="100000"/>
                        </a:lnSpc>
                      </a:pPr>
                      <a:endParaRPr sz="2100">
                        <a:latin typeface="Times New Roman"/>
                        <a:cs typeface="Times New Roman"/>
                      </a:endParaRPr>
                    </a:p>
                  </a:txBody>
                  <a:tcPr marL="0" marR="0" marT="0" marB="0"/>
                </a:tc>
                <a:tc>
                  <a:txBody>
                    <a:bodyPr/>
                    <a:lstStyle/>
                    <a:p>
                      <a:pPr>
                        <a:lnSpc>
                          <a:spcPct val="100000"/>
                        </a:lnSpc>
                      </a:pPr>
                      <a:endParaRPr sz="2100">
                        <a:latin typeface="Times New Roman"/>
                        <a:cs typeface="Times New Roman"/>
                      </a:endParaRPr>
                    </a:p>
                  </a:txBody>
                  <a:tcPr marL="0" marR="0" marT="0" marB="0"/>
                </a:tc>
                <a:tc>
                  <a:txBody>
                    <a:bodyPr/>
                    <a:lstStyle/>
                    <a:p>
                      <a:pPr>
                        <a:lnSpc>
                          <a:spcPct val="100000"/>
                        </a:lnSpc>
                        <a:spcBef>
                          <a:spcPts val="50"/>
                        </a:spcBef>
                      </a:pPr>
                      <a:endParaRPr sz="2400">
                        <a:latin typeface="Times New Roman"/>
                        <a:cs typeface="Times New Roman"/>
                      </a:endParaRPr>
                    </a:p>
                    <a:p>
                      <a:pPr algn="ctr">
                        <a:lnSpc>
                          <a:spcPct val="100000"/>
                        </a:lnSpc>
                      </a:pPr>
                      <a:r>
                        <a:rPr sz="2000" dirty="0">
                          <a:latin typeface="Calibri"/>
                          <a:cs typeface="Calibri"/>
                        </a:rPr>
                        <a:t>7</a:t>
                      </a:r>
                      <a:endParaRPr sz="2000">
                        <a:latin typeface="Calibri"/>
                        <a:cs typeface="Calibri"/>
                      </a:endParaRPr>
                    </a:p>
                  </a:txBody>
                  <a:tcPr marL="0" marR="0" marT="5251" marB="0">
                    <a:lnT w="6350">
                      <a:solidFill>
                        <a:srgbClr val="FFC000"/>
                      </a:solidFill>
                      <a:prstDash val="solid"/>
                    </a:lnT>
                  </a:tcPr>
                </a:tc>
                <a:tc>
                  <a:txBody>
                    <a:bodyPr/>
                    <a:lstStyle/>
                    <a:p>
                      <a:pPr>
                        <a:lnSpc>
                          <a:spcPct val="100000"/>
                        </a:lnSpc>
                      </a:pPr>
                      <a:endParaRPr sz="2100">
                        <a:latin typeface="Times New Roman"/>
                        <a:cs typeface="Times New Roman"/>
                      </a:endParaRPr>
                    </a:p>
                  </a:txBody>
                  <a:tcPr marL="0" marR="0" marT="0" marB="0"/>
                </a:tc>
                <a:tc>
                  <a:txBody>
                    <a:bodyPr/>
                    <a:lstStyle/>
                    <a:p>
                      <a:pPr>
                        <a:lnSpc>
                          <a:spcPct val="100000"/>
                        </a:lnSpc>
                      </a:pPr>
                      <a:endParaRPr sz="2100">
                        <a:latin typeface="Times New Roman"/>
                        <a:cs typeface="Times New Roman"/>
                      </a:endParaRPr>
                    </a:p>
                  </a:txBody>
                  <a:tcPr marL="0" marR="0" marT="0" marB="0"/>
                </a:tc>
                <a:tc>
                  <a:txBody>
                    <a:bodyPr/>
                    <a:lstStyle/>
                    <a:p>
                      <a:pPr>
                        <a:lnSpc>
                          <a:spcPct val="100000"/>
                        </a:lnSpc>
                        <a:spcBef>
                          <a:spcPts val="50"/>
                        </a:spcBef>
                      </a:pPr>
                      <a:endParaRPr sz="2400">
                        <a:latin typeface="Times New Roman"/>
                        <a:cs typeface="Times New Roman"/>
                      </a:endParaRPr>
                    </a:p>
                    <a:p>
                      <a:pPr marL="635" algn="ctr">
                        <a:lnSpc>
                          <a:spcPct val="100000"/>
                        </a:lnSpc>
                      </a:pPr>
                      <a:r>
                        <a:rPr sz="2000" dirty="0">
                          <a:latin typeface="Calibri"/>
                          <a:cs typeface="Calibri"/>
                        </a:rPr>
                        <a:t>0</a:t>
                      </a:r>
                      <a:endParaRPr sz="2000">
                        <a:latin typeface="Calibri"/>
                        <a:cs typeface="Calibri"/>
                      </a:endParaRPr>
                    </a:p>
                  </a:txBody>
                  <a:tcPr marL="0" marR="0" marT="5251" marB="0">
                    <a:lnT w="6350">
                      <a:solidFill>
                        <a:srgbClr val="FFC000"/>
                      </a:solidFill>
                      <a:prstDash val="solid"/>
                    </a:lnT>
                  </a:tcPr>
                </a:tc>
                <a:tc>
                  <a:txBody>
                    <a:bodyPr/>
                    <a:lstStyle/>
                    <a:p>
                      <a:pPr>
                        <a:lnSpc>
                          <a:spcPct val="100000"/>
                        </a:lnSpc>
                      </a:pPr>
                      <a:endParaRPr sz="2100">
                        <a:latin typeface="Times New Roman"/>
                        <a:cs typeface="Times New Roman"/>
                      </a:endParaRPr>
                    </a:p>
                  </a:txBody>
                  <a:tcPr marL="0" marR="0" marT="0" marB="0"/>
                </a:tc>
                <a:tc>
                  <a:txBody>
                    <a:bodyPr/>
                    <a:lstStyle/>
                    <a:p>
                      <a:pPr>
                        <a:lnSpc>
                          <a:spcPct val="100000"/>
                        </a:lnSpc>
                      </a:pPr>
                      <a:endParaRPr sz="2100">
                        <a:latin typeface="Times New Roman"/>
                        <a:cs typeface="Times New Roman"/>
                      </a:endParaRPr>
                    </a:p>
                  </a:txBody>
                  <a:tcPr marL="0" marR="0" marT="0" marB="0"/>
                </a:tc>
                <a:tc>
                  <a:txBody>
                    <a:bodyPr/>
                    <a:lstStyle/>
                    <a:p>
                      <a:pPr>
                        <a:lnSpc>
                          <a:spcPct val="100000"/>
                        </a:lnSpc>
                        <a:spcBef>
                          <a:spcPts val="50"/>
                        </a:spcBef>
                      </a:pPr>
                      <a:endParaRPr sz="2400">
                        <a:latin typeface="Times New Roman"/>
                        <a:cs typeface="Times New Roman"/>
                      </a:endParaRPr>
                    </a:p>
                    <a:p>
                      <a:pPr marL="147320">
                        <a:lnSpc>
                          <a:spcPct val="100000"/>
                        </a:lnSpc>
                      </a:pPr>
                      <a:r>
                        <a:rPr sz="2000" dirty="0">
                          <a:latin typeface="Calibri"/>
                          <a:cs typeface="Calibri"/>
                        </a:rPr>
                        <a:t>0</a:t>
                      </a:r>
                      <a:endParaRPr sz="2000">
                        <a:latin typeface="Calibri"/>
                        <a:cs typeface="Calibri"/>
                      </a:endParaRPr>
                    </a:p>
                  </a:txBody>
                  <a:tcPr marL="0" marR="0" marT="5251" marB="0">
                    <a:lnT w="6350">
                      <a:solidFill>
                        <a:srgbClr val="FFC000"/>
                      </a:solidFill>
                      <a:prstDash val="solid"/>
                    </a:lnT>
                  </a:tcPr>
                </a:tc>
                <a:tc>
                  <a:txBody>
                    <a:bodyPr/>
                    <a:lstStyle/>
                    <a:p>
                      <a:pPr>
                        <a:lnSpc>
                          <a:spcPct val="100000"/>
                        </a:lnSpc>
                      </a:pPr>
                      <a:endParaRPr sz="2100">
                        <a:latin typeface="Times New Roman"/>
                        <a:cs typeface="Times New Roman"/>
                      </a:endParaRPr>
                    </a:p>
                  </a:txBody>
                  <a:tcPr marL="0" marR="0" marT="0" marB="0"/>
                </a:tc>
                <a:tc>
                  <a:txBody>
                    <a:bodyPr/>
                    <a:lstStyle/>
                    <a:p>
                      <a:pPr>
                        <a:lnSpc>
                          <a:spcPct val="100000"/>
                        </a:lnSpc>
                      </a:pPr>
                      <a:endParaRPr sz="2100">
                        <a:latin typeface="Times New Roman"/>
                        <a:cs typeface="Times New Roman"/>
                      </a:endParaRPr>
                    </a:p>
                  </a:txBody>
                  <a:tcPr marL="0" marR="0" marT="0" marB="0"/>
                </a:tc>
                <a:tc>
                  <a:txBody>
                    <a:bodyPr/>
                    <a:lstStyle/>
                    <a:p>
                      <a:pPr>
                        <a:lnSpc>
                          <a:spcPct val="100000"/>
                        </a:lnSpc>
                        <a:spcBef>
                          <a:spcPts val="50"/>
                        </a:spcBef>
                      </a:pPr>
                      <a:endParaRPr sz="2400">
                        <a:latin typeface="Times New Roman"/>
                        <a:cs typeface="Times New Roman"/>
                      </a:endParaRPr>
                    </a:p>
                    <a:p>
                      <a:pPr marL="147955">
                        <a:lnSpc>
                          <a:spcPct val="100000"/>
                        </a:lnSpc>
                      </a:pPr>
                      <a:r>
                        <a:rPr sz="2000" dirty="0">
                          <a:latin typeface="Calibri"/>
                          <a:cs typeface="Calibri"/>
                        </a:rPr>
                        <a:t>6</a:t>
                      </a:r>
                      <a:endParaRPr sz="2000">
                        <a:latin typeface="Calibri"/>
                        <a:cs typeface="Calibri"/>
                      </a:endParaRPr>
                    </a:p>
                  </a:txBody>
                  <a:tcPr marL="0" marR="0" marT="5251" marB="0"/>
                </a:tc>
                <a:extLst>
                  <a:ext uri="{0D108BD9-81ED-4DB2-BD59-A6C34878D82A}">
                    <a16:rowId xmlns:a16="http://schemas.microsoft.com/office/drawing/2014/main" val="10004"/>
                  </a:ext>
                </a:extLst>
              </a:tr>
            </a:tbl>
          </a:graphicData>
        </a:graphic>
      </p:graphicFrame>
      <p:sp>
        <p:nvSpPr>
          <p:cNvPr id="79" name="object 79"/>
          <p:cNvSpPr txBox="1"/>
          <p:nvPr/>
        </p:nvSpPr>
        <p:spPr>
          <a:xfrm>
            <a:off x="1897055" y="1774041"/>
            <a:ext cx="5987681" cy="3412245"/>
          </a:xfrm>
          <a:prstGeom prst="rect">
            <a:avLst/>
          </a:prstGeom>
        </p:spPr>
        <p:txBody>
          <a:bodyPr vert="horz" wrap="square" lIns="0" tIns="55655" rIns="0" bIns="0" rtlCol="0">
            <a:spAutoFit/>
          </a:bodyPr>
          <a:lstStyle/>
          <a:p>
            <a:pPr marL="52508">
              <a:spcBef>
                <a:spcPts val="438"/>
              </a:spcBef>
            </a:pPr>
            <a:r>
              <a:rPr sz="1985" spc="-21" dirty="0">
                <a:latin typeface="Cambria Math"/>
                <a:cs typeface="Cambria Math"/>
              </a:rPr>
              <a:t>𝑥</a:t>
            </a:r>
            <a:r>
              <a:rPr sz="2171" spc="-31" baseline="-15873" dirty="0">
                <a:latin typeface="Cambria Math"/>
                <a:cs typeface="Cambria Math"/>
              </a:rPr>
              <a:t>1</a:t>
            </a:r>
            <a:endParaRPr sz="2171" baseline="-15873">
              <a:latin typeface="Cambria Math"/>
              <a:cs typeface="Cambria Math"/>
            </a:endParaRPr>
          </a:p>
          <a:p>
            <a:pPr marL="52508">
              <a:spcBef>
                <a:spcPts val="356"/>
              </a:spcBef>
            </a:pPr>
            <a:r>
              <a:rPr sz="1985" spc="4" dirty="0">
                <a:latin typeface="Cambria Math"/>
                <a:cs typeface="Cambria Math"/>
              </a:rPr>
              <a:t>𝑥</a:t>
            </a:r>
            <a:r>
              <a:rPr sz="2171" spc="6" baseline="-15873" dirty="0">
                <a:latin typeface="Cambria Math"/>
                <a:cs typeface="Cambria Math"/>
              </a:rPr>
              <a:t>2</a:t>
            </a:r>
            <a:endParaRPr sz="2171" baseline="-15873">
              <a:latin typeface="Cambria Math"/>
              <a:cs typeface="Cambria Math"/>
            </a:endParaRPr>
          </a:p>
          <a:p>
            <a:pPr marL="59334">
              <a:spcBef>
                <a:spcPts val="583"/>
              </a:spcBef>
            </a:pPr>
            <a:r>
              <a:rPr sz="1985" spc="4" dirty="0">
                <a:latin typeface="Cambria Math"/>
                <a:cs typeface="Cambria Math"/>
              </a:rPr>
              <a:t>𝑥</a:t>
            </a:r>
            <a:r>
              <a:rPr sz="2171" spc="6" baseline="-15873" dirty="0">
                <a:latin typeface="Cambria Math"/>
                <a:cs typeface="Cambria Math"/>
              </a:rPr>
              <a:t>3</a:t>
            </a:r>
            <a:endParaRPr sz="2171" baseline="-15873">
              <a:latin typeface="Cambria Math"/>
              <a:cs typeface="Cambria Math"/>
            </a:endParaRPr>
          </a:p>
          <a:p>
            <a:pPr>
              <a:spcBef>
                <a:spcPts val="25"/>
              </a:spcBef>
            </a:pPr>
            <a:endParaRPr sz="2357">
              <a:latin typeface="Cambria Math"/>
              <a:cs typeface="Cambria Math"/>
            </a:endParaRPr>
          </a:p>
          <a:p>
            <a:pPr marL="101341"/>
            <a:r>
              <a:rPr sz="1985" dirty="0">
                <a:latin typeface="Cambria Math"/>
                <a:cs typeface="Cambria Math"/>
              </a:rPr>
              <a:t>𝑦</a:t>
            </a:r>
            <a:endParaRPr sz="1985">
              <a:latin typeface="Cambria Math"/>
              <a:cs typeface="Cambria Math"/>
            </a:endParaRPr>
          </a:p>
          <a:p>
            <a:pPr>
              <a:spcBef>
                <a:spcPts val="21"/>
              </a:spcBef>
            </a:pPr>
            <a:endParaRPr sz="1778">
              <a:latin typeface="Cambria Math"/>
              <a:cs typeface="Cambria Math"/>
            </a:endParaRPr>
          </a:p>
          <a:p>
            <a:pPr marL="548185" marR="35706">
              <a:lnSpc>
                <a:spcPct val="148800"/>
              </a:lnSpc>
            </a:pPr>
            <a:r>
              <a:rPr sz="1985" dirty="0">
                <a:latin typeface="Calibri"/>
                <a:cs typeface="Calibri"/>
              </a:rPr>
              <a:t>When</a:t>
            </a:r>
            <a:r>
              <a:rPr sz="1985" spc="-4" dirty="0">
                <a:latin typeface="Calibri"/>
                <a:cs typeface="Calibri"/>
              </a:rPr>
              <a:t> x</a:t>
            </a:r>
            <a:r>
              <a:rPr sz="1985" spc="-6" baseline="-20833" dirty="0">
                <a:latin typeface="Calibri"/>
                <a:cs typeface="Calibri"/>
              </a:rPr>
              <a:t>2</a:t>
            </a:r>
            <a:r>
              <a:rPr sz="1985" spc="204" baseline="-20833" dirty="0">
                <a:latin typeface="Calibri"/>
                <a:cs typeface="Calibri"/>
              </a:rPr>
              <a:t> </a:t>
            </a:r>
            <a:r>
              <a:rPr sz="1985" dirty="0">
                <a:latin typeface="Calibri"/>
                <a:cs typeface="Calibri"/>
              </a:rPr>
              <a:t>=</a:t>
            </a:r>
            <a:r>
              <a:rPr sz="1985" spc="-8" dirty="0">
                <a:latin typeface="Calibri"/>
                <a:cs typeface="Calibri"/>
              </a:rPr>
              <a:t> </a:t>
            </a:r>
            <a:r>
              <a:rPr sz="1985" dirty="0">
                <a:latin typeface="Calibri"/>
                <a:cs typeface="Calibri"/>
              </a:rPr>
              <a:t>1,</a:t>
            </a:r>
            <a:r>
              <a:rPr sz="1985" spc="-4" dirty="0">
                <a:latin typeface="Calibri"/>
                <a:cs typeface="Calibri"/>
              </a:rPr>
              <a:t> </a:t>
            </a:r>
            <a:r>
              <a:rPr sz="1985" dirty="0">
                <a:latin typeface="Calibri"/>
                <a:cs typeface="Calibri"/>
              </a:rPr>
              <a:t>add</a:t>
            </a:r>
            <a:r>
              <a:rPr sz="1985" spc="-4" dirty="0">
                <a:latin typeface="Calibri"/>
                <a:cs typeface="Calibri"/>
              </a:rPr>
              <a:t> </a:t>
            </a:r>
            <a:r>
              <a:rPr sz="1985" dirty="0">
                <a:latin typeface="Calibri"/>
                <a:cs typeface="Calibri"/>
              </a:rPr>
              <a:t>the</a:t>
            </a:r>
            <a:r>
              <a:rPr sz="1985" spc="-4" dirty="0">
                <a:latin typeface="Calibri"/>
                <a:cs typeface="Calibri"/>
              </a:rPr>
              <a:t> </a:t>
            </a:r>
            <a:r>
              <a:rPr sz="1985" spc="-8" dirty="0">
                <a:latin typeface="Calibri"/>
                <a:cs typeface="Calibri"/>
              </a:rPr>
              <a:t>numbers</a:t>
            </a:r>
            <a:r>
              <a:rPr sz="1985" spc="-21" dirty="0">
                <a:latin typeface="Calibri"/>
                <a:cs typeface="Calibri"/>
              </a:rPr>
              <a:t> </a:t>
            </a:r>
            <a:r>
              <a:rPr sz="1985" spc="-4" dirty="0">
                <a:latin typeface="Calibri"/>
                <a:cs typeface="Calibri"/>
              </a:rPr>
              <a:t>of</a:t>
            </a:r>
            <a:r>
              <a:rPr sz="1985" spc="-12" dirty="0">
                <a:latin typeface="Calibri"/>
                <a:cs typeface="Calibri"/>
              </a:rPr>
              <a:t> </a:t>
            </a:r>
            <a:r>
              <a:rPr sz="1985" spc="4" dirty="0">
                <a:latin typeface="Calibri"/>
                <a:cs typeface="Calibri"/>
              </a:rPr>
              <a:t>x</a:t>
            </a:r>
            <a:r>
              <a:rPr sz="1985" spc="6" baseline="-20833" dirty="0">
                <a:latin typeface="Calibri"/>
                <a:cs typeface="Calibri"/>
              </a:rPr>
              <a:t>1</a:t>
            </a:r>
            <a:r>
              <a:rPr sz="1985" spc="204" baseline="-20833" dirty="0">
                <a:latin typeface="Calibri"/>
                <a:cs typeface="Calibri"/>
              </a:rPr>
              <a:t> </a:t>
            </a:r>
            <a:r>
              <a:rPr sz="1985" spc="-12" dirty="0">
                <a:latin typeface="Calibri"/>
                <a:cs typeface="Calibri"/>
              </a:rPr>
              <a:t>into</a:t>
            </a:r>
            <a:r>
              <a:rPr sz="1985" spc="-8" dirty="0">
                <a:latin typeface="Calibri"/>
                <a:cs typeface="Calibri"/>
              </a:rPr>
              <a:t> </a:t>
            </a:r>
            <a:r>
              <a:rPr sz="1985" dirty="0">
                <a:latin typeface="Calibri"/>
                <a:cs typeface="Calibri"/>
              </a:rPr>
              <a:t>the</a:t>
            </a:r>
            <a:r>
              <a:rPr sz="1985" spc="-4" dirty="0">
                <a:latin typeface="Calibri"/>
                <a:cs typeface="Calibri"/>
              </a:rPr>
              <a:t> </a:t>
            </a:r>
            <a:r>
              <a:rPr sz="1985" dirty="0">
                <a:latin typeface="Calibri"/>
                <a:cs typeface="Calibri"/>
              </a:rPr>
              <a:t>memory </a:t>
            </a:r>
            <a:r>
              <a:rPr sz="1985" spc="-438" dirty="0">
                <a:latin typeface="Calibri"/>
                <a:cs typeface="Calibri"/>
              </a:rPr>
              <a:t> </a:t>
            </a:r>
            <a:r>
              <a:rPr sz="1985" dirty="0">
                <a:latin typeface="Calibri"/>
                <a:cs typeface="Calibri"/>
              </a:rPr>
              <a:t>When</a:t>
            </a:r>
            <a:r>
              <a:rPr sz="1985" spc="-4" dirty="0">
                <a:latin typeface="Calibri"/>
                <a:cs typeface="Calibri"/>
              </a:rPr>
              <a:t> x</a:t>
            </a:r>
            <a:r>
              <a:rPr sz="1985" spc="-6" baseline="-20833" dirty="0">
                <a:latin typeface="Calibri"/>
                <a:cs typeface="Calibri"/>
              </a:rPr>
              <a:t>2</a:t>
            </a:r>
            <a:r>
              <a:rPr sz="1985" spc="210" baseline="-20833" dirty="0">
                <a:latin typeface="Calibri"/>
                <a:cs typeface="Calibri"/>
              </a:rPr>
              <a:t> </a:t>
            </a:r>
            <a:r>
              <a:rPr sz="1985" dirty="0">
                <a:latin typeface="Calibri"/>
                <a:cs typeface="Calibri"/>
              </a:rPr>
              <a:t>= </a:t>
            </a:r>
            <a:r>
              <a:rPr sz="1985" spc="-4" dirty="0">
                <a:latin typeface="Calibri"/>
                <a:cs typeface="Calibri"/>
              </a:rPr>
              <a:t>-1,</a:t>
            </a:r>
            <a:r>
              <a:rPr sz="1985" spc="-8" dirty="0">
                <a:latin typeface="Calibri"/>
                <a:cs typeface="Calibri"/>
              </a:rPr>
              <a:t> reset</a:t>
            </a:r>
            <a:r>
              <a:rPr sz="1985" spc="-4" dirty="0">
                <a:latin typeface="Calibri"/>
                <a:cs typeface="Calibri"/>
              </a:rPr>
              <a:t> the </a:t>
            </a:r>
            <a:r>
              <a:rPr sz="1985" dirty="0">
                <a:latin typeface="Calibri"/>
                <a:cs typeface="Calibri"/>
              </a:rPr>
              <a:t>memory</a:t>
            </a:r>
            <a:endParaRPr sz="1985">
              <a:latin typeface="Calibri"/>
              <a:cs typeface="Calibri"/>
            </a:endParaRPr>
          </a:p>
          <a:p>
            <a:pPr marL="547660">
              <a:spcBef>
                <a:spcPts val="1162"/>
              </a:spcBef>
            </a:pPr>
            <a:r>
              <a:rPr sz="1985" dirty="0">
                <a:latin typeface="Calibri"/>
                <a:cs typeface="Calibri"/>
              </a:rPr>
              <a:t>When</a:t>
            </a:r>
            <a:r>
              <a:rPr sz="1985" spc="-8" dirty="0">
                <a:latin typeface="Calibri"/>
                <a:cs typeface="Calibri"/>
              </a:rPr>
              <a:t> </a:t>
            </a:r>
            <a:r>
              <a:rPr sz="1985" spc="-4" dirty="0">
                <a:latin typeface="Calibri"/>
                <a:cs typeface="Calibri"/>
              </a:rPr>
              <a:t>x</a:t>
            </a:r>
            <a:r>
              <a:rPr sz="1985" spc="-6" baseline="-20833" dirty="0">
                <a:latin typeface="Calibri"/>
                <a:cs typeface="Calibri"/>
              </a:rPr>
              <a:t>3</a:t>
            </a:r>
            <a:r>
              <a:rPr sz="1985" spc="204" baseline="-20833" dirty="0">
                <a:latin typeface="Calibri"/>
                <a:cs typeface="Calibri"/>
              </a:rPr>
              <a:t> </a:t>
            </a:r>
            <a:r>
              <a:rPr sz="1985" dirty="0">
                <a:latin typeface="Calibri"/>
                <a:cs typeface="Calibri"/>
              </a:rPr>
              <a:t>=</a:t>
            </a:r>
            <a:r>
              <a:rPr sz="1985" spc="-8" dirty="0">
                <a:latin typeface="Calibri"/>
                <a:cs typeface="Calibri"/>
              </a:rPr>
              <a:t> </a:t>
            </a:r>
            <a:r>
              <a:rPr sz="1985" dirty="0">
                <a:latin typeface="Calibri"/>
                <a:cs typeface="Calibri"/>
              </a:rPr>
              <a:t>1,</a:t>
            </a:r>
            <a:r>
              <a:rPr sz="1985" spc="-4" dirty="0">
                <a:latin typeface="Calibri"/>
                <a:cs typeface="Calibri"/>
              </a:rPr>
              <a:t> </a:t>
            </a:r>
            <a:r>
              <a:rPr sz="1985" spc="-8" dirty="0">
                <a:latin typeface="Calibri"/>
                <a:cs typeface="Calibri"/>
              </a:rPr>
              <a:t>output </a:t>
            </a:r>
            <a:r>
              <a:rPr sz="1985" dirty="0">
                <a:latin typeface="Calibri"/>
                <a:cs typeface="Calibri"/>
              </a:rPr>
              <a:t>the</a:t>
            </a:r>
            <a:r>
              <a:rPr sz="1985" spc="-8" dirty="0">
                <a:latin typeface="Calibri"/>
                <a:cs typeface="Calibri"/>
              </a:rPr>
              <a:t> </a:t>
            </a:r>
            <a:r>
              <a:rPr sz="1985" spc="-4" dirty="0">
                <a:latin typeface="Calibri"/>
                <a:cs typeface="Calibri"/>
              </a:rPr>
              <a:t>number</a:t>
            </a:r>
            <a:r>
              <a:rPr sz="1985" spc="-12" dirty="0">
                <a:latin typeface="Calibri"/>
                <a:cs typeface="Calibri"/>
              </a:rPr>
              <a:t> </a:t>
            </a:r>
            <a:r>
              <a:rPr sz="1985" dirty="0">
                <a:latin typeface="Calibri"/>
                <a:cs typeface="Calibri"/>
              </a:rPr>
              <a:t>in</a:t>
            </a:r>
            <a:r>
              <a:rPr sz="1985" spc="-4" dirty="0">
                <a:latin typeface="Calibri"/>
                <a:cs typeface="Calibri"/>
              </a:rPr>
              <a:t> </a:t>
            </a:r>
            <a:r>
              <a:rPr sz="1985" dirty="0">
                <a:latin typeface="Calibri"/>
                <a:cs typeface="Calibri"/>
              </a:rPr>
              <a:t>the</a:t>
            </a:r>
            <a:r>
              <a:rPr sz="1985" spc="-4" dirty="0">
                <a:latin typeface="Calibri"/>
                <a:cs typeface="Calibri"/>
              </a:rPr>
              <a:t> </a:t>
            </a:r>
            <a:r>
              <a:rPr sz="1985" spc="-17" dirty="0">
                <a:latin typeface="Calibri"/>
                <a:cs typeface="Calibri"/>
              </a:rPr>
              <a:t>memory.</a:t>
            </a:r>
            <a:endParaRPr sz="1985">
              <a:latin typeface="Calibri"/>
              <a:cs typeface="Calibri"/>
            </a:endParaRPr>
          </a:p>
        </p:txBody>
      </p:sp>
      <p:sp>
        <p:nvSpPr>
          <p:cNvPr id="80" name="object 80"/>
          <p:cNvSpPr/>
          <p:nvPr/>
        </p:nvSpPr>
        <p:spPr>
          <a:xfrm>
            <a:off x="6301392" y="2239867"/>
            <a:ext cx="263576" cy="288778"/>
          </a:xfrm>
          <a:custGeom>
            <a:avLst/>
            <a:gdLst/>
            <a:ahLst/>
            <a:cxnLst/>
            <a:rect l="l" t="t" r="r" b="b"/>
            <a:pathLst>
              <a:path w="318770" h="349250">
                <a:moveTo>
                  <a:pt x="0" y="348996"/>
                </a:moveTo>
                <a:lnTo>
                  <a:pt x="318515" y="348996"/>
                </a:lnTo>
                <a:lnTo>
                  <a:pt x="318515" y="0"/>
                </a:lnTo>
                <a:lnTo>
                  <a:pt x="0" y="0"/>
                </a:lnTo>
                <a:lnTo>
                  <a:pt x="0" y="348996"/>
                </a:lnTo>
                <a:close/>
              </a:path>
            </a:pathLst>
          </a:custGeom>
          <a:ln w="38100">
            <a:solidFill>
              <a:srgbClr val="6F2F9F"/>
            </a:solidFill>
          </a:ln>
        </p:spPr>
        <p:txBody>
          <a:bodyPr wrap="square" lIns="0" tIns="0" rIns="0" bIns="0" rtlCol="0"/>
          <a:lstStyle/>
          <a:p>
            <a:endParaRPr sz="1488"/>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8" name="bg object 16">
            <a:extLst>
              <a:ext uri="{FF2B5EF4-FFF2-40B4-BE49-F238E27FC236}">
                <a16:creationId xmlns:a16="http://schemas.microsoft.com/office/drawing/2014/main" id="{32511C3D-32E9-4E31-A2B5-E6D5D414B1A3}"/>
              </a:ext>
            </a:extLst>
          </p:cNvPr>
          <p:cNvPicPr/>
          <p:nvPr/>
        </p:nvPicPr>
        <p:blipFill>
          <a:blip r:embed="rId2" cstate="print"/>
          <a:stretch>
            <a:fillRect/>
          </a:stretch>
        </p:blipFill>
        <p:spPr>
          <a:xfrm>
            <a:off x="2703835" y="347933"/>
            <a:ext cx="2998159" cy="4065508"/>
          </a:xfrm>
          <a:prstGeom prst="rect">
            <a:avLst/>
          </a:prstGeom>
        </p:spPr>
      </p:pic>
      <p:sp>
        <p:nvSpPr>
          <p:cNvPr id="2" name="object 2"/>
          <p:cNvSpPr txBox="1"/>
          <p:nvPr/>
        </p:nvSpPr>
        <p:spPr>
          <a:xfrm>
            <a:off x="5647598" y="4300651"/>
            <a:ext cx="155415" cy="316072"/>
          </a:xfrm>
          <a:prstGeom prst="rect">
            <a:avLst/>
          </a:prstGeom>
        </p:spPr>
        <p:txBody>
          <a:bodyPr vert="horz" wrap="square" lIns="0" tIns="10501" rIns="0" bIns="0" rtlCol="0">
            <a:spAutoFit/>
          </a:bodyPr>
          <a:lstStyle/>
          <a:p>
            <a:pPr marL="10502">
              <a:spcBef>
                <a:spcPts val="83"/>
              </a:spcBef>
            </a:pPr>
            <a:r>
              <a:rPr sz="1985" dirty="0">
                <a:latin typeface="Cambria Math"/>
                <a:cs typeface="Cambria Math"/>
              </a:rPr>
              <a:t>𝑥</a:t>
            </a:r>
            <a:endParaRPr sz="1985">
              <a:latin typeface="Cambria Math"/>
              <a:cs typeface="Cambria Math"/>
            </a:endParaRPr>
          </a:p>
        </p:txBody>
      </p:sp>
      <p:sp>
        <p:nvSpPr>
          <p:cNvPr id="3" name="object 3"/>
          <p:cNvSpPr txBox="1"/>
          <p:nvPr/>
        </p:nvSpPr>
        <p:spPr>
          <a:xfrm>
            <a:off x="5772350" y="4420361"/>
            <a:ext cx="128112" cy="233823"/>
          </a:xfrm>
          <a:prstGeom prst="rect">
            <a:avLst/>
          </a:prstGeom>
        </p:spPr>
        <p:txBody>
          <a:bodyPr vert="horz" wrap="square" lIns="0" tIns="11026" rIns="0" bIns="0" rtlCol="0">
            <a:spAutoFit/>
          </a:bodyPr>
          <a:lstStyle/>
          <a:p>
            <a:pPr marL="10502">
              <a:spcBef>
                <a:spcPts val="87"/>
              </a:spcBef>
            </a:pPr>
            <a:r>
              <a:rPr sz="1447" spc="37" dirty="0">
                <a:latin typeface="Cambria Math"/>
                <a:cs typeface="Cambria Math"/>
              </a:rPr>
              <a:t>1</a:t>
            </a:r>
            <a:endParaRPr sz="1447">
              <a:latin typeface="Cambria Math"/>
              <a:cs typeface="Cambria Math"/>
            </a:endParaRPr>
          </a:p>
        </p:txBody>
      </p:sp>
      <p:pic>
        <p:nvPicPr>
          <p:cNvPr id="4" name="object 4"/>
          <p:cNvPicPr/>
          <p:nvPr/>
        </p:nvPicPr>
        <p:blipFill>
          <a:blip r:embed="rId3" cstate="print"/>
          <a:stretch>
            <a:fillRect/>
          </a:stretch>
        </p:blipFill>
        <p:spPr>
          <a:xfrm>
            <a:off x="5973131" y="4313398"/>
            <a:ext cx="514129" cy="1102607"/>
          </a:xfrm>
          <a:prstGeom prst="rect">
            <a:avLst/>
          </a:prstGeom>
        </p:spPr>
      </p:pic>
      <p:sp>
        <p:nvSpPr>
          <p:cNvPr id="5" name="object 5"/>
          <p:cNvSpPr txBox="1"/>
          <p:nvPr/>
        </p:nvSpPr>
        <p:spPr>
          <a:xfrm>
            <a:off x="5626596" y="4573547"/>
            <a:ext cx="307680" cy="773769"/>
          </a:xfrm>
          <a:prstGeom prst="rect">
            <a:avLst/>
          </a:prstGeom>
        </p:spPr>
        <p:txBody>
          <a:bodyPr vert="horz" wrap="square" lIns="0" tIns="85058" rIns="0" bIns="0" rtlCol="0">
            <a:spAutoFit/>
          </a:bodyPr>
          <a:lstStyle/>
          <a:p>
            <a:pPr marL="31505">
              <a:spcBef>
                <a:spcPts val="670"/>
              </a:spcBef>
            </a:pPr>
            <a:r>
              <a:rPr sz="1985" spc="4" dirty="0">
                <a:latin typeface="Cambria Math"/>
                <a:cs typeface="Cambria Math"/>
              </a:rPr>
              <a:t>𝑥</a:t>
            </a:r>
            <a:r>
              <a:rPr sz="2171" spc="6" baseline="-15873" dirty="0">
                <a:latin typeface="Cambria Math"/>
                <a:cs typeface="Cambria Math"/>
              </a:rPr>
              <a:t>2</a:t>
            </a:r>
            <a:endParaRPr sz="2171" baseline="-15873">
              <a:latin typeface="Cambria Math"/>
              <a:cs typeface="Cambria Math"/>
            </a:endParaRPr>
          </a:p>
          <a:p>
            <a:pPr marL="38331">
              <a:spcBef>
                <a:spcPts val="587"/>
              </a:spcBef>
            </a:pPr>
            <a:r>
              <a:rPr sz="1985" spc="4" dirty="0">
                <a:latin typeface="Cambria Math"/>
                <a:cs typeface="Cambria Math"/>
              </a:rPr>
              <a:t>𝑥</a:t>
            </a:r>
            <a:r>
              <a:rPr sz="2171" spc="6" baseline="-15873" dirty="0">
                <a:latin typeface="Cambria Math"/>
                <a:cs typeface="Cambria Math"/>
              </a:rPr>
              <a:t>3</a:t>
            </a:r>
            <a:endParaRPr sz="2171" baseline="-15873">
              <a:latin typeface="Cambria Math"/>
              <a:cs typeface="Cambria Math"/>
            </a:endParaRPr>
          </a:p>
        </p:txBody>
      </p:sp>
      <p:sp>
        <p:nvSpPr>
          <p:cNvPr id="6" name="object 6"/>
          <p:cNvSpPr txBox="1"/>
          <p:nvPr/>
        </p:nvSpPr>
        <p:spPr>
          <a:xfrm>
            <a:off x="5719217" y="507683"/>
            <a:ext cx="162241" cy="316072"/>
          </a:xfrm>
          <a:prstGeom prst="rect">
            <a:avLst/>
          </a:prstGeom>
        </p:spPr>
        <p:txBody>
          <a:bodyPr vert="horz" wrap="square" lIns="0" tIns="10501" rIns="0" bIns="0" rtlCol="0">
            <a:spAutoFit/>
          </a:bodyPr>
          <a:lstStyle/>
          <a:p>
            <a:pPr marL="10502">
              <a:spcBef>
                <a:spcPts val="83"/>
              </a:spcBef>
            </a:pPr>
            <a:r>
              <a:rPr sz="1985" dirty="0">
                <a:latin typeface="Cambria Math"/>
                <a:cs typeface="Cambria Math"/>
              </a:rPr>
              <a:t>𝑦</a:t>
            </a:r>
            <a:endParaRPr sz="1985">
              <a:latin typeface="Cambria Math"/>
              <a:cs typeface="Cambria Math"/>
            </a:endParaRPr>
          </a:p>
        </p:txBody>
      </p:sp>
      <p:sp>
        <p:nvSpPr>
          <p:cNvPr id="7" name="object 7"/>
          <p:cNvSpPr txBox="1"/>
          <p:nvPr/>
        </p:nvSpPr>
        <p:spPr>
          <a:xfrm>
            <a:off x="6029836" y="4347423"/>
            <a:ext cx="370685" cy="939202"/>
          </a:xfrm>
          <a:prstGeom prst="rect">
            <a:avLst/>
          </a:prstGeom>
          <a:ln w="6096">
            <a:solidFill>
              <a:srgbClr val="FFC000"/>
            </a:solidFill>
          </a:ln>
        </p:spPr>
        <p:txBody>
          <a:bodyPr vert="horz" wrap="square" lIns="0" tIns="22577" rIns="0" bIns="0" rtlCol="0">
            <a:spAutoFit/>
          </a:bodyPr>
          <a:lstStyle/>
          <a:p>
            <a:pPr marL="121294">
              <a:spcBef>
                <a:spcPts val="178"/>
              </a:spcBef>
            </a:pPr>
            <a:r>
              <a:rPr sz="1985" dirty="0">
                <a:latin typeface="Calibri"/>
                <a:cs typeface="Calibri"/>
              </a:rPr>
              <a:t>3</a:t>
            </a:r>
            <a:endParaRPr sz="1985">
              <a:latin typeface="Calibri"/>
              <a:cs typeface="Calibri"/>
            </a:endParaRPr>
          </a:p>
          <a:p>
            <a:pPr marL="121294">
              <a:spcBef>
                <a:spcPts val="4"/>
              </a:spcBef>
            </a:pPr>
            <a:r>
              <a:rPr sz="1985" dirty="0">
                <a:latin typeface="Calibri"/>
                <a:cs typeface="Calibri"/>
              </a:rPr>
              <a:t>1</a:t>
            </a:r>
            <a:endParaRPr sz="1985">
              <a:latin typeface="Calibri"/>
              <a:cs typeface="Calibri"/>
            </a:endParaRPr>
          </a:p>
          <a:p>
            <a:pPr marL="121294"/>
            <a:r>
              <a:rPr sz="1985" dirty="0">
                <a:latin typeface="Calibri"/>
                <a:cs typeface="Calibri"/>
              </a:rPr>
              <a:t>0</a:t>
            </a:r>
            <a:endParaRPr sz="1985">
              <a:latin typeface="Calibri"/>
              <a:cs typeface="Calibri"/>
            </a:endParaRPr>
          </a:p>
        </p:txBody>
      </p:sp>
      <p:grpSp>
        <p:nvGrpSpPr>
          <p:cNvPr id="8" name="object 8"/>
          <p:cNvGrpSpPr/>
          <p:nvPr/>
        </p:nvGrpSpPr>
        <p:grpSpPr>
          <a:xfrm>
            <a:off x="6038658" y="468766"/>
            <a:ext cx="375936" cy="385912"/>
            <a:chOff x="5777484" y="566927"/>
            <a:chExt cx="454659" cy="466725"/>
          </a:xfrm>
        </p:grpSpPr>
        <p:pic>
          <p:nvPicPr>
            <p:cNvPr id="9" name="object 9"/>
            <p:cNvPicPr/>
            <p:nvPr/>
          </p:nvPicPr>
          <p:blipFill>
            <a:blip r:embed="rId4" cstate="print"/>
            <a:stretch>
              <a:fillRect/>
            </a:stretch>
          </p:blipFill>
          <p:spPr>
            <a:xfrm>
              <a:off x="5780532" y="569975"/>
              <a:ext cx="448056" cy="460248"/>
            </a:xfrm>
            <a:prstGeom prst="rect">
              <a:avLst/>
            </a:prstGeom>
          </p:spPr>
        </p:pic>
        <p:sp>
          <p:nvSpPr>
            <p:cNvPr id="10" name="object 10"/>
            <p:cNvSpPr/>
            <p:nvPr/>
          </p:nvSpPr>
          <p:spPr>
            <a:xfrm>
              <a:off x="5780532" y="569975"/>
              <a:ext cx="448309" cy="460375"/>
            </a:xfrm>
            <a:custGeom>
              <a:avLst/>
              <a:gdLst/>
              <a:ahLst/>
              <a:cxnLst/>
              <a:rect l="l" t="t" r="r" b="b"/>
              <a:pathLst>
                <a:path w="448310" h="460375">
                  <a:moveTo>
                    <a:pt x="0" y="460248"/>
                  </a:moveTo>
                  <a:lnTo>
                    <a:pt x="448056" y="460248"/>
                  </a:lnTo>
                  <a:lnTo>
                    <a:pt x="448056" y="0"/>
                  </a:lnTo>
                  <a:lnTo>
                    <a:pt x="0" y="0"/>
                  </a:lnTo>
                  <a:lnTo>
                    <a:pt x="0" y="460248"/>
                  </a:lnTo>
                  <a:close/>
                </a:path>
              </a:pathLst>
            </a:custGeom>
            <a:ln w="6096">
              <a:solidFill>
                <a:srgbClr val="EC7C30"/>
              </a:solidFill>
            </a:ln>
          </p:spPr>
          <p:txBody>
            <a:bodyPr wrap="square" lIns="0" tIns="0" rIns="0" bIns="0" rtlCol="0"/>
            <a:lstStyle/>
            <a:p>
              <a:endParaRPr sz="1488"/>
            </a:p>
          </p:txBody>
        </p:sp>
      </p:grpSp>
      <p:pic>
        <p:nvPicPr>
          <p:cNvPr id="11" name="object 11"/>
          <p:cNvPicPr/>
          <p:nvPr/>
        </p:nvPicPr>
        <p:blipFill>
          <a:blip r:embed="rId5" cstate="print"/>
          <a:stretch>
            <a:fillRect/>
          </a:stretch>
        </p:blipFill>
        <p:spPr>
          <a:xfrm>
            <a:off x="6629654" y="4344902"/>
            <a:ext cx="370476" cy="991716"/>
          </a:xfrm>
          <a:prstGeom prst="rect">
            <a:avLst/>
          </a:prstGeom>
        </p:spPr>
      </p:pic>
      <p:sp>
        <p:nvSpPr>
          <p:cNvPr id="12" name="object 12"/>
          <p:cNvSpPr txBox="1"/>
          <p:nvPr/>
        </p:nvSpPr>
        <p:spPr>
          <a:xfrm>
            <a:off x="6629655" y="4344902"/>
            <a:ext cx="370685" cy="938672"/>
          </a:xfrm>
          <a:prstGeom prst="rect">
            <a:avLst/>
          </a:prstGeom>
          <a:ln w="6096">
            <a:solidFill>
              <a:srgbClr val="FFC000"/>
            </a:solidFill>
          </a:ln>
        </p:spPr>
        <p:txBody>
          <a:bodyPr vert="horz" wrap="square" lIns="0" tIns="22052" rIns="0" bIns="0" rtlCol="0">
            <a:spAutoFit/>
          </a:bodyPr>
          <a:lstStyle/>
          <a:p>
            <a:pPr marL="121819">
              <a:spcBef>
                <a:spcPts val="174"/>
              </a:spcBef>
            </a:pPr>
            <a:r>
              <a:rPr sz="1985" dirty="0">
                <a:latin typeface="Calibri"/>
                <a:cs typeface="Calibri"/>
              </a:rPr>
              <a:t>4</a:t>
            </a:r>
            <a:endParaRPr sz="1985">
              <a:latin typeface="Calibri"/>
              <a:cs typeface="Calibri"/>
            </a:endParaRPr>
          </a:p>
          <a:p>
            <a:pPr marL="121819"/>
            <a:r>
              <a:rPr sz="1985" dirty="0">
                <a:latin typeface="Calibri"/>
                <a:cs typeface="Calibri"/>
              </a:rPr>
              <a:t>1</a:t>
            </a:r>
            <a:endParaRPr sz="1985">
              <a:latin typeface="Calibri"/>
              <a:cs typeface="Calibri"/>
            </a:endParaRPr>
          </a:p>
          <a:p>
            <a:pPr marL="121819"/>
            <a:r>
              <a:rPr sz="1985" dirty="0">
                <a:latin typeface="Calibri"/>
                <a:cs typeface="Calibri"/>
              </a:rPr>
              <a:t>0</a:t>
            </a:r>
            <a:endParaRPr sz="1985">
              <a:latin typeface="Calibri"/>
              <a:cs typeface="Calibri"/>
            </a:endParaRPr>
          </a:p>
        </p:txBody>
      </p:sp>
      <p:grpSp>
        <p:nvGrpSpPr>
          <p:cNvPr id="13" name="object 13"/>
          <p:cNvGrpSpPr/>
          <p:nvPr/>
        </p:nvGrpSpPr>
        <p:grpSpPr>
          <a:xfrm>
            <a:off x="6606973" y="468766"/>
            <a:ext cx="375936" cy="386963"/>
            <a:chOff x="6464808" y="566927"/>
            <a:chExt cx="454659" cy="467995"/>
          </a:xfrm>
        </p:grpSpPr>
        <p:pic>
          <p:nvPicPr>
            <p:cNvPr id="14" name="object 14"/>
            <p:cNvPicPr/>
            <p:nvPr/>
          </p:nvPicPr>
          <p:blipFill>
            <a:blip r:embed="rId6" cstate="print"/>
            <a:stretch>
              <a:fillRect/>
            </a:stretch>
          </p:blipFill>
          <p:spPr>
            <a:xfrm>
              <a:off x="6467856" y="569975"/>
              <a:ext cx="448055" cy="461772"/>
            </a:xfrm>
            <a:prstGeom prst="rect">
              <a:avLst/>
            </a:prstGeom>
          </p:spPr>
        </p:pic>
        <p:sp>
          <p:nvSpPr>
            <p:cNvPr id="15" name="object 15"/>
            <p:cNvSpPr/>
            <p:nvPr/>
          </p:nvSpPr>
          <p:spPr>
            <a:xfrm>
              <a:off x="6467856" y="569975"/>
              <a:ext cx="448309" cy="462280"/>
            </a:xfrm>
            <a:custGeom>
              <a:avLst/>
              <a:gdLst/>
              <a:ahLst/>
              <a:cxnLst/>
              <a:rect l="l" t="t" r="r" b="b"/>
              <a:pathLst>
                <a:path w="448309" h="462280">
                  <a:moveTo>
                    <a:pt x="0" y="461772"/>
                  </a:moveTo>
                  <a:lnTo>
                    <a:pt x="448055" y="461772"/>
                  </a:lnTo>
                  <a:lnTo>
                    <a:pt x="448055" y="0"/>
                  </a:lnTo>
                  <a:lnTo>
                    <a:pt x="0" y="0"/>
                  </a:lnTo>
                  <a:lnTo>
                    <a:pt x="0" y="461772"/>
                  </a:lnTo>
                  <a:close/>
                </a:path>
              </a:pathLst>
            </a:custGeom>
            <a:ln w="6095">
              <a:solidFill>
                <a:srgbClr val="EC7C30"/>
              </a:solidFill>
            </a:ln>
          </p:spPr>
          <p:txBody>
            <a:bodyPr wrap="square" lIns="0" tIns="0" rIns="0" bIns="0" rtlCol="0"/>
            <a:lstStyle/>
            <a:p>
              <a:endParaRPr sz="1488"/>
            </a:p>
          </p:txBody>
        </p:sp>
      </p:grpSp>
      <p:sp>
        <p:nvSpPr>
          <p:cNvPr id="16" name="object 16"/>
          <p:cNvSpPr txBox="1"/>
          <p:nvPr/>
        </p:nvSpPr>
        <p:spPr>
          <a:xfrm>
            <a:off x="6152908" y="482166"/>
            <a:ext cx="716695" cy="316072"/>
          </a:xfrm>
          <a:prstGeom prst="rect">
            <a:avLst/>
          </a:prstGeom>
        </p:spPr>
        <p:txBody>
          <a:bodyPr vert="horz" wrap="square" lIns="0" tIns="10501" rIns="0" bIns="0" rtlCol="0">
            <a:spAutoFit/>
          </a:bodyPr>
          <a:lstStyle/>
          <a:p>
            <a:pPr marL="10502">
              <a:spcBef>
                <a:spcPts val="83"/>
              </a:spcBef>
              <a:tabLst>
                <a:tab pos="578115" algn="l"/>
              </a:tabLst>
            </a:pPr>
            <a:r>
              <a:rPr sz="1985" dirty="0">
                <a:latin typeface="Calibri"/>
                <a:cs typeface="Calibri"/>
              </a:rPr>
              <a:t>0	0</a:t>
            </a:r>
            <a:endParaRPr sz="1985">
              <a:latin typeface="Calibri"/>
              <a:cs typeface="Calibri"/>
            </a:endParaRPr>
          </a:p>
        </p:txBody>
      </p:sp>
      <p:pic>
        <p:nvPicPr>
          <p:cNvPr id="17" name="object 17"/>
          <p:cNvPicPr/>
          <p:nvPr/>
        </p:nvPicPr>
        <p:blipFill>
          <a:blip r:embed="rId7" cstate="print"/>
          <a:stretch>
            <a:fillRect/>
          </a:stretch>
        </p:blipFill>
        <p:spPr>
          <a:xfrm>
            <a:off x="7192930" y="4356242"/>
            <a:ext cx="370475" cy="991716"/>
          </a:xfrm>
          <a:prstGeom prst="rect">
            <a:avLst/>
          </a:prstGeom>
        </p:spPr>
      </p:pic>
      <p:sp>
        <p:nvSpPr>
          <p:cNvPr id="18" name="object 18"/>
          <p:cNvSpPr txBox="1"/>
          <p:nvPr/>
        </p:nvSpPr>
        <p:spPr>
          <a:xfrm>
            <a:off x="7192930" y="4356242"/>
            <a:ext cx="370685" cy="938672"/>
          </a:xfrm>
          <a:prstGeom prst="rect">
            <a:avLst/>
          </a:prstGeom>
          <a:ln w="6096">
            <a:solidFill>
              <a:srgbClr val="FFC000"/>
            </a:solidFill>
          </a:ln>
        </p:spPr>
        <p:txBody>
          <a:bodyPr vert="horz" wrap="square" lIns="0" tIns="22052" rIns="0" bIns="0" rtlCol="0">
            <a:spAutoFit/>
          </a:bodyPr>
          <a:lstStyle/>
          <a:p>
            <a:pPr marL="121819">
              <a:spcBef>
                <a:spcPts val="174"/>
              </a:spcBef>
            </a:pPr>
            <a:r>
              <a:rPr sz="1985" dirty="0">
                <a:latin typeface="Calibri"/>
                <a:cs typeface="Calibri"/>
              </a:rPr>
              <a:t>2</a:t>
            </a:r>
            <a:endParaRPr sz="1985">
              <a:latin typeface="Calibri"/>
              <a:cs typeface="Calibri"/>
            </a:endParaRPr>
          </a:p>
          <a:p>
            <a:pPr marL="121819"/>
            <a:r>
              <a:rPr sz="1985" dirty="0">
                <a:latin typeface="Calibri"/>
                <a:cs typeface="Calibri"/>
              </a:rPr>
              <a:t>0</a:t>
            </a:r>
            <a:endParaRPr sz="1985">
              <a:latin typeface="Calibri"/>
              <a:cs typeface="Calibri"/>
            </a:endParaRPr>
          </a:p>
          <a:p>
            <a:pPr marL="121819"/>
            <a:r>
              <a:rPr sz="1985" dirty="0">
                <a:latin typeface="Calibri"/>
                <a:cs typeface="Calibri"/>
              </a:rPr>
              <a:t>0</a:t>
            </a:r>
            <a:endParaRPr sz="1985">
              <a:latin typeface="Calibri"/>
              <a:cs typeface="Calibri"/>
            </a:endParaRPr>
          </a:p>
        </p:txBody>
      </p:sp>
      <p:grpSp>
        <p:nvGrpSpPr>
          <p:cNvPr id="19" name="object 19"/>
          <p:cNvGrpSpPr/>
          <p:nvPr/>
        </p:nvGrpSpPr>
        <p:grpSpPr>
          <a:xfrm>
            <a:off x="7155125" y="485148"/>
            <a:ext cx="375936" cy="386963"/>
            <a:chOff x="7127747" y="586740"/>
            <a:chExt cx="454659" cy="467995"/>
          </a:xfrm>
        </p:grpSpPr>
        <p:pic>
          <p:nvPicPr>
            <p:cNvPr id="20" name="object 20"/>
            <p:cNvPicPr/>
            <p:nvPr/>
          </p:nvPicPr>
          <p:blipFill>
            <a:blip r:embed="rId8" cstate="print"/>
            <a:stretch>
              <a:fillRect/>
            </a:stretch>
          </p:blipFill>
          <p:spPr>
            <a:xfrm>
              <a:off x="7130795" y="589788"/>
              <a:ext cx="448055" cy="461772"/>
            </a:xfrm>
            <a:prstGeom prst="rect">
              <a:avLst/>
            </a:prstGeom>
          </p:spPr>
        </p:pic>
        <p:sp>
          <p:nvSpPr>
            <p:cNvPr id="21" name="object 21"/>
            <p:cNvSpPr/>
            <p:nvPr/>
          </p:nvSpPr>
          <p:spPr>
            <a:xfrm>
              <a:off x="7130795" y="589788"/>
              <a:ext cx="448309" cy="462280"/>
            </a:xfrm>
            <a:custGeom>
              <a:avLst/>
              <a:gdLst/>
              <a:ahLst/>
              <a:cxnLst/>
              <a:rect l="l" t="t" r="r" b="b"/>
              <a:pathLst>
                <a:path w="448309" h="462280">
                  <a:moveTo>
                    <a:pt x="0" y="461772"/>
                  </a:moveTo>
                  <a:lnTo>
                    <a:pt x="448055" y="461772"/>
                  </a:lnTo>
                  <a:lnTo>
                    <a:pt x="448055" y="0"/>
                  </a:lnTo>
                  <a:lnTo>
                    <a:pt x="0" y="0"/>
                  </a:lnTo>
                  <a:lnTo>
                    <a:pt x="0" y="461772"/>
                  </a:lnTo>
                  <a:close/>
                </a:path>
              </a:pathLst>
            </a:custGeom>
            <a:ln w="6095">
              <a:solidFill>
                <a:srgbClr val="EC7C30"/>
              </a:solidFill>
            </a:ln>
          </p:spPr>
          <p:txBody>
            <a:bodyPr wrap="square" lIns="0" tIns="0" rIns="0" bIns="0" rtlCol="0"/>
            <a:lstStyle/>
            <a:p>
              <a:endParaRPr sz="1488"/>
            </a:p>
          </p:txBody>
        </p:sp>
      </p:grpSp>
      <p:sp>
        <p:nvSpPr>
          <p:cNvPr id="22" name="object 22"/>
          <p:cNvSpPr txBox="1"/>
          <p:nvPr/>
        </p:nvSpPr>
        <p:spPr>
          <a:xfrm>
            <a:off x="7268851" y="499323"/>
            <a:ext cx="149114" cy="316072"/>
          </a:xfrm>
          <a:prstGeom prst="rect">
            <a:avLst/>
          </a:prstGeom>
        </p:spPr>
        <p:txBody>
          <a:bodyPr vert="horz" wrap="square" lIns="0" tIns="10501" rIns="0" bIns="0" rtlCol="0">
            <a:spAutoFit/>
          </a:bodyPr>
          <a:lstStyle/>
          <a:p>
            <a:pPr marL="10502">
              <a:spcBef>
                <a:spcPts val="83"/>
              </a:spcBef>
            </a:pPr>
            <a:r>
              <a:rPr sz="1985" dirty="0">
                <a:latin typeface="Calibri"/>
                <a:cs typeface="Calibri"/>
              </a:rPr>
              <a:t>0</a:t>
            </a:r>
            <a:endParaRPr sz="1985">
              <a:latin typeface="Calibri"/>
              <a:cs typeface="Calibri"/>
            </a:endParaRPr>
          </a:p>
        </p:txBody>
      </p:sp>
      <p:pic>
        <p:nvPicPr>
          <p:cNvPr id="23" name="object 23"/>
          <p:cNvPicPr/>
          <p:nvPr/>
        </p:nvPicPr>
        <p:blipFill>
          <a:blip r:embed="rId7" cstate="print"/>
          <a:stretch>
            <a:fillRect/>
          </a:stretch>
        </p:blipFill>
        <p:spPr>
          <a:xfrm>
            <a:off x="7734782" y="4363803"/>
            <a:ext cx="370475" cy="991716"/>
          </a:xfrm>
          <a:prstGeom prst="rect">
            <a:avLst/>
          </a:prstGeom>
        </p:spPr>
      </p:pic>
      <p:sp>
        <p:nvSpPr>
          <p:cNvPr id="24" name="object 24"/>
          <p:cNvSpPr txBox="1"/>
          <p:nvPr/>
        </p:nvSpPr>
        <p:spPr>
          <a:xfrm>
            <a:off x="7734782" y="4363803"/>
            <a:ext cx="370685" cy="938672"/>
          </a:xfrm>
          <a:prstGeom prst="rect">
            <a:avLst/>
          </a:prstGeom>
          <a:ln w="6096">
            <a:solidFill>
              <a:srgbClr val="FFC000"/>
            </a:solidFill>
          </a:ln>
        </p:spPr>
        <p:txBody>
          <a:bodyPr vert="horz" wrap="square" lIns="0" tIns="22052" rIns="0" bIns="0" rtlCol="0">
            <a:spAutoFit/>
          </a:bodyPr>
          <a:lstStyle/>
          <a:p>
            <a:pPr marL="121294">
              <a:spcBef>
                <a:spcPts val="174"/>
              </a:spcBef>
            </a:pPr>
            <a:r>
              <a:rPr sz="1985" dirty="0">
                <a:latin typeface="Calibri"/>
                <a:cs typeface="Calibri"/>
              </a:rPr>
              <a:t>1</a:t>
            </a:r>
            <a:endParaRPr sz="1985">
              <a:latin typeface="Calibri"/>
              <a:cs typeface="Calibri"/>
            </a:endParaRPr>
          </a:p>
          <a:p>
            <a:pPr marL="121294"/>
            <a:r>
              <a:rPr sz="1985" dirty="0">
                <a:latin typeface="Calibri"/>
                <a:cs typeface="Calibri"/>
              </a:rPr>
              <a:t>0</a:t>
            </a:r>
            <a:endParaRPr sz="1985">
              <a:latin typeface="Calibri"/>
              <a:cs typeface="Calibri"/>
            </a:endParaRPr>
          </a:p>
          <a:p>
            <a:pPr marL="121294"/>
            <a:r>
              <a:rPr sz="1985" dirty="0">
                <a:latin typeface="Calibri"/>
                <a:cs typeface="Calibri"/>
              </a:rPr>
              <a:t>1</a:t>
            </a:r>
            <a:endParaRPr sz="1985">
              <a:latin typeface="Calibri"/>
              <a:cs typeface="Calibri"/>
            </a:endParaRPr>
          </a:p>
        </p:txBody>
      </p:sp>
      <p:grpSp>
        <p:nvGrpSpPr>
          <p:cNvPr id="25" name="object 25"/>
          <p:cNvGrpSpPr/>
          <p:nvPr/>
        </p:nvGrpSpPr>
        <p:grpSpPr>
          <a:xfrm>
            <a:off x="7701912" y="477481"/>
            <a:ext cx="376987" cy="387488"/>
            <a:chOff x="7789036" y="577469"/>
            <a:chExt cx="455930" cy="468630"/>
          </a:xfrm>
        </p:grpSpPr>
        <p:pic>
          <p:nvPicPr>
            <p:cNvPr id="26" name="object 26"/>
            <p:cNvPicPr/>
            <p:nvPr/>
          </p:nvPicPr>
          <p:blipFill>
            <a:blip r:embed="rId9" cstate="print"/>
            <a:stretch>
              <a:fillRect/>
            </a:stretch>
          </p:blipFill>
          <p:spPr>
            <a:xfrm>
              <a:off x="7792211" y="580644"/>
              <a:ext cx="449579" cy="461772"/>
            </a:xfrm>
            <a:prstGeom prst="rect">
              <a:avLst/>
            </a:prstGeom>
          </p:spPr>
        </p:pic>
        <p:sp>
          <p:nvSpPr>
            <p:cNvPr id="27" name="object 27"/>
            <p:cNvSpPr/>
            <p:nvPr/>
          </p:nvSpPr>
          <p:spPr>
            <a:xfrm>
              <a:off x="7792211" y="580644"/>
              <a:ext cx="449580" cy="462280"/>
            </a:xfrm>
            <a:custGeom>
              <a:avLst/>
              <a:gdLst/>
              <a:ahLst/>
              <a:cxnLst/>
              <a:rect l="l" t="t" r="r" b="b"/>
              <a:pathLst>
                <a:path w="449579" h="462280">
                  <a:moveTo>
                    <a:pt x="0" y="461772"/>
                  </a:moveTo>
                  <a:lnTo>
                    <a:pt x="449579" y="461772"/>
                  </a:lnTo>
                  <a:lnTo>
                    <a:pt x="449579" y="0"/>
                  </a:lnTo>
                  <a:lnTo>
                    <a:pt x="0" y="0"/>
                  </a:lnTo>
                  <a:lnTo>
                    <a:pt x="0" y="461772"/>
                  </a:lnTo>
                  <a:close/>
                </a:path>
              </a:pathLst>
            </a:custGeom>
            <a:ln w="6096">
              <a:solidFill>
                <a:srgbClr val="EC7C30"/>
              </a:solidFill>
            </a:ln>
          </p:spPr>
          <p:txBody>
            <a:bodyPr wrap="square" lIns="0" tIns="0" rIns="0" bIns="0" rtlCol="0"/>
            <a:lstStyle/>
            <a:p>
              <a:endParaRPr sz="1488"/>
            </a:p>
          </p:txBody>
        </p:sp>
      </p:grpSp>
      <p:pic>
        <p:nvPicPr>
          <p:cNvPr id="28" name="object 28"/>
          <p:cNvPicPr/>
          <p:nvPr/>
        </p:nvPicPr>
        <p:blipFill>
          <a:blip r:embed="rId10" cstate="print"/>
          <a:stretch>
            <a:fillRect/>
          </a:stretch>
        </p:blipFill>
        <p:spPr>
          <a:xfrm>
            <a:off x="8269074" y="4363803"/>
            <a:ext cx="370475" cy="992976"/>
          </a:xfrm>
          <a:prstGeom prst="rect">
            <a:avLst/>
          </a:prstGeom>
        </p:spPr>
      </p:pic>
      <p:sp>
        <p:nvSpPr>
          <p:cNvPr id="29" name="object 29"/>
          <p:cNvSpPr txBox="1"/>
          <p:nvPr/>
        </p:nvSpPr>
        <p:spPr>
          <a:xfrm>
            <a:off x="8269074" y="4363803"/>
            <a:ext cx="370685" cy="939202"/>
          </a:xfrm>
          <a:prstGeom prst="rect">
            <a:avLst/>
          </a:prstGeom>
          <a:ln w="6096">
            <a:solidFill>
              <a:srgbClr val="FFC000"/>
            </a:solidFill>
          </a:ln>
        </p:spPr>
        <p:txBody>
          <a:bodyPr vert="horz" wrap="square" lIns="0" tIns="22577" rIns="0" bIns="0" rtlCol="0">
            <a:spAutoFit/>
          </a:bodyPr>
          <a:lstStyle/>
          <a:p>
            <a:pPr marL="122344">
              <a:spcBef>
                <a:spcPts val="178"/>
              </a:spcBef>
            </a:pPr>
            <a:r>
              <a:rPr sz="1985" dirty="0">
                <a:latin typeface="Calibri"/>
                <a:cs typeface="Calibri"/>
              </a:rPr>
              <a:t>3</a:t>
            </a:r>
            <a:endParaRPr sz="1985">
              <a:latin typeface="Calibri"/>
              <a:cs typeface="Calibri"/>
            </a:endParaRPr>
          </a:p>
          <a:p>
            <a:pPr marL="84538"/>
            <a:r>
              <a:rPr sz="1985" spc="-4" dirty="0">
                <a:latin typeface="Calibri"/>
                <a:cs typeface="Calibri"/>
              </a:rPr>
              <a:t>-1</a:t>
            </a:r>
            <a:endParaRPr sz="1985">
              <a:latin typeface="Calibri"/>
              <a:cs typeface="Calibri"/>
            </a:endParaRPr>
          </a:p>
          <a:p>
            <a:pPr marL="122344"/>
            <a:r>
              <a:rPr sz="1985" dirty="0">
                <a:latin typeface="Calibri"/>
                <a:cs typeface="Calibri"/>
              </a:rPr>
              <a:t>0</a:t>
            </a:r>
            <a:endParaRPr sz="1985">
              <a:latin typeface="Calibri"/>
              <a:cs typeface="Calibri"/>
            </a:endParaRPr>
          </a:p>
        </p:txBody>
      </p:sp>
      <p:grpSp>
        <p:nvGrpSpPr>
          <p:cNvPr id="30" name="object 30"/>
          <p:cNvGrpSpPr/>
          <p:nvPr/>
        </p:nvGrpSpPr>
        <p:grpSpPr>
          <a:xfrm>
            <a:off x="8232531" y="477587"/>
            <a:ext cx="375936" cy="386963"/>
            <a:chOff x="8430768" y="577595"/>
            <a:chExt cx="454659" cy="467995"/>
          </a:xfrm>
        </p:grpSpPr>
        <p:pic>
          <p:nvPicPr>
            <p:cNvPr id="31" name="object 31"/>
            <p:cNvPicPr/>
            <p:nvPr/>
          </p:nvPicPr>
          <p:blipFill>
            <a:blip r:embed="rId11" cstate="print"/>
            <a:stretch>
              <a:fillRect/>
            </a:stretch>
          </p:blipFill>
          <p:spPr>
            <a:xfrm>
              <a:off x="8433816" y="580643"/>
              <a:ext cx="448055" cy="461772"/>
            </a:xfrm>
            <a:prstGeom prst="rect">
              <a:avLst/>
            </a:prstGeom>
          </p:spPr>
        </p:pic>
        <p:sp>
          <p:nvSpPr>
            <p:cNvPr id="32" name="object 32"/>
            <p:cNvSpPr/>
            <p:nvPr/>
          </p:nvSpPr>
          <p:spPr>
            <a:xfrm>
              <a:off x="8433816" y="580643"/>
              <a:ext cx="448309" cy="462280"/>
            </a:xfrm>
            <a:custGeom>
              <a:avLst/>
              <a:gdLst/>
              <a:ahLst/>
              <a:cxnLst/>
              <a:rect l="l" t="t" r="r" b="b"/>
              <a:pathLst>
                <a:path w="448309" h="462280">
                  <a:moveTo>
                    <a:pt x="0" y="461772"/>
                  </a:moveTo>
                  <a:lnTo>
                    <a:pt x="448055" y="461772"/>
                  </a:lnTo>
                  <a:lnTo>
                    <a:pt x="448055" y="0"/>
                  </a:lnTo>
                  <a:lnTo>
                    <a:pt x="0" y="0"/>
                  </a:lnTo>
                  <a:lnTo>
                    <a:pt x="0" y="461772"/>
                  </a:lnTo>
                  <a:close/>
                </a:path>
              </a:pathLst>
            </a:custGeom>
            <a:ln w="6095">
              <a:solidFill>
                <a:srgbClr val="EC7C30"/>
              </a:solidFill>
            </a:ln>
          </p:spPr>
          <p:txBody>
            <a:bodyPr wrap="square" lIns="0" tIns="0" rIns="0" bIns="0" rtlCol="0"/>
            <a:lstStyle/>
            <a:p>
              <a:endParaRPr sz="1488"/>
            </a:p>
          </p:txBody>
        </p:sp>
      </p:grpSp>
      <p:sp>
        <p:nvSpPr>
          <p:cNvPr id="33" name="object 33"/>
          <p:cNvSpPr txBox="1"/>
          <p:nvPr/>
        </p:nvSpPr>
        <p:spPr>
          <a:xfrm>
            <a:off x="7817005" y="490817"/>
            <a:ext cx="678891" cy="316072"/>
          </a:xfrm>
          <a:prstGeom prst="rect">
            <a:avLst/>
          </a:prstGeom>
        </p:spPr>
        <p:txBody>
          <a:bodyPr vert="horz" wrap="square" lIns="0" tIns="10501" rIns="0" bIns="0" rtlCol="0">
            <a:spAutoFit/>
          </a:bodyPr>
          <a:lstStyle/>
          <a:p>
            <a:pPr marL="10502">
              <a:spcBef>
                <a:spcPts val="83"/>
              </a:spcBef>
              <a:tabLst>
                <a:tab pos="539784" algn="l"/>
              </a:tabLst>
            </a:pPr>
            <a:r>
              <a:rPr sz="1985" dirty="0">
                <a:latin typeface="Calibri"/>
                <a:cs typeface="Calibri"/>
              </a:rPr>
              <a:t>7	0</a:t>
            </a:r>
            <a:endParaRPr sz="1985">
              <a:latin typeface="Calibri"/>
              <a:cs typeface="Calibri"/>
            </a:endParaRPr>
          </a:p>
        </p:txBody>
      </p:sp>
      <p:sp>
        <p:nvSpPr>
          <p:cNvPr id="34" name="object 34"/>
          <p:cNvSpPr/>
          <p:nvPr/>
        </p:nvSpPr>
        <p:spPr>
          <a:xfrm>
            <a:off x="6092211" y="4698366"/>
            <a:ext cx="263576" cy="289828"/>
          </a:xfrm>
          <a:custGeom>
            <a:avLst/>
            <a:gdLst/>
            <a:ahLst/>
            <a:cxnLst/>
            <a:rect l="l" t="t" r="r" b="b"/>
            <a:pathLst>
              <a:path w="318770" h="350520">
                <a:moveTo>
                  <a:pt x="0" y="350520"/>
                </a:moveTo>
                <a:lnTo>
                  <a:pt x="318515" y="350520"/>
                </a:lnTo>
                <a:lnTo>
                  <a:pt x="318515" y="0"/>
                </a:lnTo>
                <a:lnTo>
                  <a:pt x="0" y="0"/>
                </a:lnTo>
                <a:lnTo>
                  <a:pt x="0" y="350520"/>
                </a:lnTo>
                <a:close/>
              </a:path>
            </a:pathLst>
          </a:custGeom>
          <a:ln w="38100">
            <a:solidFill>
              <a:srgbClr val="0000FF"/>
            </a:solidFill>
          </a:ln>
        </p:spPr>
        <p:txBody>
          <a:bodyPr wrap="square" lIns="0" tIns="0" rIns="0" bIns="0" rtlCol="0"/>
          <a:lstStyle/>
          <a:p>
            <a:endParaRPr sz="1488"/>
          </a:p>
        </p:txBody>
      </p:sp>
      <p:sp>
        <p:nvSpPr>
          <p:cNvPr id="35" name="object 35"/>
          <p:cNvSpPr/>
          <p:nvPr/>
        </p:nvSpPr>
        <p:spPr>
          <a:xfrm>
            <a:off x="6683208" y="4694585"/>
            <a:ext cx="264626" cy="289828"/>
          </a:xfrm>
          <a:custGeom>
            <a:avLst/>
            <a:gdLst/>
            <a:ahLst/>
            <a:cxnLst/>
            <a:rect l="l" t="t" r="r" b="b"/>
            <a:pathLst>
              <a:path w="320040" h="350520">
                <a:moveTo>
                  <a:pt x="0" y="350519"/>
                </a:moveTo>
                <a:lnTo>
                  <a:pt x="320040" y="350519"/>
                </a:lnTo>
                <a:lnTo>
                  <a:pt x="320040" y="0"/>
                </a:lnTo>
                <a:lnTo>
                  <a:pt x="0" y="0"/>
                </a:lnTo>
                <a:lnTo>
                  <a:pt x="0" y="350519"/>
                </a:lnTo>
                <a:close/>
              </a:path>
            </a:pathLst>
          </a:custGeom>
          <a:ln w="38099">
            <a:solidFill>
              <a:srgbClr val="0000FF"/>
            </a:solidFill>
          </a:ln>
        </p:spPr>
        <p:txBody>
          <a:bodyPr wrap="square" lIns="0" tIns="0" rIns="0" bIns="0" rtlCol="0"/>
          <a:lstStyle/>
          <a:p>
            <a:endParaRPr sz="1488"/>
          </a:p>
        </p:txBody>
      </p:sp>
      <p:sp>
        <p:nvSpPr>
          <p:cNvPr id="36" name="object 36"/>
          <p:cNvSpPr/>
          <p:nvPr/>
        </p:nvSpPr>
        <p:spPr>
          <a:xfrm>
            <a:off x="7788335" y="5028517"/>
            <a:ext cx="263576" cy="289828"/>
          </a:xfrm>
          <a:custGeom>
            <a:avLst/>
            <a:gdLst/>
            <a:ahLst/>
            <a:cxnLst/>
            <a:rect l="l" t="t" r="r" b="b"/>
            <a:pathLst>
              <a:path w="318770" h="350520">
                <a:moveTo>
                  <a:pt x="0" y="350519"/>
                </a:moveTo>
                <a:lnTo>
                  <a:pt x="318516" y="350519"/>
                </a:lnTo>
                <a:lnTo>
                  <a:pt x="318516" y="0"/>
                </a:lnTo>
                <a:lnTo>
                  <a:pt x="0" y="0"/>
                </a:lnTo>
                <a:lnTo>
                  <a:pt x="0" y="350519"/>
                </a:lnTo>
                <a:close/>
              </a:path>
            </a:pathLst>
          </a:custGeom>
          <a:ln w="38100">
            <a:solidFill>
              <a:srgbClr val="00AF50"/>
            </a:solidFill>
          </a:ln>
        </p:spPr>
        <p:txBody>
          <a:bodyPr wrap="square" lIns="0" tIns="0" rIns="0" bIns="0" rtlCol="0"/>
          <a:lstStyle/>
          <a:p>
            <a:endParaRPr sz="1488"/>
          </a:p>
        </p:txBody>
      </p:sp>
      <p:sp>
        <p:nvSpPr>
          <p:cNvPr id="37" name="object 37"/>
          <p:cNvSpPr/>
          <p:nvPr/>
        </p:nvSpPr>
        <p:spPr>
          <a:xfrm>
            <a:off x="7759353" y="523581"/>
            <a:ext cx="263576" cy="289828"/>
          </a:xfrm>
          <a:custGeom>
            <a:avLst/>
            <a:gdLst/>
            <a:ahLst/>
            <a:cxnLst/>
            <a:rect l="l" t="t" r="r" b="b"/>
            <a:pathLst>
              <a:path w="318770" h="350519">
                <a:moveTo>
                  <a:pt x="0" y="350520"/>
                </a:moveTo>
                <a:lnTo>
                  <a:pt x="318516" y="350520"/>
                </a:lnTo>
                <a:lnTo>
                  <a:pt x="318516" y="0"/>
                </a:lnTo>
                <a:lnTo>
                  <a:pt x="0" y="0"/>
                </a:lnTo>
                <a:lnTo>
                  <a:pt x="0" y="350520"/>
                </a:lnTo>
                <a:close/>
              </a:path>
            </a:pathLst>
          </a:custGeom>
          <a:ln w="38100">
            <a:solidFill>
              <a:srgbClr val="FF0000"/>
            </a:solidFill>
          </a:ln>
        </p:spPr>
        <p:txBody>
          <a:bodyPr wrap="square" lIns="0" tIns="0" rIns="0" bIns="0" rtlCol="0"/>
          <a:lstStyle/>
          <a:p>
            <a:endParaRPr sz="1488"/>
          </a:p>
        </p:txBody>
      </p:sp>
      <p:sp>
        <p:nvSpPr>
          <p:cNvPr id="38" name="object 38"/>
          <p:cNvSpPr/>
          <p:nvPr/>
        </p:nvSpPr>
        <p:spPr>
          <a:xfrm>
            <a:off x="8328929" y="4719787"/>
            <a:ext cx="263576" cy="289828"/>
          </a:xfrm>
          <a:custGeom>
            <a:avLst/>
            <a:gdLst/>
            <a:ahLst/>
            <a:cxnLst/>
            <a:rect l="l" t="t" r="r" b="b"/>
            <a:pathLst>
              <a:path w="318770" h="350520">
                <a:moveTo>
                  <a:pt x="0" y="350519"/>
                </a:moveTo>
                <a:lnTo>
                  <a:pt x="318516" y="350519"/>
                </a:lnTo>
                <a:lnTo>
                  <a:pt x="318516" y="0"/>
                </a:lnTo>
                <a:lnTo>
                  <a:pt x="0" y="0"/>
                </a:lnTo>
                <a:lnTo>
                  <a:pt x="0" y="350519"/>
                </a:lnTo>
                <a:close/>
              </a:path>
            </a:pathLst>
          </a:custGeom>
          <a:ln w="38099">
            <a:solidFill>
              <a:srgbClr val="0000FF"/>
            </a:solidFill>
          </a:ln>
        </p:spPr>
        <p:txBody>
          <a:bodyPr wrap="square" lIns="0" tIns="0" rIns="0" bIns="0" rtlCol="0"/>
          <a:lstStyle/>
          <a:p>
            <a:endParaRPr sz="1488"/>
          </a:p>
        </p:txBody>
      </p:sp>
      <p:sp>
        <p:nvSpPr>
          <p:cNvPr id="39" name="object 39"/>
          <p:cNvSpPr txBox="1"/>
          <p:nvPr/>
        </p:nvSpPr>
        <p:spPr>
          <a:xfrm>
            <a:off x="3975941" y="4203138"/>
            <a:ext cx="147014" cy="316072"/>
          </a:xfrm>
          <a:prstGeom prst="rect">
            <a:avLst/>
          </a:prstGeom>
        </p:spPr>
        <p:txBody>
          <a:bodyPr vert="horz" wrap="square" lIns="0" tIns="10501" rIns="0" bIns="0" rtlCol="0">
            <a:spAutoFit/>
          </a:bodyPr>
          <a:lstStyle/>
          <a:p>
            <a:pPr marL="10502">
              <a:spcBef>
                <a:spcPts val="83"/>
              </a:spcBef>
            </a:pPr>
            <a:r>
              <a:rPr sz="1985" dirty="0">
                <a:latin typeface="Calibri"/>
                <a:cs typeface="Calibri"/>
              </a:rPr>
              <a:t>+</a:t>
            </a:r>
            <a:endParaRPr sz="1985">
              <a:latin typeface="Calibri"/>
              <a:cs typeface="Calibri"/>
            </a:endParaRPr>
          </a:p>
        </p:txBody>
      </p:sp>
      <p:grpSp>
        <p:nvGrpSpPr>
          <p:cNvPr id="40" name="object 40"/>
          <p:cNvGrpSpPr/>
          <p:nvPr/>
        </p:nvGrpSpPr>
        <p:grpSpPr>
          <a:xfrm>
            <a:off x="2380417" y="3051911"/>
            <a:ext cx="262525" cy="232073"/>
            <a:chOff x="1353185" y="3691001"/>
            <a:chExt cx="317500" cy="280670"/>
          </a:xfrm>
        </p:grpSpPr>
        <p:pic>
          <p:nvPicPr>
            <p:cNvPr id="41" name="object 41"/>
            <p:cNvPicPr/>
            <p:nvPr/>
          </p:nvPicPr>
          <p:blipFill>
            <a:blip r:embed="rId12" cstate="print"/>
            <a:stretch>
              <a:fillRect/>
            </a:stretch>
          </p:blipFill>
          <p:spPr>
            <a:xfrm>
              <a:off x="1356360" y="3694176"/>
              <a:ext cx="310896" cy="274319"/>
            </a:xfrm>
            <a:prstGeom prst="rect">
              <a:avLst/>
            </a:prstGeom>
          </p:spPr>
        </p:pic>
        <p:sp>
          <p:nvSpPr>
            <p:cNvPr id="42" name="object 42"/>
            <p:cNvSpPr/>
            <p:nvPr/>
          </p:nvSpPr>
          <p:spPr>
            <a:xfrm>
              <a:off x="1356360" y="3694176"/>
              <a:ext cx="311150" cy="274320"/>
            </a:xfrm>
            <a:custGeom>
              <a:avLst/>
              <a:gdLst/>
              <a:ahLst/>
              <a:cxnLst/>
              <a:rect l="l" t="t" r="r" b="b"/>
              <a:pathLst>
                <a:path w="311150" h="274320">
                  <a:moveTo>
                    <a:pt x="0" y="274319"/>
                  </a:moveTo>
                  <a:lnTo>
                    <a:pt x="310896" y="274319"/>
                  </a:lnTo>
                  <a:lnTo>
                    <a:pt x="310896" y="0"/>
                  </a:lnTo>
                  <a:lnTo>
                    <a:pt x="0" y="0"/>
                  </a:lnTo>
                  <a:lnTo>
                    <a:pt x="0" y="274319"/>
                  </a:lnTo>
                  <a:close/>
                </a:path>
              </a:pathLst>
            </a:custGeom>
            <a:ln w="6096">
              <a:solidFill>
                <a:srgbClr val="A4A4A4"/>
              </a:solidFill>
            </a:ln>
          </p:spPr>
          <p:txBody>
            <a:bodyPr wrap="square" lIns="0" tIns="0" rIns="0" bIns="0" rtlCol="0"/>
            <a:lstStyle/>
            <a:p>
              <a:endParaRPr sz="1488"/>
            </a:p>
          </p:txBody>
        </p:sp>
      </p:grpSp>
      <p:sp>
        <p:nvSpPr>
          <p:cNvPr id="43" name="object 43"/>
          <p:cNvSpPr txBox="1"/>
          <p:nvPr/>
        </p:nvSpPr>
        <p:spPr>
          <a:xfrm>
            <a:off x="2438068" y="2988799"/>
            <a:ext cx="147014" cy="316072"/>
          </a:xfrm>
          <a:prstGeom prst="rect">
            <a:avLst/>
          </a:prstGeom>
        </p:spPr>
        <p:txBody>
          <a:bodyPr vert="horz" wrap="square" lIns="0" tIns="10501" rIns="0" bIns="0" rtlCol="0">
            <a:spAutoFit/>
          </a:bodyPr>
          <a:lstStyle/>
          <a:p>
            <a:pPr marL="10502">
              <a:spcBef>
                <a:spcPts val="83"/>
              </a:spcBef>
            </a:pPr>
            <a:r>
              <a:rPr sz="1985" dirty="0">
                <a:latin typeface="Calibri"/>
                <a:cs typeface="Calibri"/>
              </a:rPr>
              <a:t>+</a:t>
            </a:r>
            <a:endParaRPr sz="1985">
              <a:latin typeface="Calibri"/>
              <a:cs typeface="Calibri"/>
            </a:endParaRPr>
          </a:p>
        </p:txBody>
      </p:sp>
      <p:grpSp>
        <p:nvGrpSpPr>
          <p:cNvPr id="44" name="object 44"/>
          <p:cNvGrpSpPr/>
          <p:nvPr/>
        </p:nvGrpSpPr>
        <p:grpSpPr>
          <a:xfrm>
            <a:off x="2374116" y="796292"/>
            <a:ext cx="262525" cy="231022"/>
            <a:chOff x="1345564" y="963041"/>
            <a:chExt cx="317500" cy="279400"/>
          </a:xfrm>
        </p:grpSpPr>
        <p:pic>
          <p:nvPicPr>
            <p:cNvPr id="45" name="object 45"/>
            <p:cNvPicPr/>
            <p:nvPr/>
          </p:nvPicPr>
          <p:blipFill>
            <a:blip r:embed="rId13" cstate="print"/>
            <a:stretch>
              <a:fillRect/>
            </a:stretch>
          </p:blipFill>
          <p:spPr>
            <a:xfrm>
              <a:off x="1348739" y="966216"/>
              <a:ext cx="310896" cy="272796"/>
            </a:xfrm>
            <a:prstGeom prst="rect">
              <a:avLst/>
            </a:prstGeom>
          </p:spPr>
        </p:pic>
        <p:sp>
          <p:nvSpPr>
            <p:cNvPr id="46" name="object 46"/>
            <p:cNvSpPr/>
            <p:nvPr/>
          </p:nvSpPr>
          <p:spPr>
            <a:xfrm>
              <a:off x="1348739" y="966216"/>
              <a:ext cx="311150" cy="273050"/>
            </a:xfrm>
            <a:custGeom>
              <a:avLst/>
              <a:gdLst/>
              <a:ahLst/>
              <a:cxnLst/>
              <a:rect l="l" t="t" r="r" b="b"/>
              <a:pathLst>
                <a:path w="311150" h="273050">
                  <a:moveTo>
                    <a:pt x="0" y="272796"/>
                  </a:moveTo>
                  <a:lnTo>
                    <a:pt x="310896" y="272796"/>
                  </a:lnTo>
                  <a:lnTo>
                    <a:pt x="310896" y="0"/>
                  </a:lnTo>
                  <a:lnTo>
                    <a:pt x="0" y="0"/>
                  </a:lnTo>
                  <a:lnTo>
                    <a:pt x="0" y="272796"/>
                  </a:lnTo>
                  <a:close/>
                </a:path>
              </a:pathLst>
            </a:custGeom>
            <a:ln w="6096">
              <a:solidFill>
                <a:srgbClr val="A4A4A4"/>
              </a:solidFill>
            </a:ln>
          </p:spPr>
          <p:txBody>
            <a:bodyPr wrap="square" lIns="0" tIns="0" rIns="0" bIns="0" rtlCol="0"/>
            <a:lstStyle/>
            <a:p>
              <a:endParaRPr sz="1488"/>
            </a:p>
          </p:txBody>
        </p:sp>
      </p:grpSp>
      <p:sp>
        <p:nvSpPr>
          <p:cNvPr id="47" name="object 47"/>
          <p:cNvSpPr txBox="1"/>
          <p:nvPr/>
        </p:nvSpPr>
        <p:spPr>
          <a:xfrm>
            <a:off x="2432291" y="731460"/>
            <a:ext cx="147014" cy="316072"/>
          </a:xfrm>
          <a:prstGeom prst="rect">
            <a:avLst/>
          </a:prstGeom>
        </p:spPr>
        <p:txBody>
          <a:bodyPr vert="horz" wrap="square" lIns="0" tIns="10501" rIns="0" bIns="0" rtlCol="0">
            <a:spAutoFit/>
          </a:bodyPr>
          <a:lstStyle/>
          <a:p>
            <a:pPr marL="10502">
              <a:spcBef>
                <a:spcPts val="83"/>
              </a:spcBef>
            </a:pPr>
            <a:r>
              <a:rPr sz="1985" dirty="0">
                <a:latin typeface="Calibri"/>
                <a:cs typeface="Calibri"/>
              </a:rPr>
              <a:t>+</a:t>
            </a:r>
            <a:endParaRPr sz="1985">
              <a:latin typeface="Calibri"/>
              <a:cs typeface="Calibri"/>
            </a:endParaRPr>
          </a:p>
        </p:txBody>
      </p:sp>
      <p:grpSp>
        <p:nvGrpSpPr>
          <p:cNvPr id="48" name="object 48"/>
          <p:cNvGrpSpPr/>
          <p:nvPr/>
        </p:nvGrpSpPr>
        <p:grpSpPr>
          <a:xfrm>
            <a:off x="5384548" y="2288277"/>
            <a:ext cx="262525" cy="232073"/>
            <a:chOff x="4986401" y="2767457"/>
            <a:chExt cx="317500" cy="280670"/>
          </a:xfrm>
        </p:grpSpPr>
        <p:pic>
          <p:nvPicPr>
            <p:cNvPr id="49" name="object 49"/>
            <p:cNvPicPr/>
            <p:nvPr/>
          </p:nvPicPr>
          <p:blipFill>
            <a:blip r:embed="rId14" cstate="print"/>
            <a:stretch>
              <a:fillRect/>
            </a:stretch>
          </p:blipFill>
          <p:spPr>
            <a:xfrm>
              <a:off x="4989576" y="2770632"/>
              <a:ext cx="310896" cy="274320"/>
            </a:xfrm>
            <a:prstGeom prst="rect">
              <a:avLst/>
            </a:prstGeom>
          </p:spPr>
        </p:pic>
        <p:sp>
          <p:nvSpPr>
            <p:cNvPr id="50" name="object 50"/>
            <p:cNvSpPr/>
            <p:nvPr/>
          </p:nvSpPr>
          <p:spPr>
            <a:xfrm>
              <a:off x="4989576" y="2770632"/>
              <a:ext cx="311150" cy="274320"/>
            </a:xfrm>
            <a:custGeom>
              <a:avLst/>
              <a:gdLst/>
              <a:ahLst/>
              <a:cxnLst/>
              <a:rect l="l" t="t" r="r" b="b"/>
              <a:pathLst>
                <a:path w="311150" h="274319">
                  <a:moveTo>
                    <a:pt x="0" y="274320"/>
                  </a:moveTo>
                  <a:lnTo>
                    <a:pt x="310896" y="274320"/>
                  </a:lnTo>
                  <a:lnTo>
                    <a:pt x="310896" y="0"/>
                  </a:lnTo>
                  <a:lnTo>
                    <a:pt x="0" y="0"/>
                  </a:lnTo>
                  <a:lnTo>
                    <a:pt x="0" y="274320"/>
                  </a:lnTo>
                  <a:close/>
                </a:path>
              </a:pathLst>
            </a:custGeom>
            <a:ln w="6096">
              <a:solidFill>
                <a:srgbClr val="A4A4A4"/>
              </a:solidFill>
            </a:ln>
          </p:spPr>
          <p:txBody>
            <a:bodyPr wrap="square" lIns="0" tIns="0" rIns="0" bIns="0" rtlCol="0"/>
            <a:lstStyle/>
            <a:p>
              <a:endParaRPr sz="1488"/>
            </a:p>
          </p:txBody>
        </p:sp>
      </p:grpSp>
      <p:sp>
        <p:nvSpPr>
          <p:cNvPr id="51" name="object 51"/>
          <p:cNvSpPr txBox="1"/>
          <p:nvPr/>
        </p:nvSpPr>
        <p:spPr>
          <a:xfrm>
            <a:off x="5442934" y="2224956"/>
            <a:ext cx="147014" cy="316072"/>
          </a:xfrm>
          <a:prstGeom prst="rect">
            <a:avLst/>
          </a:prstGeom>
        </p:spPr>
        <p:txBody>
          <a:bodyPr vert="horz" wrap="square" lIns="0" tIns="10501" rIns="0" bIns="0" rtlCol="0">
            <a:spAutoFit/>
          </a:bodyPr>
          <a:lstStyle/>
          <a:p>
            <a:pPr marL="10502">
              <a:spcBef>
                <a:spcPts val="83"/>
              </a:spcBef>
            </a:pPr>
            <a:r>
              <a:rPr sz="1985" dirty="0">
                <a:latin typeface="Calibri"/>
                <a:cs typeface="Calibri"/>
              </a:rPr>
              <a:t>+</a:t>
            </a:r>
            <a:endParaRPr sz="1985">
              <a:latin typeface="Calibri"/>
              <a:cs typeface="Calibri"/>
            </a:endParaRPr>
          </a:p>
        </p:txBody>
      </p:sp>
      <p:grpSp>
        <p:nvGrpSpPr>
          <p:cNvPr id="52" name="object 52"/>
          <p:cNvGrpSpPr/>
          <p:nvPr/>
        </p:nvGrpSpPr>
        <p:grpSpPr>
          <a:xfrm>
            <a:off x="3176814" y="5031562"/>
            <a:ext cx="1656010" cy="387488"/>
            <a:chOff x="2316352" y="6085204"/>
            <a:chExt cx="2002789" cy="468630"/>
          </a:xfrm>
        </p:grpSpPr>
        <p:pic>
          <p:nvPicPr>
            <p:cNvPr id="53" name="object 53"/>
            <p:cNvPicPr/>
            <p:nvPr/>
          </p:nvPicPr>
          <p:blipFill>
            <a:blip r:embed="rId15" cstate="print"/>
            <a:stretch>
              <a:fillRect/>
            </a:stretch>
          </p:blipFill>
          <p:spPr>
            <a:xfrm>
              <a:off x="3070859" y="6088379"/>
              <a:ext cx="499872" cy="461772"/>
            </a:xfrm>
            <a:prstGeom prst="rect">
              <a:avLst/>
            </a:prstGeom>
          </p:spPr>
        </p:pic>
        <p:sp>
          <p:nvSpPr>
            <p:cNvPr id="54" name="object 54"/>
            <p:cNvSpPr/>
            <p:nvPr/>
          </p:nvSpPr>
          <p:spPr>
            <a:xfrm>
              <a:off x="3070859" y="6088379"/>
              <a:ext cx="500380" cy="462280"/>
            </a:xfrm>
            <a:custGeom>
              <a:avLst/>
              <a:gdLst/>
              <a:ahLst/>
              <a:cxnLst/>
              <a:rect l="l" t="t" r="r" b="b"/>
              <a:pathLst>
                <a:path w="500379" h="462279">
                  <a:moveTo>
                    <a:pt x="0" y="461772"/>
                  </a:moveTo>
                  <a:lnTo>
                    <a:pt x="499872" y="461772"/>
                  </a:lnTo>
                  <a:lnTo>
                    <a:pt x="499872" y="0"/>
                  </a:lnTo>
                  <a:lnTo>
                    <a:pt x="0" y="0"/>
                  </a:lnTo>
                  <a:lnTo>
                    <a:pt x="0" y="461772"/>
                  </a:lnTo>
                  <a:close/>
                </a:path>
              </a:pathLst>
            </a:custGeom>
            <a:ln w="6095">
              <a:solidFill>
                <a:srgbClr val="FFC000"/>
              </a:solidFill>
            </a:ln>
          </p:spPr>
          <p:txBody>
            <a:bodyPr wrap="square" lIns="0" tIns="0" rIns="0" bIns="0" rtlCol="0"/>
            <a:lstStyle/>
            <a:p>
              <a:endParaRPr sz="1488"/>
            </a:p>
          </p:txBody>
        </p:sp>
        <p:pic>
          <p:nvPicPr>
            <p:cNvPr id="55" name="object 55"/>
            <p:cNvPicPr/>
            <p:nvPr/>
          </p:nvPicPr>
          <p:blipFill>
            <a:blip r:embed="rId15" cstate="print"/>
            <a:stretch>
              <a:fillRect/>
            </a:stretch>
          </p:blipFill>
          <p:spPr>
            <a:xfrm>
              <a:off x="3816095" y="6088379"/>
              <a:ext cx="499872" cy="461772"/>
            </a:xfrm>
            <a:prstGeom prst="rect">
              <a:avLst/>
            </a:prstGeom>
          </p:spPr>
        </p:pic>
        <p:sp>
          <p:nvSpPr>
            <p:cNvPr id="56" name="object 56"/>
            <p:cNvSpPr/>
            <p:nvPr/>
          </p:nvSpPr>
          <p:spPr>
            <a:xfrm>
              <a:off x="3816095" y="6088379"/>
              <a:ext cx="500380" cy="462280"/>
            </a:xfrm>
            <a:custGeom>
              <a:avLst/>
              <a:gdLst/>
              <a:ahLst/>
              <a:cxnLst/>
              <a:rect l="l" t="t" r="r" b="b"/>
              <a:pathLst>
                <a:path w="500379" h="462279">
                  <a:moveTo>
                    <a:pt x="0" y="461772"/>
                  </a:moveTo>
                  <a:lnTo>
                    <a:pt x="499872" y="461772"/>
                  </a:lnTo>
                  <a:lnTo>
                    <a:pt x="499872" y="0"/>
                  </a:lnTo>
                  <a:lnTo>
                    <a:pt x="0" y="0"/>
                  </a:lnTo>
                  <a:lnTo>
                    <a:pt x="0" y="461772"/>
                  </a:lnTo>
                  <a:close/>
                </a:path>
              </a:pathLst>
            </a:custGeom>
            <a:ln w="6095">
              <a:solidFill>
                <a:srgbClr val="FFC000"/>
              </a:solidFill>
            </a:ln>
          </p:spPr>
          <p:txBody>
            <a:bodyPr wrap="square" lIns="0" tIns="0" rIns="0" bIns="0" rtlCol="0"/>
            <a:lstStyle/>
            <a:p>
              <a:endParaRPr sz="1488"/>
            </a:p>
          </p:txBody>
        </p:sp>
        <p:pic>
          <p:nvPicPr>
            <p:cNvPr id="57" name="object 57"/>
            <p:cNvPicPr/>
            <p:nvPr/>
          </p:nvPicPr>
          <p:blipFill>
            <a:blip r:embed="rId16" cstate="print"/>
            <a:stretch>
              <a:fillRect/>
            </a:stretch>
          </p:blipFill>
          <p:spPr>
            <a:xfrm>
              <a:off x="2319527" y="6088379"/>
              <a:ext cx="483107" cy="461772"/>
            </a:xfrm>
            <a:prstGeom prst="rect">
              <a:avLst/>
            </a:prstGeom>
          </p:spPr>
        </p:pic>
        <p:sp>
          <p:nvSpPr>
            <p:cNvPr id="58" name="object 58"/>
            <p:cNvSpPr/>
            <p:nvPr/>
          </p:nvSpPr>
          <p:spPr>
            <a:xfrm>
              <a:off x="2319527" y="6088379"/>
              <a:ext cx="483234" cy="462280"/>
            </a:xfrm>
            <a:custGeom>
              <a:avLst/>
              <a:gdLst/>
              <a:ahLst/>
              <a:cxnLst/>
              <a:rect l="l" t="t" r="r" b="b"/>
              <a:pathLst>
                <a:path w="483235" h="462279">
                  <a:moveTo>
                    <a:pt x="0" y="461772"/>
                  </a:moveTo>
                  <a:lnTo>
                    <a:pt x="483107" y="461772"/>
                  </a:lnTo>
                  <a:lnTo>
                    <a:pt x="483107" y="0"/>
                  </a:lnTo>
                  <a:lnTo>
                    <a:pt x="0" y="0"/>
                  </a:lnTo>
                  <a:lnTo>
                    <a:pt x="0" y="461772"/>
                  </a:lnTo>
                  <a:close/>
                </a:path>
              </a:pathLst>
            </a:custGeom>
            <a:ln w="6096">
              <a:solidFill>
                <a:srgbClr val="FFC000"/>
              </a:solidFill>
            </a:ln>
          </p:spPr>
          <p:txBody>
            <a:bodyPr wrap="square" lIns="0" tIns="0" rIns="0" bIns="0" rtlCol="0"/>
            <a:lstStyle/>
            <a:p>
              <a:endParaRPr sz="1488"/>
            </a:p>
          </p:txBody>
        </p:sp>
      </p:grpSp>
      <p:sp>
        <p:nvSpPr>
          <p:cNvPr id="59" name="object 59"/>
          <p:cNvSpPr txBox="1"/>
          <p:nvPr/>
        </p:nvSpPr>
        <p:spPr>
          <a:xfrm>
            <a:off x="3240032" y="5046621"/>
            <a:ext cx="1629757" cy="316072"/>
          </a:xfrm>
          <a:prstGeom prst="rect">
            <a:avLst/>
          </a:prstGeom>
        </p:spPr>
        <p:txBody>
          <a:bodyPr vert="horz" wrap="square" lIns="0" tIns="10501" rIns="0" bIns="0" rtlCol="0">
            <a:spAutoFit/>
          </a:bodyPr>
          <a:lstStyle/>
          <a:p>
            <a:pPr marL="42007">
              <a:spcBef>
                <a:spcPts val="83"/>
              </a:spcBef>
              <a:tabLst>
                <a:tab pos="670004" algn="l"/>
                <a:tab pos="1286450" algn="l"/>
              </a:tabLst>
            </a:pPr>
            <a:r>
              <a:rPr sz="1985" spc="-4" dirty="0">
                <a:latin typeface="Calibri"/>
                <a:cs typeface="Calibri"/>
              </a:rPr>
              <a:t>x</a:t>
            </a:r>
            <a:r>
              <a:rPr sz="1985" spc="-6" baseline="-20833" dirty="0">
                <a:latin typeface="Calibri"/>
                <a:cs typeface="Calibri"/>
              </a:rPr>
              <a:t>1	</a:t>
            </a:r>
            <a:r>
              <a:rPr sz="1985" spc="-4" dirty="0">
                <a:latin typeface="Calibri"/>
                <a:cs typeface="Calibri"/>
              </a:rPr>
              <a:t>x</a:t>
            </a:r>
            <a:r>
              <a:rPr sz="1985" spc="-6" baseline="-20833" dirty="0">
                <a:latin typeface="Calibri"/>
                <a:cs typeface="Calibri"/>
              </a:rPr>
              <a:t>2	</a:t>
            </a:r>
            <a:r>
              <a:rPr sz="1985" spc="-4" dirty="0">
                <a:latin typeface="Calibri"/>
                <a:cs typeface="Calibri"/>
              </a:rPr>
              <a:t>x</a:t>
            </a:r>
            <a:r>
              <a:rPr sz="1985" spc="-6" baseline="-20833" dirty="0">
                <a:latin typeface="Calibri"/>
                <a:cs typeface="Calibri"/>
              </a:rPr>
              <a:t>3</a:t>
            </a:r>
            <a:endParaRPr sz="1985" baseline="-20833">
              <a:latin typeface="Calibri"/>
              <a:cs typeface="Calibri"/>
            </a:endParaRPr>
          </a:p>
        </p:txBody>
      </p:sp>
      <p:grpSp>
        <p:nvGrpSpPr>
          <p:cNvPr id="60" name="object 60"/>
          <p:cNvGrpSpPr/>
          <p:nvPr/>
        </p:nvGrpSpPr>
        <p:grpSpPr>
          <a:xfrm>
            <a:off x="1378619" y="2395387"/>
            <a:ext cx="404813" cy="387488"/>
            <a:chOff x="141604" y="2896997"/>
            <a:chExt cx="489584" cy="468630"/>
          </a:xfrm>
        </p:grpSpPr>
        <p:pic>
          <p:nvPicPr>
            <p:cNvPr id="61" name="object 61"/>
            <p:cNvPicPr/>
            <p:nvPr/>
          </p:nvPicPr>
          <p:blipFill>
            <a:blip r:embed="rId17" cstate="print"/>
            <a:stretch>
              <a:fillRect/>
            </a:stretch>
          </p:blipFill>
          <p:spPr>
            <a:xfrm>
              <a:off x="144779" y="2900172"/>
              <a:ext cx="483108" cy="461772"/>
            </a:xfrm>
            <a:prstGeom prst="rect">
              <a:avLst/>
            </a:prstGeom>
          </p:spPr>
        </p:pic>
        <p:sp>
          <p:nvSpPr>
            <p:cNvPr id="62" name="object 62"/>
            <p:cNvSpPr/>
            <p:nvPr/>
          </p:nvSpPr>
          <p:spPr>
            <a:xfrm>
              <a:off x="144779" y="2900172"/>
              <a:ext cx="483234" cy="462280"/>
            </a:xfrm>
            <a:custGeom>
              <a:avLst/>
              <a:gdLst/>
              <a:ahLst/>
              <a:cxnLst/>
              <a:rect l="l" t="t" r="r" b="b"/>
              <a:pathLst>
                <a:path w="483234" h="462279">
                  <a:moveTo>
                    <a:pt x="0" y="461772"/>
                  </a:moveTo>
                  <a:lnTo>
                    <a:pt x="483108" y="461772"/>
                  </a:lnTo>
                  <a:lnTo>
                    <a:pt x="483108" y="0"/>
                  </a:lnTo>
                  <a:lnTo>
                    <a:pt x="0" y="0"/>
                  </a:lnTo>
                  <a:lnTo>
                    <a:pt x="0" y="461772"/>
                  </a:lnTo>
                  <a:close/>
                </a:path>
              </a:pathLst>
            </a:custGeom>
            <a:ln w="6096">
              <a:solidFill>
                <a:srgbClr val="FFC000"/>
              </a:solidFill>
            </a:ln>
          </p:spPr>
          <p:txBody>
            <a:bodyPr wrap="square" lIns="0" tIns="0" rIns="0" bIns="0" rtlCol="0"/>
            <a:lstStyle/>
            <a:p>
              <a:endParaRPr sz="1488"/>
            </a:p>
          </p:txBody>
        </p:sp>
      </p:grpSp>
      <p:sp>
        <p:nvSpPr>
          <p:cNvPr id="63" name="object 63"/>
          <p:cNvSpPr txBox="1"/>
          <p:nvPr/>
        </p:nvSpPr>
        <p:spPr>
          <a:xfrm>
            <a:off x="1451813" y="2409459"/>
            <a:ext cx="257800" cy="316072"/>
          </a:xfrm>
          <a:prstGeom prst="rect">
            <a:avLst/>
          </a:prstGeom>
        </p:spPr>
        <p:txBody>
          <a:bodyPr vert="horz" wrap="square" lIns="0" tIns="10501" rIns="0" bIns="0" rtlCol="0">
            <a:spAutoFit/>
          </a:bodyPr>
          <a:lstStyle/>
          <a:p>
            <a:pPr marL="31505">
              <a:spcBef>
                <a:spcPts val="83"/>
              </a:spcBef>
            </a:pPr>
            <a:r>
              <a:rPr sz="1985" spc="-4" dirty="0">
                <a:latin typeface="Calibri"/>
                <a:cs typeface="Calibri"/>
              </a:rPr>
              <a:t>x</a:t>
            </a:r>
            <a:r>
              <a:rPr sz="1985" spc="-6" baseline="-20833" dirty="0">
                <a:latin typeface="Calibri"/>
                <a:cs typeface="Calibri"/>
              </a:rPr>
              <a:t>1</a:t>
            </a:r>
            <a:endParaRPr sz="1985" baseline="-20833">
              <a:latin typeface="Calibri"/>
              <a:cs typeface="Calibri"/>
            </a:endParaRPr>
          </a:p>
        </p:txBody>
      </p:sp>
      <p:grpSp>
        <p:nvGrpSpPr>
          <p:cNvPr id="64" name="object 64"/>
          <p:cNvGrpSpPr/>
          <p:nvPr/>
        </p:nvGrpSpPr>
        <p:grpSpPr>
          <a:xfrm>
            <a:off x="1364757" y="2972523"/>
            <a:ext cx="418991" cy="387488"/>
            <a:chOff x="124840" y="3594989"/>
            <a:chExt cx="506730" cy="468630"/>
          </a:xfrm>
        </p:grpSpPr>
        <p:pic>
          <p:nvPicPr>
            <p:cNvPr id="65" name="object 65"/>
            <p:cNvPicPr/>
            <p:nvPr/>
          </p:nvPicPr>
          <p:blipFill>
            <a:blip r:embed="rId18" cstate="print"/>
            <a:stretch>
              <a:fillRect/>
            </a:stretch>
          </p:blipFill>
          <p:spPr>
            <a:xfrm>
              <a:off x="128015" y="3598164"/>
              <a:ext cx="499872" cy="461772"/>
            </a:xfrm>
            <a:prstGeom prst="rect">
              <a:avLst/>
            </a:prstGeom>
          </p:spPr>
        </p:pic>
        <p:sp>
          <p:nvSpPr>
            <p:cNvPr id="66" name="object 66"/>
            <p:cNvSpPr/>
            <p:nvPr/>
          </p:nvSpPr>
          <p:spPr>
            <a:xfrm>
              <a:off x="128015" y="3598164"/>
              <a:ext cx="500380" cy="462280"/>
            </a:xfrm>
            <a:custGeom>
              <a:avLst/>
              <a:gdLst/>
              <a:ahLst/>
              <a:cxnLst/>
              <a:rect l="l" t="t" r="r" b="b"/>
              <a:pathLst>
                <a:path w="500380" h="462279">
                  <a:moveTo>
                    <a:pt x="0" y="461772"/>
                  </a:moveTo>
                  <a:lnTo>
                    <a:pt x="499872" y="461772"/>
                  </a:lnTo>
                  <a:lnTo>
                    <a:pt x="499872" y="0"/>
                  </a:lnTo>
                  <a:lnTo>
                    <a:pt x="0" y="0"/>
                  </a:lnTo>
                  <a:lnTo>
                    <a:pt x="0" y="461772"/>
                  </a:lnTo>
                  <a:close/>
                </a:path>
              </a:pathLst>
            </a:custGeom>
            <a:ln w="6096">
              <a:solidFill>
                <a:srgbClr val="FFC000"/>
              </a:solidFill>
            </a:ln>
          </p:spPr>
          <p:txBody>
            <a:bodyPr wrap="square" lIns="0" tIns="0" rIns="0" bIns="0" rtlCol="0"/>
            <a:lstStyle/>
            <a:p>
              <a:endParaRPr sz="1488"/>
            </a:p>
          </p:txBody>
        </p:sp>
      </p:grpSp>
      <p:sp>
        <p:nvSpPr>
          <p:cNvPr id="67" name="object 67"/>
          <p:cNvSpPr txBox="1"/>
          <p:nvPr/>
        </p:nvSpPr>
        <p:spPr>
          <a:xfrm>
            <a:off x="1444756" y="2986343"/>
            <a:ext cx="257800" cy="316072"/>
          </a:xfrm>
          <a:prstGeom prst="rect">
            <a:avLst/>
          </a:prstGeom>
        </p:spPr>
        <p:txBody>
          <a:bodyPr vert="horz" wrap="square" lIns="0" tIns="10501" rIns="0" bIns="0" rtlCol="0">
            <a:spAutoFit/>
          </a:bodyPr>
          <a:lstStyle/>
          <a:p>
            <a:pPr marL="31505">
              <a:spcBef>
                <a:spcPts val="83"/>
              </a:spcBef>
            </a:pPr>
            <a:r>
              <a:rPr sz="1985" dirty="0">
                <a:latin typeface="Calibri"/>
                <a:cs typeface="Calibri"/>
              </a:rPr>
              <a:t>x</a:t>
            </a:r>
            <a:r>
              <a:rPr sz="1985" baseline="-20833" dirty="0">
                <a:latin typeface="Calibri"/>
                <a:cs typeface="Calibri"/>
              </a:rPr>
              <a:t>2</a:t>
            </a:r>
            <a:endParaRPr sz="1985" baseline="-20833">
              <a:latin typeface="Calibri"/>
              <a:cs typeface="Calibri"/>
            </a:endParaRPr>
          </a:p>
        </p:txBody>
      </p:sp>
      <p:grpSp>
        <p:nvGrpSpPr>
          <p:cNvPr id="68" name="object 68"/>
          <p:cNvGrpSpPr/>
          <p:nvPr/>
        </p:nvGrpSpPr>
        <p:grpSpPr>
          <a:xfrm>
            <a:off x="1355936" y="3549658"/>
            <a:ext cx="418991" cy="387488"/>
            <a:chOff x="114172" y="4292980"/>
            <a:chExt cx="506730" cy="468630"/>
          </a:xfrm>
        </p:grpSpPr>
        <p:pic>
          <p:nvPicPr>
            <p:cNvPr id="69" name="object 69"/>
            <p:cNvPicPr/>
            <p:nvPr/>
          </p:nvPicPr>
          <p:blipFill>
            <a:blip r:embed="rId19" cstate="print"/>
            <a:stretch>
              <a:fillRect/>
            </a:stretch>
          </p:blipFill>
          <p:spPr>
            <a:xfrm>
              <a:off x="117347" y="4296155"/>
              <a:ext cx="499872" cy="461772"/>
            </a:xfrm>
            <a:prstGeom prst="rect">
              <a:avLst/>
            </a:prstGeom>
          </p:spPr>
        </p:pic>
        <p:sp>
          <p:nvSpPr>
            <p:cNvPr id="70" name="object 70"/>
            <p:cNvSpPr/>
            <p:nvPr/>
          </p:nvSpPr>
          <p:spPr>
            <a:xfrm>
              <a:off x="117347" y="4296155"/>
              <a:ext cx="500380" cy="462280"/>
            </a:xfrm>
            <a:custGeom>
              <a:avLst/>
              <a:gdLst/>
              <a:ahLst/>
              <a:cxnLst/>
              <a:rect l="l" t="t" r="r" b="b"/>
              <a:pathLst>
                <a:path w="500380" h="462279">
                  <a:moveTo>
                    <a:pt x="0" y="461772"/>
                  </a:moveTo>
                  <a:lnTo>
                    <a:pt x="499872" y="461772"/>
                  </a:lnTo>
                  <a:lnTo>
                    <a:pt x="499872" y="0"/>
                  </a:lnTo>
                  <a:lnTo>
                    <a:pt x="0" y="0"/>
                  </a:lnTo>
                  <a:lnTo>
                    <a:pt x="0" y="461772"/>
                  </a:lnTo>
                  <a:close/>
                </a:path>
              </a:pathLst>
            </a:custGeom>
            <a:ln w="6096">
              <a:solidFill>
                <a:srgbClr val="FFC000"/>
              </a:solidFill>
            </a:ln>
          </p:spPr>
          <p:txBody>
            <a:bodyPr wrap="square" lIns="0" tIns="0" rIns="0" bIns="0" rtlCol="0"/>
            <a:lstStyle/>
            <a:p>
              <a:endParaRPr sz="1488"/>
            </a:p>
          </p:txBody>
        </p:sp>
      </p:grpSp>
      <p:sp>
        <p:nvSpPr>
          <p:cNvPr id="71" name="object 71"/>
          <p:cNvSpPr txBox="1"/>
          <p:nvPr/>
        </p:nvSpPr>
        <p:spPr>
          <a:xfrm>
            <a:off x="1436187" y="3563941"/>
            <a:ext cx="257800" cy="316072"/>
          </a:xfrm>
          <a:prstGeom prst="rect">
            <a:avLst/>
          </a:prstGeom>
        </p:spPr>
        <p:txBody>
          <a:bodyPr vert="horz" wrap="square" lIns="0" tIns="10501" rIns="0" bIns="0" rtlCol="0">
            <a:spAutoFit/>
          </a:bodyPr>
          <a:lstStyle/>
          <a:p>
            <a:pPr marL="31505">
              <a:spcBef>
                <a:spcPts val="83"/>
              </a:spcBef>
            </a:pPr>
            <a:r>
              <a:rPr sz="1985" spc="-4" dirty="0">
                <a:latin typeface="Calibri"/>
                <a:cs typeface="Calibri"/>
              </a:rPr>
              <a:t>x</a:t>
            </a:r>
            <a:r>
              <a:rPr sz="1985" spc="-6" baseline="-20833" dirty="0">
                <a:latin typeface="Calibri"/>
                <a:cs typeface="Calibri"/>
              </a:rPr>
              <a:t>3</a:t>
            </a:r>
            <a:endParaRPr sz="1985" baseline="-20833">
              <a:latin typeface="Calibri"/>
              <a:cs typeface="Calibri"/>
            </a:endParaRPr>
          </a:p>
        </p:txBody>
      </p:sp>
      <p:grpSp>
        <p:nvGrpSpPr>
          <p:cNvPr id="72" name="object 72"/>
          <p:cNvGrpSpPr/>
          <p:nvPr/>
        </p:nvGrpSpPr>
        <p:grpSpPr>
          <a:xfrm>
            <a:off x="1417683" y="125906"/>
            <a:ext cx="404813" cy="387488"/>
            <a:chOff x="188848" y="152272"/>
            <a:chExt cx="489584" cy="468630"/>
          </a:xfrm>
        </p:grpSpPr>
        <p:pic>
          <p:nvPicPr>
            <p:cNvPr id="73" name="object 73"/>
            <p:cNvPicPr/>
            <p:nvPr/>
          </p:nvPicPr>
          <p:blipFill>
            <a:blip r:embed="rId17" cstate="print"/>
            <a:stretch>
              <a:fillRect/>
            </a:stretch>
          </p:blipFill>
          <p:spPr>
            <a:xfrm>
              <a:off x="192023" y="155447"/>
              <a:ext cx="483108" cy="461772"/>
            </a:xfrm>
            <a:prstGeom prst="rect">
              <a:avLst/>
            </a:prstGeom>
          </p:spPr>
        </p:pic>
        <p:sp>
          <p:nvSpPr>
            <p:cNvPr id="74" name="object 74"/>
            <p:cNvSpPr/>
            <p:nvPr/>
          </p:nvSpPr>
          <p:spPr>
            <a:xfrm>
              <a:off x="192023" y="155447"/>
              <a:ext cx="483234" cy="462280"/>
            </a:xfrm>
            <a:custGeom>
              <a:avLst/>
              <a:gdLst/>
              <a:ahLst/>
              <a:cxnLst/>
              <a:rect l="l" t="t" r="r" b="b"/>
              <a:pathLst>
                <a:path w="483234" h="462280">
                  <a:moveTo>
                    <a:pt x="0" y="461772"/>
                  </a:moveTo>
                  <a:lnTo>
                    <a:pt x="483108" y="461772"/>
                  </a:lnTo>
                  <a:lnTo>
                    <a:pt x="483108" y="0"/>
                  </a:lnTo>
                  <a:lnTo>
                    <a:pt x="0" y="0"/>
                  </a:lnTo>
                  <a:lnTo>
                    <a:pt x="0" y="461772"/>
                  </a:lnTo>
                  <a:close/>
                </a:path>
              </a:pathLst>
            </a:custGeom>
            <a:ln w="6096">
              <a:solidFill>
                <a:srgbClr val="FFC000"/>
              </a:solidFill>
            </a:ln>
          </p:spPr>
          <p:txBody>
            <a:bodyPr wrap="square" lIns="0" tIns="0" rIns="0" bIns="0" rtlCol="0"/>
            <a:lstStyle/>
            <a:p>
              <a:endParaRPr sz="1488"/>
            </a:p>
          </p:txBody>
        </p:sp>
      </p:grpSp>
      <p:sp>
        <p:nvSpPr>
          <p:cNvPr id="75" name="object 75"/>
          <p:cNvSpPr txBox="1"/>
          <p:nvPr/>
        </p:nvSpPr>
        <p:spPr>
          <a:xfrm>
            <a:off x="1490877" y="140189"/>
            <a:ext cx="257800" cy="316072"/>
          </a:xfrm>
          <a:prstGeom prst="rect">
            <a:avLst/>
          </a:prstGeom>
        </p:spPr>
        <p:txBody>
          <a:bodyPr vert="horz" wrap="square" lIns="0" tIns="10501" rIns="0" bIns="0" rtlCol="0">
            <a:spAutoFit/>
          </a:bodyPr>
          <a:lstStyle/>
          <a:p>
            <a:pPr marL="31505">
              <a:spcBef>
                <a:spcPts val="83"/>
              </a:spcBef>
            </a:pPr>
            <a:r>
              <a:rPr sz="1985" spc="-4" dirty="0">
                <a:latin typeface="Calibri"/>
                <a:cs typeface="Calibri"/>
              </a:rPr>
              <a:t>x</a:t>
            </a:r>
            <a:r>
              <a:rPr sz="1985" spc="-6" baseline="-20833" dirty="0">
                <a:latin typeface="Calibri"/>
                <a:cs typeface="Calibri"/>
              </a:rPr>
              <a:t>1</a:t>
            </a:r>
            <a:endParaRPr sz="1985" baseline="-20833">
              <a:latin typeface="Calibri"/>
              <a:cs typeface="Calibri"/>
            </a:endParaRPr>
          </a:p>
        </p:txBody>
      </p:sp>
      <p:grpSp>
        <p:nvGrpSpPr>
          <p:cNvPr id="76" name="object 76"/>
          <p:cNvGrpSpPr/>
          <p:nvPr/>
        </p:nvGrpSpPr>
        <p:grpSpPr>
          <a:xfrm>
            <a:off x="1403822" y="703042"/>
            <a:ext cx="418991" cy="387488"/>
            <a:chOff x="172085" y="850264"/>
            <a:chExt cx="506730" cy="468630"/>
          </a:xfrm>
        </p:grpSpPr>
        <p:pic>
          <p:nvPicPr>
            <p:cNvPr id="77" name="object 77"/>
            <p:cNvPicPr/>
            <p:nvPr/>
          </p:nvPicPr>
          <p:blipFill>
            <a:blip r:embed="rId19" cstate="print"/>
            <a:stretch>
              <a:fillRect/>
            </a:stretch>
          </p:blipFill>
          <p:spPr>
            <a:xfrm>
              <a:off x="175260" y="853439"/>
              <a:ext cx="499872" cy="461772"/>
            </a:xfrm>
            <a:prstGeom prst="rect">
              <a:avLst/>
            </a:prstGeom>
          </p:spPr>
        </p:pic>
        <p:sp>
          <p:nvSpPr>
            <p:cNvPr id="78" name="object 78"/>
            <p:cNvSpPr/>
            <p:nvPr/>
          </p:nvSpPr>
          <p:spPr>
            <a:xfrm>
              <a:off x="175260" y="853439"/>
              <a:ext cx="500380" cy="462280"/>
            </a:xfrm>
            <a:custGeom>
              <a:avLst/>
              <a:gdLst/>
              <a:ahLst/>
              <a:cxnLst/>
              <a:rect l="l" t="t" r="r" b="b"/>
              <a:pathLst>
                <a:path w="500380" h="462280">
                  <a:moveTo>
                    <a:pt x="0" y="461772"/>
                  </a:moveTo>
                  <a:lnTo>
                    <a:pt x="499872" y="461772"/>
                  </a:lnTo>
                  <a:lnTo>
                    <a:pt x="499872" y="0"/>
                  </a:lnTo>
                  <a:lnTo>
                    <a:pt x="0" y="0"/>
                  </a:lnTo>
                  <a:lnTo>
                    <a:pt x="0" y="461772"/>
                  </a:lnTo>
                  <a:close/>
                </a:path>
              </a:pathLst>
            </a:custGeom>
            <a:ln w="6096">
              <a:solidFill>
                <a:srgbClr val="FFC000"/>
              </a:solidFill>
            </a:ln>
          </p:spPr>
          <p:txBody>
            <a:bodyPr wrap="square" lIns="0" tIns="0" rIns="0" bIns="0" rtlCol="0"/>
            <a:lstStyle/>
            <a:p>
              <a:endParaRPr sz="1488"/>
            </a:p>
          </p:txBody>
        </p:sp>
      </p:grpSp>
      <p:sp>
        <p:nvSpPr>
          <p:cNvPr id="79" name="object 79"/>
          <p:cNvSpPr txBox="1"/>
          <p:nvPr/>
        </p:nvSpPr>
        <p:spPr>
          <a:xfrm>
            <a:off x="1504820" y="717324"/>
            <a:ext cx="130213" cy="316072"/>
          </a:xfrm>
          <a:prstGeom prst="rect">
            <a:avLst/>
          </a:prstGeom>
        </p:spPr>
        <p:txBody>
          <a:bodyPr vert="horz" wrap="square" lIns="0" tIns="10501" rIns="0" bIns="0" rtlCol="0">
            <a:spAutoFit/>
          </a:bodyPr>
          <a:lstStyle/>
          <a:p>
            <a:pPr marL="10502">
              <a:spcBef>
                <a:spcPts val="83"/>
              </a:spcBef>
            </a:pPr>
            <a:r>
              <a:rPr sz="1985" dirty="0">
                <a:latin typeface="Calibri"/>
                <a:cs typeface="Calibri"/>
              </a:rPr>
              <a:t>x</a:t>
            </a:r>
            <a:endParaRPr sz="1985">
              <a:latin typeface="Calibri"/>
              <a:cs typeface="Calibri"/>
            </a:endParaRPr>
          </a:p>
        </p:txBody>
      </p:sp>
      <p:sp>
        <p:nvSpPr>
          <p:cNvPr id="80" name="object 80"/>
          <p:cNvSpPr txBox="1"/>
          <p:nvPr/>
        </p:nvSpPr>
        <p:spPr>
          <a:xfrm>
            <a:off x="1614703" y="863499"/>
            <a:ext cx="106060" cy="213655"/>
          </a:xfrm>
          <a:prstGeom prst="rect">
            <a:avLst/>
          </a:prstGeom>
        </p:spPr>
        <p:txBody>
          <a:bodyPr vert="horz" wrap="square" lIns="0" tIns="9976" rIns="0" bIns="0" rtlCol="0">
            <a:spAutoFit/>
          </a:bodyPr>
          <a:lstStyle/>
          <a:p>
            <a:pPr marL="10502">
              <a:spcBef>
                <a:spcPts val="79"/>
              </a:spcBef>
            </a:pPr>
            <a:r>
              <a:rPr sz="1323" spc="-4" dirty="0">
                <a:latin typeface="Calibri"/>
                <a:cs typeface="Calibri"/>
              </a:rPr>
              <a:t>2</a:t>
            </a:r>
            <a:endParaRPr sz="1323">
              <a:latin typeface="Calibri"/>
              <a:cs typeface="Calibri"/>
            </a:endParaRPr>
          </a:p>
        </p:txBody>
      </p:sp>
      <p:grpSp>
        <p:nvGrpSpPr>
          <p:cNvPr id="81" name="object 81"/>
          <p:cNvGrpSpPr/>
          <p:nvPr/>
        </p:nvGrpSpPr>
        <p:grpSpPr>
          <a:xfrm>
            <a:off x="1395001" y="1280179"/>
            <a:ext cx="418991" cy="387488"/>
            <a:chOff x="161417" y="1548257"/>
            <a:chExt cx="506730" cy="468630"/>
          </a:xfrm>
        </p:grpSpPr>
        <p:pic>
          <p:nvPicPr>
            <p:cNvPr id="82" name="object 82"/>
            <p:cNvPicPr/>
            <p:nvPr/>
          </p:nvPicPr>
          <p:blipFill>
            <a:blip r:embed="rId19" cstate="print"/>
            <a:stretch>
              <a:fillRect/>
            </a:stretch>
          </p:blipFill>
          <p:spPr>
            <a:xfrm>
              <a:off x="164592" y="1551432"/>
              <a:ext cx="499872" cy="461772"/>
            </a:xfrm>
            <a:prstGeom prst="rect">
              <a:avLst/>
            </a:prstGeom>
          </p:spPr>
        </p:pic>
        <p:sp>
          <p:nvSpPr>
            <p:cNvPr id="83" name="object 83"/>
            <p:cNvSpPr/>
            <p:nvPr/>
          </p:nvSpPr>
          <p:spPr>
            <a:xfrm>
              <a:off x="164592" y="1551432"/>
              <a:ext cx="500380" cy="462280"/>
            </a:xfrm>
            <a:custGeom>
              <a:avLst/>
              <a:gdLst/>
              <a:ahLst/>
              <a:cxnLst/>
              <a:rect l="l" t="t" r="r" b="b"/>
              <a:pathLst>
                <a:path w="500380" h="462280">
                  <a:moveTo>
                    <a:pt x="0" y="461772"/>
                  </a:moveTo>
                  <a:lnTo>
                    <a:pt x="499872" y="461772"/>
                  </a:lnTo>
                  <a:lnTo>
                    <a:pt x="499872" y="0"/>
                  </a:lnTo>
                  <a:lnTo>
                    <a:pt x="0" y="0"/>
                  </a:lnTo>
                  <a:lnTo>
                    <a:pt x="0" y="461772"/>
                  </a:lnTo>
                  <a:close/>
                </a:path>
              </a:pathLst>
            </a:custGeom>
            <a:ln w="6096">
              <a:solidFill>
                <a:srgbClr val="FFC000"/>
              </a:solidFill>
            </a:ln>
          </p:spPr>
          <p:txBody>
            <a:bodyPr wrap="square" lIns="0" tIns="0" rIns="0" bIns="0" rtlCol="0"/>
            <a:lstStyle/>
            <a:p>
              <a:endParaRPr sz="1488"/>
            </a:p>
          </p:txBody>
        </p:sp>
      </p:grpSp>
      <p:sp>
        <p:nvSpPr>
          <p:cNvPr id="84" name="object 84"/>
          <p:cNvSpPr txBox="1"/>
          <p:nvPr/>
        </p:nvSpPr>
        <p:spPr>
          <a:xfrm>
            <a:off x="1379145" y="1294460"/>
            <a:ext cx="453119" cy="316072"/>
          </a:xfrm>
          <a:prstGeom prst="rect">
            <a:avLst/>
          </a:prstGeom>
        </p:spPr>
        <p:txBody>
          <a:bodyPr vert="horz" wrap="square" lIns="0" tIns="10501" rIns="0" bIns="0" rtlCol="0">
            <a:spAutoFit/>
          </a:bodyPr>
          <a:lstStyle/>
          <a:p>
            <a:pPr marL="127595">
              <a:spcBef>
                <a:spcPts val="83"/>
              </a:spcBef>
            </a:pPr>
            <a:r>
              <a:rPr sz="1985" spc="-4" dirty="0">
                <a:latin typeface="Calibri"/>
                <a:cs typeface="Calibri"/>
              </a:rPr>
              <a:t>x</a:t>
            </a:r>
            <a:r>
              <a:rPr sz="1985" spc="-6" baseline="-20833" dirty="0">
                <a:latin typeface="Calibri"/>
                <a:cs typeface="Calibri"/>
              </a:rPr>
              <a:t>3</a:t>
            </a:r>
            <a:endParaRPr sz="1985" baseline="-20833">
              <a:latin typeface="Calibri"/>
              <a:cs typeface="Calibri"/>
            </a:endParaRPr>
          </a:p>
        </p:txBody>
      </p:sp>
      <p:grpSp>
        <p:nvGrpSpPr>
          <p:cNvPr id="85" name="object 85"/>
          <p:cNvGrpSpPr/>
          <p:nvPr/>
        </p:nvGrpSpPr>
        <p:grpSpPr>
          <a:xfrm>
            <a:off x="6306958" y="1627972"/>
            <a:ext cx="418991" cy="962943"/>
            <a:chOff x="6101969" y="1968880"/>
            <a:chExt cx="506730" cy="1164590"/>
          </a:xfrm>
        </p:grpSpPr>
        <p:pic>
          <p:nvPicPr>
            <p:cNvPr id="86" name="object 86"/>
            <p:cNvPicPr/>
            <p:nvPr/>
          </p:nvPicPr>
          <p:blipFill>
            <a:blip r:embed="rId20" cstate="print"/>
            <a:stretch>
              <a:fillRect/>
            </a:stretch>
          </p:blipFill>
          <p:spPr>
            <a:xfrm>
              <a:off x="6121908" y="1972055"/>
              <a:ext cx="483108" cy="460248"/>
            </a:xfrm>
            <a:prstGeom prst="rect">
              <a:avLst/>
            </a:prstGeom>
          </p:spPr>
        </p:pic>
        <p:sp>
          <p:nvSpPr>
            <p:cNvPr id="87" name="object 87"/>
            <p:cNvSpPr/>
            <p:nvPr/>
          </p:nvSpPr>
          <p:spPr>
            <a:xfrm>
              <a:off x="6121908" y="1972055"/>
              <a:ext cx="483234" cy="460375"/>
            </a:xfrm>
            <a:custGeom>
              <a:avLst/>
              <a:gdLst/>
              <a:ahLst/>
              <a:cxnLst/>
              <a:rect l="l" t="t" r="r" b="b"/>
              <a:pathLst>
                <a:path w="483234" h="460375">
                  <a:moveTo>
                    <a:pt x="0" y="460248"/>
                  </a:moveTo>
                  <a:lnTo>
                    <a:pt x="483108" y="460248"/>
                  </a:lnTo>
                  <a:lnTo>
                    <a:pt x="483108" y="0"/>
                  </a:lnTo>
                  <a:lnTo>
                    <a:pt x="0" y="0"/>
                  </a:lnTo>
                  <a:lnTo>
                    <a:pt x="0" y="460248"/>
                  </a:lnTo>
                  <a:close/>
                </a:path>
              </a:pathLst>
            </a:custGeom>
            <a:ln w="6096">
              <a:solidFill>
                <a:srgbClr val="FFC000"/>
              </a:solidFill>
            </a:ln>
          </p:spPr>
          <p:txBody>
            <a:bodyPr wrap="square" lIns="0" tIns="0" rIns="0" bIns="0" rtlCol="0"/>
            <a:lstStyle/>
            <a:p>
              <a:endParaRPr sz="1488"/>
            </a:p>
          </p:txBody>
        </p:sp>
        <p:pic>
          <p:nvPicPr>
            <p:cNvPr id="88" name="object 88"/>
            <p:cNvPicPr/>
            <p:nvPr/>
          </p:nvPicPr>
          <p:blipFill>
            <a:blip r:embed="rId15" cstate="print"/>
            <a:stretch>
              <a:fillRect/>
            </a:stretch>
          </p:blipFill>
          <p:spPr>
            <a:xfrm>
              <a:off x="6105144" y="2668523"/>
              <a:ext cx="499872" cy="461772"/>
            </a:xfrm>
            <a:prstGeom prst="rect">
              <a:avLst/>
            </a:prstGeom>
          </p:spPr>
        </p:pic>
        <p:sp>
          <p:nvSpPr>
            <p:cNvPr id="89" name="object 89"/>
            <p:cNvSpPr/>
            <p:nvPr/>
          </p:nvSpPr>
          <p:spPr>
            <a:xfrm>
              <a:off x="6105144" y="2668523"/>
              <a:ext cx="500380" cy="462280"/>
            </a:xfrm>
            <a:custGeom>
              <a:avLst/>
              <a:gdLst/>
              <a:ahLst/>
              <a:cxnLst/>
              <a:rect l="l" t="t" r="r" b="b"/>
              <a:pathLst>
                <a:path w="500379" h="462280">
                  <a:moveTo>
                    <a:pt x="0" y="461772"/>
                  </a:moveTo>
                  <a:lnTo>
                    <a:pt x="499872" y="461772"/>
                  </a:lnTo>
                  <a:lnTo>
                    <a:pt x="499872" y="0"/>
                  </a:lnTo>
                  <a:lnTo>
                    <a:pt x="0" y="0"/>
                  </a:lnTo>
                  <a:lnTo>
                    <a:pt x="0" y="461772"/>
                  </a:lnTo>
                  <a:close/>
                </a:path>
              </a:pathLst>
            </a:custGeom>
            <a:ln w="6096">
              <a:solidFill>
                <a:srgbClr val="FFC000"/>
              </a:solidFill>
            </a:ln>
          </p:spPr>
          <p:txBody>
            <a:bodyPr wrap="square" lIns="0" tIns="0" rIns="0" bIns="0" rtlCol="0"/>
            <a:lstStyle/>
            <a:p>
              <a:endParaRPr sz="1488"/>
            </a:p>
          </p:txBody>
        </p:sp>
      </p:grpSp>
      <p:sp>
        <p:nvSpPr>
          <p:cNvPr id="90" name="object 90"/>
          <p:cNvSpPr txBox="1"/>
          <p:nvPr/>
        </p:nvSpPr>
        <p:spPr>
          <a:xfrm>
            <a:off x="6387921" y="2218655"/>
            <a:ext cx="257800" cy="316072"/>
          </a:xfrm>
          <a:prstGeom prst="rect">
            <a:avLst/>
          </a:prstGeom>
        </p:spPr>
        <p:txBody>
          <a:bodyPr vert="horz" wrap="square" lIns="0" tIns="10501" rIns="0" bIns="0" rtlCol="0">
            <a:spAutoFit/>
          </a:bodyPr>
          <a:lstStyle/>
          <a:p>
            <a:pPr marL="31505">
              <a:spcBef>
                <a:spcPts val="83"/>
              </a:spcBef>
            </a:pPr>
            <a:r>
              <a:rPr sz="1985" spc="-4" dirty="0">
                <a:latin typeface="Calibri"/>
                <a:cs typeface="Calibri"/>
              </a:rPr>
              <a:t>x</a:t>
            </a:r>
            <a:r>
              <a:rPr sz="1985" spc="-6" baseline="-20833" dirty="0">
                <a:latin typeface="Calibri"/>
                <a:cs typeface="Calibri"/>
              </a:rPr>
              <a:t>2</a:t>
            </a:r>
            <a:endParaRPr sz="1985" baseline="-20833">
              <a:latin typeface="Calibri"/>
              <a:cs typeface="Calibri"/>
            </a:endParaRPr>
          </a:p>
        </p:txBody>
      </p:sp>
      <p:grpSp>
        <p:nvGrpSpPr>
          <p:cNvPr id="91" name="object 91"/>
          <p:cNvGrpSpPr/>
          <p:nvPr/>
        </p:nvGrpSpPr>
        <p:grpSpPr>
          <a:xfrm>
            <a:off x="1807576" y="315242"/>
            <a:ext cx="4909226" cy="4718633"/>
            <a:chOff x="660387" y="381254"/>
            <a:chExt cx="5937250" cy="5706745"/>
          </a:xfrm>
        </p:grpSpPr>
        <p:sp>
          <p:nvSpPr>
            <p:cNvPr id="92" name="object 92"/>
            <p:cNvSpPr/>
            <p:nvPr/>
          </p:nvSpPr>
          <p:spPr>
            <a:xfrm>
              <a:off x="660387" y="381253"/>
              <a:ext cx="5469255" cy="4158615"/>
            </a:xfrm>
            <a:custGeom>
              <a:avLst/>
              <a:gdLst/>
              <a:ahLst/>
              <a:cxnLst/>
              <a:rect l="l" t="t" r="r" b="b"/>
              <a:pathLst>
                <a:path w="5469255" h="4158615">
                  <a:moveTo>
                    <a:pt x="639584" y="3443224"/>
                  </a:moveTo>
                  <a:lnTo>
                    <a:pt x="628510" y="3438055"/>
                  </a:lnTo>
                  <a:lnTo>
                    <a:pt x="639076" y="3442335"/>
                  </a:lnTo>
                  <a:lnTo>
                    <a:pt x="628218" y="3401187"/>
                  </a:lnTo>
                  <a:lnTo>
                    <a:pt x="617359" y="3360039"/>
                  </a:lnTo>
                  <a:lnTo>
                    <a:pt x="596214" y="3378631"/>
                  </a:lnTo>
                  <a:lnTo>
                    <a:pt x="16840" y="2720340"/>
                  </a:lnTo>
                  <a:lnTo>
                    <a:pt x="1968" y="2733548"/>
                  </a:lnTo>
                  <a:lnTo>
                    <a:pt x="581342" y="3391700"/>
                  </a:lnTo>
                  <a:lnTo>
                    <a:pt x="563270" y="3407587"/>
                  </a:lnTo>
                  <a:lnTo>
                    <a:pt x="562381" y="3407156"/>
                  </a:lnTo>
                  <a:lnTo>
                    <a:pt x="562406" y="3408349"/>
                  </a:lnTo>
                  <a:lnTo>
                    <a:pt x="560146" y="3410331"/>
                  </a:lnTo>
                  <a:lnTo>
                    <a:pt x="562483" y="3411283"/>
                  </a:lnTo>
                  <a:lnTo>
                    <a:pt x="563143" y="3435451"/>
                  </a:lnTo>
                  <a:lnTo>
                    <a:pt x="0" y="3450717"/>
                  </a:lnTo>
                  <a:lnTo>
                    <a:pt x="533" y="3470529"/>
                  </a:lnTo>
                  <a:lnTo>
                    <a:pt x="563676" y="3455263"/>
                  </a:lnTo>
                  <a:lnTo>
                    <a:pt x="564159" y="3473183"/>
                  </a:lnTo>
                  <a:lnTo>
                    <a:pt x="559993" y="3474847"/>
                  </a:lnTo>
                  <a:lnTo>
                    <a:pt x="564311" y="3478707"/>
                  </a:lnTo>
                  <a:lnTo>
                    <a:pt x="564451" y="3483356"/>
                  </a:lnTo>
                  <a:lnTo>
                    <a:pt x="567626" y="3481654"/>
                  </a:lnTo>
                  <a:lnTo>
                    <a:pt x="581063" y="3493605"/>
                  </a:lnTo>
                  <a:lnTo>
                    <a:pt x="2006" y="4145026"/>
                  </a:lnTo>
                  <a:lnTo>
                    <a:pt x="16814" y="4158107"/>
                  </a:lnTo>
                  <a:lnTo>
                    <a:pt x="595896" y="3506787"/>
                  </a:lnTo>
                  <a:lnTo>
                    <a:pt x="616978" y="3525520"/>
                  </a:lnTo>
                  <a:lnTo>
                    <a:pt x="628091" y="3484118"/>
                  </a:lnTo>
                  <a:lnTo>
                    <a:pt x="638987" y="3443541"/>
                  </a:lnTo>
                  <a:lnTo>
                    <a:pt x="639584" y="3443224"/>
                  </a:lnTo>
                  <a:close/>
                </a:path>
                <a:path w="5469255" h="4158615">
                  <a:moveTo>
                    <a:pt x="645680" y="721360"/>
                  </a:moveTo>
                  <a:lnTo>
                    <a:pt x="644906" y="721004"/>
                  </a:lnTo>
                  <a:lnTo>
                    <a:pt x="634314" y="680847"/>
                  </a:lnTo>
                  <a:lnTo>
                    <a:pt x="623455" y="639699"/>
                  </a:lnTo>
                  <a:lnTo>
                    <a:pt x="602284" y="658304"/>
                  </a:lnTo>
                  <a:lnTo>
                    <a:pt x="22936" y="0"/>
                  </a:lnTo>
                  <a:lnTo>
                    <a:pt x="8064" y="13208"/>
                  </a:lnTo>
                  <a:lnTo>
                    <a:pt x="587438" y="671360"/>
                  </a:lnTo>
                  <a:lnTo>
                    <a:pt x="570496" y="686244"/>
                  </a:lnTo>
                  <a:lnTo>
                    <a:pt x="568477" y="685292"/>
                  </a:lnTo>
                  <a:lnTo>
                    <a:pt x="568540" y="687971"/>
                  </a:lnTo>
                  <a:lnTo>
                    <a:pt x="566242" y="689991"/>
                  </a:lnTo>
                  <a:lnTo>
                    <a:pt x="568629" y="690968"/>
                  </a:lnTo>
                  <a:lnTo>
                    <a:pt x="569239" y="713587"/>
                  </a:lnTo>
                  <a:lnTo>
                    <a:pt x="6096" y="728853"/>
                  </a:lnTo>
                  <a:lnTo>
                    <a:pt x="6629" y="748665"/>
                  </a:lnTo>
                  <a:lnTo>
                    <a:pt x="569772" y="733399"/>
                  </a:lnTo>
                  <a:lnTo>
                    <a:pt x="570255" y="751319"/>
                  </a:lnTo>
                  <a:lnTo>
                    <a:pt x="566089" y="752983"/>
                  </a:lnTo>
                  <a:lnTo>
                    <a:pt x="570407" y="756843"/>
                  </a:lnTo>
                  <a:lnTo>
                    <a:pt x="570547" y="761492"/>
                  </a:lnTo>
                  <a:lnTo>
                    <a:pt x="573722" y="759790"/>
                  </a:lnTo>
                  <a:lnTo>
                    <a:pt x="587159" y="771740"/>
                  </a:lnTo>
                  <a:lnTo>
                    <a:pt x="8102" y="1423162"/>
                  </a:lnTo>
                  <a:lnTo>
                    <a:pt x="22910" y="1436243"/>
                  </a:lnTo>
                  <a:lnTo>
                    <a:pt x="601980" y="784910"/>
                  </a:lnTo>
                  <a:lnTo>
                    <a:pt x="623074" y="803656"/>
                  </a:lnTo>
                  <a:lnTo>
                    <a:pt x="634187" y="762254"/>
                  </a:lnTo>
                  <a:lnTo>
                    <a:pt x="645007" y="721944"/>
                  </a:lnTo>
                  <a:lnTo>
                    <a:pt x="645172" y="721995"/>
                  </a:lnTo>
                  <a:lnTo>
                    <a:pt x="645083" y="721690"/>
                  </a:lnTo>
                  <a:lnTo>
                    <a:pt x="645680" y="721360"/>
                  </a:lnTo>
                  <a:close/>
                </a:path>
                <a:path w="5469255" h="4158615">
                  <a:moveTo>
                    <a:pt x="5468759" y="1829054"/>
                  </a:moveTo>
                  <a:lnTo>
                    <a:pt x="5455424" y="1814322"/>
                  </a:lnTo>
                  <a:lnTo>
                    <a:pt x="4734801" y="2468626"/>
                  </a:lnTo>
                  <a:lnTo>
                    <a:pt x="4715903" y="2447798"/>
                  </a:lnTo>
                  <a:lnTo>
                    <a:pt x="4686833" y="2522563"/>
                  </a:lnTo>
                  <a:lnTo>
                    <a:pt x="4681994" y="2525014"/>
                  </a:lnTo>
                  <a:lnTo>
                    <a:pt x="4685246" y="2526627"/>
                  </a:lnTo>
                  <a:lnTo>
                    <a:pt x="4685042" y="2527173"/>
                  </a:lnTo>
                  <a:lnTo>
                    <a:pt x="4685893" y="2526944"/>
                  </a:lnTo>
                  <a:lnTo>
                    <a:pt x="4758448" y="2562606"/>
                  </a:lnTo>
                  <a:lnTo>
                    <a:pt x="4758258" y="2534539"/>
                  </a:lnTo>
                  <a:lnTo>
                    <a:pt x="5445391" y="2529586"/>
                  </a:lnTo>
                  <a:lnTo>
                    <a:pt x="5445137" y="2509774"/>
                  </a:lnTo>
                  <a:lnTo>
                    <a:pt x="4758118" y="2514638"/>
                  </a:lnTo>
                  <a:lnTo>
                    <a:pt x="4758067" y="2506713"/>
                  </a:lnTo>
                  <a:lnTo>
                    <a:pt x="4767084" y="2504186"/>
                  </a:lnTo>
                  <a:lnTo>
                    <a:pt x="4757979" y="2494178"/>
                  </a:lnTo>
                  <a:lnTo>
                    <a:pt x="4757940" y="2486406"/>
                  </a:lnTo>
                  <a:lnTo>
                    <a:pt x="4753140" y="2488844"/>
                  </a:lnTo>
                  <a:lnTo>
                    <a:pt x="4748149" y="2483345"/>
                  </a:lnTo>
                  <a:lnTo>
                    <a:pt x="5468759" y="1829054"/>
                  </a:lnTo>
                  <a:close/>
                </a:path>
              </a:pathLst>
            </a:custGeom>
            <a:solidFill>
              <a:srgbClr val="000000"/>
            </a:solidFill>
          </p:spPr>
          <p:txBody>
            <a:bodyPr wrap="square" lIns="0" tIns="0" rIns="0" bIns="0" rtlCol="0"/>
            <a:lstStyle/>
            <a:p>
              <a:endParaRPr sz="1488"/>
            </a:p>
          </p:txBody>
        </p:sp>
        <p:pic>
          <p:nvPicPr>
            <p:cNvPr id="93" name="object 93"/>
            <p:cNvPicPr/>
            <p:nvPr/>
          </p:nvPicPr>
          <p:blipFill>
            <a:blip r:embed="rId15" cstate="print"/>
            <a:stretch>
              <a:fillRect/>
            </a:stretch>
          </p:blipFill>
          <p:spPr>
            <a:xfrm>
              <a:off x="6094476" y="3366515"/>
              <a:ext cx="499872" cy="461772"/>
            </a:xfrm>
            <a:prstGeom prst="rect">
              <a:avLst/>
            </a:prstGeom>
          </p:spPr>
        </p:pic>
        <p:sp>
          <p:nvSpPr>
            <p:cNvPr id="94" name="object 94"/>
            <p:cNvSpPr/>
            <p:nvPr/>
          </p:nvSpPr>
          <p:spPr>
            <a:xfrm>
              <a:off x="6094476" y="3366515"/>
              <a:ext cx="500380" cy="462280"/>
            </a:xfrm>
            <a:custGeom>
              <a:avLst/>
              <a:gdLst/>
              <a:ahLst/>
              <a:cxnLst/>
              <a:rect l="l" t="t" r="r" b="b"/>
              <a:pathLst>
                <a:path w="500379" h="462279">
                  <a:moveTo>
                    <a:pt x="0" y="461772"/>
                  </a:moveTo>
                  <a:lnTo>
                    <a:pt x="499872" y="461772"/>
                  </a:lnTo>
                  <a:lnTo>
                    <a:pt x="499872" y="0"/>
                  </a:lnTo>
                  <a:lnTo>
                    <a:pt x="0" y="0"/>
                  </a:lnTo>
                  <a:lnTo>
                    <a:pt x="0" y="461772"/>
                  </a:lnTo>
                  <a:close/>
                </a:path>
              </a:pathLst>
            </a:custGeom>
            <a:ln w="6096">
              <a:solidFill>
                <a:srgbClr val="FFC000"/>
              </a:solidFill>
            </a:ln>
          </p:spPr>
          <p:txBody>
            <a:bodyPr wrap="square" lIns="0" tIns="0" rIns="0" bIns="0" rtlCol="0"/>
            <a:lstStyle/>
            <a:p>
              <a:endParaRPr sz="1488"/>
            </a:p>
          </p:txBody>
        </p:sp>
        <p:sp>
          <p:nvSpPr>
            <p:cNvPr id="95" name="object 95"/>
            <p:cNvSpPr/>
            <p:nvPr/>
          </p:nvSpPr>
          <p:spPr>
            <a:xfrm>
              <a:off x="2588006" y="2905505"/>
              <a:ext cx="3515360" cy="3182620"/>
            </a:xfrm>
            <a:custGeom>
              <a:avLst/>
              <a:gdLst/>
              <a:ahLst/>
              <a:cxnLst/>
              <a:rect l="l" t="t" r="r" b="b"/>
              <a:pathLst>
                <a:path w="3515360" h="3182620">
                  <a:moveTo>
                    <a:pt x="714883" y="2531364"/>
                  </a:moveTo>
                  <a:lnTo>
                    <a:pt x="632714" y="2553462"/>
                  </a:lnTo>
                  <a:lnTo>
                    <a:pt x="651433" y="2574594"/>
                  </a:lnTo>
                  <a:lnTo>
                    <a:pt x="0" y="3153638"/>
                  </a:lnTo>
                  <a:lnTo>
                    <a:pt x="13208" y="3168446"/>
                  </a:lnTo>
                  <a:lnTo>
                    <a:pt x="664502" y="2589339"/>
                  </a:lnTo>
                  <a:lnTo>
                    <a:pt x="683247" y="2610485"/>
                  </a:lnTo>
                  <a:lnTo>
                    <a:pt x="700963" y="2566162"/>
                  </a:lnTo>
                  <a:lnTo>
                    <a:pt x="714883" y="2531364"/>
                  </a:lnTo>
                  <a:close/>
                </a:path>
                <a:path w="3515360" h="3182620">
                  <a:moveTo>
                    <a:pt x="811276" y="2613152"/>
                  </a:moveTo>
                  <a:lnTo>
                    <a:pt x="804760" y="2599182"/>
                  </a:lnTo>
                  <a:lnTo>
                    <a:pt x="775335" y="2535936"/>
                  </a:lnTo>
                  <a:lnTo>
                    <a:pt x="735076" y="2611120"/>
                  </a:lnTo>
                  <a:lnTo>
                    <a:pt x="763295" y="2611882"/>
                  </a:lnTo>
                  <a:lnTo>
                    <a:pt x="748030" y="3174987"/>
                  </a:lnTo>
                  <a:lnTo>
                    <a:pt x="767842" y="3175533"/>
                  </a:lnTo>
                  <a:lnTo>
                    <a:pt x="783107" y="2612402"/>
                  </a:lnTo>
                  <a:lnTo>
                    <a:pt x="811276" y="2613152"/>
                  </a:lnTo>
                  <a:close/>
                </a:path>
                <a:path w="3515360" h="3182620">
                  <a:moveTo>
                    <a:pt x="1560703" y="3167329"/>
                  </a:moveTo>
                  <a:lnTo>
                    <a:pt x="902449" y="2588018"/>
                  </a:lnTo>
                  <a:lnTo>
                    <a:pt x="909828" y="2579624"/>
                  </a:lnTo>
                  <a:lnTo>
                    <a:pt x="921131" y="2566797"/>
                  </a:lnTo>
                  <a:lnTo>
                    <a:pt x="838708" y="2545080"/>
                  </a:lnTo>
                  <a:lnTo>
                    <a:pt x="870712" y="2624074"/>
                  </a:lnTo>
                  <a:lnTo>
                    <a:pt x="889368" y="2602877"/>
                  </a:lnTo>
                  <a:lnTo>
                    <a:pt x="1547622" y="3182201"/>
                  </a:lnTo>
                  <a:lnTo>
                    <a:pt x="1560703" y="3167329"/>
                  </a:lnTo>
                  <a:close/>
                </a:path>
                <a:path w="3515360" h="3182620">
                  <a:moveTo>
                    <a:pt x="3514852" y="685292"/>
                  </a:moveTo>
                  <a:lnTo>
                    <a:pt x="2827528" y="44716"/>
                  </a:lnTo>
                  <a:lnTo>
                    <a:pt x="2835579" y="36068"/>
                  </a:lnTo>
                  <a:lnTo>
                    <a:pt x="2846705" y="24130"/>
                  </a:lnTo>
                  <a:lnTo>
                    <a:pt x="2765044" y="0"/>
                  </a:lnTo>
                  <a:lnTo>
                    <a:pt x="2794762" y="79883"/>
                  </a:lnTo>
                  <a:lnTo>
                    <a:pt x="2814053" y="59182"/>
                  </a:lnTo>
                  <a:lnTo>
                    <a:pt x="3501390" y="699770"/>
                  </a:lnTo>
                  <a:lnTo>
                    <a:pt x="3514852" y="685292"/>
                  </a:lnTo>
                  <a:close/>
                </a:path>
              </a:pathLst>
            </a:custGeom>
            <a:solidFill>
              <a:srgbClr val="000000"/>
            </a:solidFill>
          </p:spPr>
          <p:txBody>
            <a:bodyPr wrap="square" lIns="0" tIns="0" rIns="0" bIns="0" rtlCol="0"/>
            <a:lstStyle/>
            <a:p>
              <a:endParaRPr sz="1488"/>
            </a:p>
          </p:txBody>
        </p:sp>
      </p:grpSp>
      <p:sp>
        <p:nvSpPr>
          <p:cNvPr id="96" name="object 96"/>
          <p:cNvSpPr txBox="1"/>
          <p:nvPr/>
        </p:nvSpPr>
        <p:spPr>
          <a:xfrm>
            <a:off x="3771802" y="241524"/>
            <a:ext cx="135463" cy="316072"/>
          </a:xfrm>
          <a:prstGeom prst="rect">
            <a:avLst/>
          </a:prstGeom>
        </p:spPr>
        <p:txBody>
          <a:bodyPr vert="horz" wrap="square" lIns="0" tIns="10501" rIns="0" bIns="0" rtlCol="0">
            <a:spAutoFit/>
          </a:bodyPr>
          <a:lstStyle/>
          <a:p>
            <a:pPr marL="10502">
              <a:spcBef>
                <a:spcPts val="83"/>
              </a:spcBef>
            </a:pPr>
            <a:r>
              <a:rPr sz="1985" dirty="0">
                <a:latin typeface="Calibri"/>
                <a:cs typeface="Calibri"/>
              </a:rPr>
              <a:t>y</a:t>
            </a:r>
            <a:endParaRPr sz="1985">
              <a:latin typeface="Calibri"/>
              <a:cs typeface="Calibri"/>
            </a:endParaRPr>
          </a:p>
        </p:txBody>
      </p:sp>
      <p:sp>
        <p:nvSpPr>
          <p:cNvPr id="97" name="object 97"/>
          <p:cNvSpPr txBox="1"/>
          <p:nvPr/>
        </p:nvSpPr>
        <p:spPr>
          <a:xfrm>
            <a:off x="3273529" y="4687738"/>
            <a:ext cx="149114" cy="316072"/>
          </a:xfrm>
          <a:prstGeom prst="rect">
            <a:avLst/>
          </a:prstGeom>
        </p:spPr>
        <p:txBody>
          <a:bodyPr vert="horz" wrap="square" lIns="0" tIns="10501" rIns="0" bIns="0" rtlCol="0">
            <a:spAutoFit/>
          </a:bodyPr>
          <a:lstStyle/>
          <a:p>
            <a:pPr marL="10502">
              <a:spcBef>
                <a:spcPts val="83"/>
              </a:spcBef>
            </a:pPr>
            <a:r>
              <a:rPr sz="1985" b="1" dirty="0">
                <a:solidFill>
                  <a:srgbClr val="0000FF"/>
                </a:solidFill>
                <a:latin typeface="Calibri"/>
                <a:cs typeface="Calibri"/>
              </a:rPr>
              <a:t>1</a:t>
            </a:r>
            <a:endParaRPr sz="1985">
              <a:latin typeface="Calibri"/>
              <a:cs typeface="Calibri"/>
            </a:endParaRPr>
          </a:p>
        </p:txBody>
      </p:sp>
      <p:sp>
        <p:nvSpPr>
          <p:cNvPr id="98" name="object 98"/>
          <p:cNvSpPr txBox="1"/>
          <p:nvPr/>
        </p:nvSpPr>
        <p:spPr>
          <a:xfrm>
            <a:off x="3866522" y="4733858"/>
            <a:ext cx="607484" cy="316072"/>
          </a:xfrm>
          <a:prstGeom prst="rect">
            <a:avLst/>
          </a:prstGeom>
        </p:spPr>
        <p:txBody>
          <a:bodyPr vert="horz" wrap="square" lIns="0" tIns="10501" rIns="0" bIns="0" rtlCol="0">
            <a:spAutoFit/>
          </a:bodyPr>
          <a:lstStyle/>
          <a:p>
            <a:pPr marL="10502">
              <a:spcBef>
                <a:spcPts val="83"/>
              </a:spcBef>
              <a:tabLst>
                <a:tab pos="468898" algn="l"/>
              </a:tabLst>
            </a:pPr>
            <a:r>
              <a:rPr sz="2977" b="1" baseline="1157" dirty="0">
                <a:solidFill>
                  <a:srgbClr val="7E7E7E"/>
                </a:solidFill>
                <a:latin typeface="Calibri"/>
                <a:cs typeface="Calibri"/>
              </a:rPr>
              <a:t>0	</a:t>
            </a:r>
            <a:r>
              <a:rPr sz="1985" b="1" dirty="0">
                <a:solidFill>
                  <a:srgbClr val="7E7E7E"/>
                </a:solidFill>
                <a:latin typeface="Calibri"/>
                <a:cs typeface="Calibri"/>
              </a:rPr>
              <a:t>0</a:t>
            </a:r>
            <a:endParaRPr sz="1985">
              <a:latin typeface="Calibri"/>
              <a:cs typeface="Calibri"/>
            </a:endParaRPr>
          </a:p>
        </p:txBody>
      </p:sp>
      <p:sp>
        <p:nvSpPr>
          <p:cNvPr id="99" name="object 99"/>
          <p:cNvSpPr txBox="1"/>
          <p:nvPr/>
        </p:nvSpPr>
        <p:spPr>
          <a:xfrm>
            <a:off x="1861183" y="1215598"/>
            <a:ext cx="403239" cy="316072"/>
          </a:xfrm>
          <a:prstGeom prst="rect">
            <a:avLst/>
          </a:prstGeom>
        </p:spPr>
        <p:txBody>
          <a:bodyPr vert="horz" wrap="square" lIns="0" tIns="10501" rIns="0" bIns="0" rtlCol="0">
            <a:spAutoFit/>
          </a:bodyPr>
          <a:lstStyle/>
          <a:p>
            <a:pPr marL="10502">
              <a:spcBef>
                <a:spcPts val="83"/>
              </a:spcBef>
            </a:pPr>
            <a:r>
              <a:rPr sz="1985" b="1" spc="-4" dirty="0">
                <a:solidFill>
                  <a:srgbClr val="0000FF"/>
                </a:solidFill>
                <a:latin typeface="Calibri"/>
                <a:cs typeface="Calibri"/>
              </a:rPr>
              <a:t>100</a:t>
            </a:r>
            <a:endParaRPr sz="1985">
              <a:latin typeface="Calibri"/>
              <a:cs typeface="Calibri"/>
            </a:endParaRPr>
          </a:p>
        </p:txBody>
      </p:sp>
      <p:sp>
        <p:nvSpPr>
          <p:cNvPr id="100" name="object 100"/>
          <p:cNvSpPr txBox="1"/>
          <p:nvPr/>
        </p:nvSpPr>
        <p:spPr>
          <a:xfrm>
            <a:off x="6127076" y="1599200"/>
            <a:ext cx="525576" cy="316072"/>
          </a:xfrm>
          <a:prstGeom prst="rect">
            <a:avLst/>
          </a:prstGeom>
        </p:spPr>
        <p:txBody>
          <a:bodyPr vert="horz" wrap="square" lIns="0" tIns="10501" rIns="0" bIns="0" rtlCol="0">
            <a:spAutoFit/>
          </a:bodyPr>
          <a:lstStyle/>
          <a:p>
            <a:pPr marL="31505">
              <a:spcBef>
                <a:spcPts val="83"/>
              </a:spcBef>
              <a:tabLst>
                <a:tab pos="298771" algn="l"/>
              </a:tabLst>
            </a:pPr>
            <a:r>
              <a:rPr sz="1985" b="1" dirty="0">
                <a:solidFill>
                  <a:srgbClr val="7E7E7E"/>
                </a:solidFill>
                <a:latin typeface="Calibri"/>
                <a:cs typeface="Calibri"/>
              </a:rPr>
              <a:t>0	</a:t>
            </a:r>
            <a:r>
              <a:rPr sz="2977" spc="-6" baseline="-9259" dirty="0">
                <a:latin typeface="Calibri"/>
                <a:cs typeface="Calibri"/>
              </a:rPr>
              <a:t>x</a:t>
            </a:r>
            <a:r>
              <a:rPr sz="1985" spc="-6" baseline="-34722" dirty="0">
                <a:latin typeface="Calibri"/>
                <a:cs typeface="Calibri"/>
              </a:rPr>
              <a:t>1</a:t>
            </a:r>
            <a:endParaRPr sz="1985" baseline="-34722">
              <a:latin typeface="Calibri"/>
              <a:cs typeface="Calibri"/>
            </a:endParaRPr>
          </a:p>
        </p:txBody>
      </p:sp>
      <p:sp>
        <p:nvSpPr>
          <p:cNvPr id="101" name="object 101"/>
          <p:cNvSpPr txBox="1"/>
          <p:nvPr/>
        </p:nvSpPr>
        <p:spPr>
          <a:xfrm>
            <a:off x="6103447" y="2691725"/>
            <a:ext cx="533452" cy="316072"/>
          </a:xfrm>
          <a:prstGeom prst="rect">
            <a:avLst/>
          </a:prstGeom>
        </p:spPr>
        <p:txBody>
          <a:bodyPr vert="horz" wrap="square" lIns="0" tIns="10501" rIns="0" bIns="0" rtlCol="0">
            <a:spAutoFit/>
          </a:bodyPr>
          <a:lstStyle/>
          <a:p>
            <a:pPr marL="31505">
              <a:spcBef>
                <a:spcPts val="83"/>
              </a:spcBef>
              <a:tabLst>
                <a:tab pos="306648" algn="l"/>
              </a:tabLst>
            </a:pPr>
            <a:r>
              <a:rPr sz="1985" b="1" dirty="0">
                <a:solidFill>
                  <a:srgbClr val="7E7E7E"/>
                </a:solidFill>
                <a:latin typeface="Calibri"/>
                <a:cs typeface="Calibri"/>
              </a:rPr>
              <a:t>0	</a:t>
            </a:r>
            <a:r>
              <a:rPr sz="2977" spc="-6" baseline="-23148" dirty="0">
                <a:latin typeface="Calibri"/>
                <a:cs typeface="Calibri"/>
              </a:rPr>
              <a:t>x</a:t>
            </a:r>
            <a:r>
              <a:rPr sz="1985" spc="-6" baseline="-55555" dirty="0">
                <a:latin typeface="Calibri"/>
                <a:cs typeface="Calibri"/>
              </a:rPr>
              <a:t>3</a:t>
            </a:r>
            <a:endParaRPr sz="1985" baseline="-55555">
              <a:latin typeface="Calibri"/>
              <a:cs typeface="Calibri"/>
            </a:endParaRPr>
          </a:p>
        </p:txBody>
      </p:sp>
      <p:pic>
        <p:nvPicPr>
          <p:cNvPr id="102" name="object 102"/>
          <p:cNvPicPr/>
          <p:nvPr/>
        </p:nvPicPr>
        <p:blipFill>
          <a:blip r:embed="rId21" cstate="print"/>
          <a:stretch>
            <a:fillRect/>
          </a:stretch>
        </p:blipFill>
        <p:spPr>
          <a:xfrm>
            <a:off x="4987714" y="5037969"/>
            <a:ext cx="413320" cy="381817"/>
          </a:xfrm>
          <a:prstGeom prst="rect">
            <a:avLst/>
          </a:prstGeom>
        </p:spPr>
      </p:pic>
      <p:sp>
        <p:nvSpPr>
          <p:cNvPr id="103" name="object 103"/>
          <p:cNvSpPr txBox="1"/>
          <p:nvPr/>
        </p:nvSpPr>
        <p:spPr>
          <a:xfrm>
            <a:off x="4987714" y="5037969"/>
            <a:ext cx="413740" cy="328266"/>
          </a:xfrm>
          <a:prstGeom prst="rect">
            <a:avLst/>
          </a:prstGeom>
          <a:ln w="6096">
            <a:solidFill>
              <a:srgbClr val="6FAC46"/>
            </a:solidFill>
          </a:ln>
        </p:spPr>
        <p:txBody>
          <a:bodyPr vert="horz" wrap="square" lIns="0" tIns="22577" rIns="0" bIns="0" rtlCol="0">
            <a:spAutoFit/>
          </a:bodyPr>
          <a:lstStyle/>
          <a:p>
            <a:pPr marL="525" algn="ctr">
              <a:spcBef>
                <a:spcPts val="178"/>
              </a:spcBef>
            </a:pPr>
            <a:r>
              <a:rPr sz="1985" dirty="0">
                <a:latin typeface="Calibri"/>
                <a:cs typeface="Calibri"/>
              </a:rPr>
              <a:t>1</a:t>
            </a:r>
            <a:endParaRPr sz="1985">
              <a:latin typeface="Calibri"/>
              <a:cs typeface="Calibri"/>
            </a:endParaRPr>
          </a:p>
        </p:txBody>
      </p:sp>
      <p:grpSp>
        <p:nvGrpSpPr>
          <p:cNvPr id="104" name="object 104"/>
          <p:cNvGrpSpPr/>
          <p:nvPr/>
        </p:nvGrpSpPr>
        <p:grpSpPr>
          <a:xfrm>
            <a:off x="6306958" y="3320317"/>
            <a:ext cx="418991" cy="387488"/>
            <a:chOff x="6101969" y="4015613"/>
            <a:chExt cx="506730" cy="468630"/>
          </a:xfrm>
        </p:grpSpPr>
        <p:pic>
          <p:nvPicPr>
            <p:cNvPr id="105" name="object 105"/>
            <p:cNvPicPr/>
            <p:nvPr/>
          </p:nvPicPr>
          <p:blipFill>
            <a:blip r:embed="rId22" cstate="print"/>
            <a:stretch>
              <a:fillRect/>
            </a:stretch>
          </p:blipFill>
          <p:spPr>
            <a:xfrm>
              <a:off x="6105144" y="4018788"/>
              <a:ext cx="499872" cy="461772"/>
            </a:xfrm>
            <a:prstGeom prst="rect">
              <a:avLst/>
            </a:prstGeom>
          </p:spPr>
        </p:pic>
        <p:sp>
          <p:nvSpPr>
            <p:cNvPr id="106" name="object 106"/>
            <p:cNvSpPr/>
            <p:nvPr/>
          </p:nvSpPr>
          <p:spPr>
            <a:xfrm>
              <a:off x="6105144" y="4018788"/>
              <a:ext cx="500380" cy="462280"/>
            </a:xfrm>
            <a:custGeom>
              <a:avLst/>
              <a:gdLst/>
              <a:ahLst/>
              <a:cxnLst/>
              <a:rect l="l" t="t" r="r" b="b"/>
              <a:pathLst>
                <a:path w="500379" h="462279">
                  <a:moveTo>
                    <a:pt x="0" y="461772"/>
                  </a:moveTo>
                  <a:lnTo>
                    <a:pt x="499872" y="461772"/>
                  </a:lnTo>
                  <a:lnTo>
                    <a:pt x="499872" y="0"/>
                  </a:lnTo>
                  <a:lnTo>
                    <a:pt x="0" y="0"/>
                  </a:lnTo>
                  <a:lnTo>
                    <a:pt x="0" y="461772"/>
                  </a:lnTo>
                  <a:close/>
                </a:path>
              </a:pathLst>
            </a:custGeom>
            <a:ln w="6096">
              <a:solidFill>
                <a:srgbClr val="6FAC46"/>
              </a:solidFill>
            </a:ln>
          </p:spPr>
          <p:txBody>
            <a:bodyPr wrap="square" lIns="0" tIns="0" rIns="0" bIns="0" rtlCol="0"/>
            <a:lstStyle/>
            <a:p>
              <a:endParaRPr sz="1488"/>
            </a:p>
          </p:txBody>
        </p:sp>
      </p:grpSp>
      <p:sp>
        <p:nvSpPr>
          <p:cNvPr id="107" name="object 107"/>
          <p:cNvSpPr txBox="1"/>
          <p:nvPr/>
        </p:nvSpPr>
        <p:spPr>
          <a:xfrm>
            <a:off x="6442946" y="3334598"/>
            <a:ext cx="149114" cy="316072"/>
          </a:xfrm>
          <a:prstGeom prst="rect">
            <a:avLst/>
          </a:prstGeom>
        </p:spPr>
        <p:txBody>
          <a:bodyPr vert="horz" wrap="square" lIns="0" tIns="10501" rIns="0" bIns="0" rtlCol="0">
            <a:spAutoFit/>
          </a:bodyPr>
          <a:lstStyle/>
          <a:p>
            <a:pPr marL="10502">
              <a:spcBef>
                <a:spcPts val="83"/>
              </a:spcBef>
            </a:pPr>
            <a:r>
              <a:rPr sz="1985" dirty="0">
                <a:latin typeface="Calibri"/>
                <a:cs typeface="Calibri"/>
              </a:rPr>
              <a:t>1</a:t>
            </a:r>
            <a:endParaRPr sz="1985">
              <a:latin typeface="Calibri"/>
              <a:cs typeface="Calibri"/>
            </a:endParaRPr>
          </a:p>
        </p:txBody>
      </p:sp>
      <p:grpSp>
        <p:nvGrpSpPr>
          <p:cNvPr id="108" name="object 108"/>
          <p:cNvGrpSpPr/>
          <p:nvPr/>
        </p:nvGrpSpPr>
        <p:grpSpPr>
          <a:xfrm>
            <a:off x="1355936" y="4067569"/>
            <a:ext cx="418991" cy="387488"/>
            <a:chOff x="114172" y="4919345"/>
            <a:chExt cx="506730" cy="468630"/>
          </a:xfrm>
        </p:grpSpPr>
        <p:pic>
          <p:nvPicPr>
            <p:cNvPr id="109" name="object 109"/>
            <p:cNvPicPr/>
            <p:nvPr/>
          </p:nvPicPr>
          <p:blipFill>
            <a:blip r:embed="rId23" cstate="print"/>
            <a:stretch>
              <a:fillRect/>
            </a:stretch>
          </p:blipFill>
          <p:spPr>
            <a:xfrm>
              <a:off x="117347" y="4922520"/>
              <a:ext cx="499872" cy="461772"/>
            </a:xfrm>
            <a:prstGeom prst="rect">
              <a:avLst/>
            </a:prstGeom>
          </p:spPr>
        </p:pic>
        <p:sp>
          <p:nvSpPr>
            <p:cNvPr id="110" name="object 110"/>
            <p:cNvSpPr/>
            <p:nvPr/>
          </p:nvSpPr>
          <p:spPr>
            <a:xfrm>
              <a:off x="117347" y="4922520"/>
              <a:ext cx="500380" cy="462280"/>
            </a:xfrm>
            <a:custGeom>
              <a:avLst/>
              <a:gdLst/>
              <a:ahLst/>
              <a:cxnLst/>
              <a:rect l="l" t="t" r="r" b="b"/>
              <a:pathLst>
                <a:path w="500380" h="462279">
                  <a:moveTo>
                    <a:pt x="0" y="461771"/>
                  </a:moveTo>
                  <a:lnTo>
                    <a:pt x="499872" y="461771"/>
                  </a:lnTo>
                  <a:lnTo>
                    <a:pt x="499872" y="0"/>
                  </a:lnTo>
                  <a:lnTo>
                    <a:pt x="0" y="0"/>
                  </a:lnTo>
                  <a:lnTo>
                    <a:pt x="0" y="461771"/>
                  </a:lnTo>
                  <a:close/>
                </a:path>
              </a:pathLst>
            </a:custGeom>
            <a:ln w="6096">
              <a:solidFill>
                <a:srgbClr val="6FAC46"/>
              </a:solidFill>
            </a:ln>
          </p:spPr>
          <p:txBody>
            <a:bodyPr wrap="square" lIns="0" tIns="0" rIns="0" bIns="0" rtlCol="0"/>
            <a:lstStyle/>
            <a:p>
              <a:endParaRPr sz="1488"/>
            </a:p>
          </p:txBody>
        </p:sp>
      </p:grpSp>
      <p:sp>
        <p:nvSpPr>
          <p:cNvPr id="111" name="object 111"/>
          <p:cNvSpPr txBox="1"/>
          <p:nvPr/>
        </p:nvSpPr>
        <p:spPr>
          <a:xfrm>
            <a:off x="1491212" y="4082376"/>
            <a:ext cx="149114" cy="316072"/>
          </a:xfrm>
          <a:prstGeom prst="rect">
            <a:avLst/>
          </a:prstGeom>
        </p:spPr>
        <p:txBody>
          <a:bodyPr vert="horz" wrap="square" lIns="0" tIns="10501" rIns="0" bIns="0" rtlCol="0">
            <a:spAutoFit/>
          </a:bodyPr>
          <a:lstStyle/>
          <a:p>
            <a:pPr marL="10502">
              <a:spcBef>
                <a:spcPts val="83"/>
              </a:spcBef>
            </a:pPr>
            <a:r>
              <a:rPr sz="1985" dirty="0">
                <a:latin typeface="Calibri"/>
                <a:cs typeface="Calibri"/>
              </a:rPr>
              <a:t>1</a:t>
            </a:r>
            <a:endParaRPr sz="1985">
              <a:latin typeface="Calibri"/>
              <a:cs typeface="Calibri"/>
            </a:endParaRPr>
          </a:p>
        </p:txBody>
      </p:sp>
      <p:grpSp>
        <p:nvGrpSpPr>
          <p:cNvPr id="112" name="object 112"/>
          <p:cNvGrpSpPr/>
          <p:nvPr/>
        </p:nvGrpSpPr>
        <p:grpSpPr>
          <a:xfrm>
            <a:off x="1378619" y="1828332"/>
            <a:ext cx="418991" cy="387488"/>
            <a:chOff x="141604" y="2211197"/>
            <a:chExt cx="506730" cy="468630"/>
          </a:xfrm>
        </p:grpSpPr>
        <p:pic>
          <p:nvPicPr>
            <p:cNvPr id="113" name="object 113"/>
            <p:cNvPicPr/>
            <p:nvPr/>
          </p:nvPicPr>
          <p:blipFill>
            <a:blip r:embed="rId24" cstate="print"/>
            <a:stretch>
              <a:fillRect/>
            </a:stretch>
          </p:blipFill>
          <p:spPr>
            <a:xfrm>
              <a:off x="144779" y="2214372"/>
              <a:ext cx="499872" cy="461772"/>
            </a:xfrm>
            <a:prstGeom prst="rect">
              <a:avLst/>
            </a:prstGeom>
          </p:spPr>
        </p:pic>
        <p:sp>
          <p:nvSpPr>
            <p:cNvPr id="114" name="object 114"/>
            <p:cNvSpPr/>
            <p:nvPr/>
          </p:nvSpPr>
          <p:spPr>
            <a:xfrm>
              <a:off x="144779" y="2214372"/>
              <a:ext cx="500380" cy="462280"/>
            </a:xfrm>
            <a:custGeom>
              <a:avLst/>
              <a:gdLst/>
              <a:ahLst/>
              <a:cxnLst/>
              <a:rect l="l" t="t" r="r" b="b"/>
              <a:pathLst>
                <a:path w="500380" h="462280">
                  <a:moveTo>
                    <a:pt x="0" y="461772"/>
                  </a:moveTo>
                  <a:lnTo>
                    <a:pt x="499872" y="461772"/>
                  </a:lnTo>
                  <a:lnTo>
                    <a:pt x="499872" y="0"/>
                  </a:lnTo>
                  <a:lnTo>
                    <a:pt x="0" y="0"/>
                  </a:lnTo>
                  <a:lnTo>
                    <a:pt x="0" y="461772"/>
                  </a:lnTo>
                  <a:close/>
                </a:path>
              </a:pathLst>
            </a:custGeom>
            <a:ln w="6096">
              <a:solidFill>
                <a:srgbClr val="6FAC46"/>
              </a:solidFill>
            </a:ln>
          </p:spPr>
          <p:txBody>
            <a:bodyPr wrap="square" lIns="0" tIns="0" rIns="0" bIns="0" rtlCol="0"/>
            <a:lstStyle/>
            <a:p>
              <a:endParaRPr sz="1488"/>
            </a:p>
          </p:txBody>
        </p:sp>
      </p:grpSp>
      <p:sp>
        <p:nvSpPr>
          <p:cNvPr id="115" name="object 115"/>
          <p:cNvSpPr txBox="1"/>
          <p:nvPr/>
        </p:nvSpPr>
        <p:spPr>
          <a:xfrm>
            <a:off x="1513389" y="1842089"/>
            <a:ext cx="149114" cy="316072"/>
          </a:xfrm>
          <a:prstGeom prst="rect">
            <a:avLst/>
          </a:prstGeom>
        </p:spPr>
        <p:txBody>
          <a:bodyPr vert="horz" wrap="square" lIns="0" tIns="10501" rIns="0" bIns="0" rtlCol="0">
            <a:spAutoFit/>
          </a:bodyPr>
          <a:lstStyle/>
          <a:p>
            <a:pPr marL="10502">
              <a:spcBef>
                <a:spcPts val="83"/>
              </a:spcBef>
            </a:pPr>
            <a:r>
              <a:rPr sz="1985" dirty="0">
                <a:latin typeface="Calibri"/>
                <a:cs typeface="Calibri"/>
              </a:rPr>
              <a:t>1</a:t>
            </a:r>
            <a:endParaRPr sz="1985">
              <a:latin typeface="Calibri"/>
              <a:cs typeface="Calibri"/>
            </a:endParaRPr>
          </a:p>
        </p:txBody>
      </p:sp>
      <p:sp>
        <p:nvSpPr>
          <p:cNvPr id="116" name="object 116"/>
          <p:cNvSpPr/>
          <p:nvPr/>
        </p:nvSpPr>
        <p:spPr>
          <a:xfrm>
            <a:off x="1765247" y="895316"/>
            <a:ext cx="4544316" cy="4150003"/>
          </a:xfrm>
          <a:custGeom>
            <a:avLst/>
            <a:gdLst/>
            <a:ahLst/>
            <a:cxnLst/>
            <a:rect l="l" t="t" r="r" b="b"/>
            <a:pathLst>
              <a:path w="5495925" h="5019040">
                <a:moveTo>
                  <a:pt x="686206" y="2772156"/>
                </a:moveTo>
                <a:lnTo>
                  <a:pt x="617181" y="2822067"/>
                </a:lnTo>
                <a:lnTo>
                  <a:pt x="642175" y="2835122"/>
                </a:lnTo>
                <a:lnTo>
                  <a:pt x="0" y="4067175"/>
                </a:lnTo>
                <a:lnTo>
                  <a:pt x="17576" y="4076319"/>
                </a:lnTo>
                <a:lnTo>
                  <a:pt x="659739" y="2844292"/>
                </a:lnTo>
                <a:lnTo>
                  <a:pt x="684809" y="2857373"/>
                </a:lnTo>
                <a:lnTo>
                  <a:pt x="685355" y="2823845"/>
                </a:lnTo>
                <a:lnTo>
                  <a:pt x="686206" y="2772156"/>
                </a:lnTo>
                <a:close/>
              </a:path>
              <a:path w="5495925" h="5019040">
                <a:moveTo>
                  <a:pt x="692556" y="85217"/>
                </a:moveTo>
                <a:lnTo>
                  <a:pt x="692073" y="52959"/>
                </a:lnTo>
                <a:lnTo>
                  <a:pt x="691286" y="0"/>
                </a:lnTo>
                <a:lnTo>
                  <a:pt x="623900" y="52197"/>
                </a:lnTo>
                <a:lnTo>
                  <a:pt x="649300" y="64427"/>
                </a:lnTo>
                <a:lnTo>
                  <a:pt x="27292" y="1358773"/>
                </a:lnTo>
                <a:lnTo>
                  <a:pt x="45148" y="1367409"/>
                </a:lnTo>
                <a:lnTo>
                  <a:pt x="667080" y="72974"/>
                </a:lnTo>
                <a:lnTo>
                  <a:pt x="692556" y="85217"/>
                </a:lnTo>
                <a:close/>
              </a:path>
              <a:path w="5495925" h="5019040">
                <a:moveTo>
                  <a:pt x="4151655" y="5001374"/>
                </a:moveTo>
                <a:lnTo>
                  <a:pt x="3018955" y="4395000"/>
                </a:lnTo>
                <a:lnTo>
                  <a:pt x="3022181" y="4388993"/>
                </a:lnTo>
                <a:lnTo>
                  <a:pt x="3032277" y="4370197"/>
                </a:lnTo>
                <a:lnTo>
                  <a:pt x="2947060" y="4367784"/>
                </a:lnTo>
                <a:lnTo>
                  <a:pt x="2996209" y="4437380"/>
                </a:lnTo>
                <a:lnTo>
                  <a:pt x="3009557" y="4412513"/>
                </a:lnTo>
                <a:lnTo>
                  <a:pt x="4142384" y="5018837"/>
                </a:lnTo>
                <a:lnTo>
                  <a:pt x="4151655" y="5001374"/>
                </a:lnTo>
                <a:close/>
              </a:path>
              <a:path w="5495925" h="5019040">
                <a:moveTo>
                  <a:pt x="5495315" y="3209163"/>
                </a:moveTo>
                <a:lnTo>
                  <a:pt x="4781105" y="1888070"/>
                </a:lnTo>
                <a:lnTo>
                  <a:pt x="4801717" y="1876933"/>
                </a:lnTo>
                <a:lnTo>
                  <a:pt x="4805959" y="1874647"/>
                </a:lnTo>
                <a:lnTo>
                  <a:pt x="4736236" y="1825752"/>
                </a:lnTo>
                <a:lnTo>
                  <a:pt x="4738903" y="1910842"/>
                </a:lnTo>
                <a:lnTo>
                  <a:pt x="4763706" y="1897456"/>
                </a:lnTo>
                <a:lnTo>
                  <a:pt x="5477789" y="3218561"/>
                </a:lnTo>
                <a:lnTo>
                  <a:pt x="5495315" y="3209163"/>
                </a:lnTo>
                <a:close/>
              </a:path>
            </a:pathLst>
          </a:custGeom>
          <a:solidFill>
            <a:srgbClr val="000000"/>
          </a:solidFill>
        </p:spPr>
        <p:txBody>
          <a:bodyPr wrap="square" lIns="0" tIns="0" rIns="0" bIns="0" rtlCol="0"/>
          <a:lstStyle/>
          <a:p>
            <a:endParaRPr sz="1488"/>
          </a:p>
        </p:txBody>
      </p:sp>
      <p:sp>
        <p:nvSpPr>
          <p:cNvPr id="117" name="object 117"/>
          <p:cNvSpPr txBox="1"/>
          <p:nvPr/>
        </p:nvSpPr>
        <p:spPr>
          <a:xfrm>
            <a:off x="4885750" y="4714453"/>
            <a:ext cx="149114" cy="316072"/>
          </a:xfrm>
          <a:prstGeom prst="rect">
            <a:avLst/>
          </a:prstGeom>
        </p:spPr>
        <p:txBody>
          <a:bodyPr vert="horz" wrap="square" lIns="0" tIns="10501" rIns="0" bIns="0" rtlCol="0">
            <a:spAutoFit/>
          </a:bodyPr>
          <a:lstStyle/>
          <a:p>
            <a:pPr marL="10502">
              <a:spcBef>
                <a:spcPts val="83"/>
              </a:spcBef>
            </a:pPr>
            <a:r>
              <a:rPr sz="1985" b="1" dirty="0">
                <a:solidFill>
                  <a:srgbClr val="7E7E7E"/>
                </a:solidFill>
                <a:latin typeface="Calibri"/>
                <a:cs typeface="Calibri"/>
              </a:rPr>
              <a:t>0</a:t>
            </a:r>
            <a:endParaRPr sz="1985">
              <a:latin typeface="Calibri"/>
              <a:cs typeface="Calibri"/>
            </a:endParaRPr>
          </a:p>
        </p:txBody>
      </p:sp>
      <p:sp>
        <p:nvSpPr>
          <p:cNvPr id="118" name="object 118"/>
          <p:cNvSpPr txBox="1"/>
          <p:nvPr/>
        </p:nvSpPr>
        <p:spPr>
          <a:xfrm>
            <a:off x="1868996" y="70357"/>
            <a:ext cx="149114" cy="316072"/>
          </a:xfrm>
          <a:prstGeom prst="rect">
            <a:avLst/>
          </a:prstGeom>
        </p:spPr>
        <p:txBody>
          <a:bodyPr vert="horz" wrap="square" lIns="0" tIns="10501" rIns="0" bIns="0" rtlCol="0">
            <a:spAutoFit/>
          </a:bodyPr>
          <a:lstStyle/>
          <a:p>
            <a:pPr marL="10502">
              <a:spcBef>
                <a:spcPts val="83"/>
              </a:spcBef>
            </a:pPr>
            <a:r>
              <a:rPr sz="1985" b="1" dirty="0">
                <a:solidFill>
                  <a:srgbClr val="7E7E7E"/>
                </a:solidFill>
                <a:latin typeface="Calibri"/>
                <a:cs typeface="Calibri"/>
              </a:rPr>
              <a:t>0</a:t>
            </a:r>
            <a:endParaRPr sz="1985">
              <a:latin typeface="Calibri"/>
              <a:cs typeface="Calibri"/>
            </a:endParaRPr>
          </a:p>
        </p:txBody>
      </p:sp>
      <p:sp>
        <p:nvSpPr>
          <p:cNvPr id="119" name="object 119"/>
          <p:cNvSpPr txBox="1"/>
          <p:nvPr/>
        </p:nvSpPr>
        <p:spPr>
          <a:xfrm>
            <a:off x="1877312" y="615780"/>
            <a:ext cx="149114" cy="316072"/>
          </a:xfrm>
          <a:prstGeom prst="rect">
            <a:avLst/>
          </a:prstGeom>
        </p:spPr>
        <p:txBody>
          <a:bodyPr vert="horz" wrap="square" lIns="0" tIns="10501" rIns="0" bIns="0" rtlCol="0">
            <a:spAutoFit/>
          </a:bodyPr>
          <a:lstStyle/>
          <a:p>
            <a:pPr marL="10502">
              <a:spcBef>
                <a:spcPts val="83"/>
              </a:spcBef>
            </a:pPr>
            <a:r>
              <a:rPr sz="1985" b="1" dirty="0">
                <a:solidFill>
                  <a:srgbClr val="7E7E7E"/>
                </a:solidFill>
                <a:latin typeface="Calibri"/>
                <a:cs typeface="Calibri"/>
              </a:rPr>
              <a:t>0</a:t>
            </a:r>
            <a:endParaRPr sz="1985">
              <a:latin typeface="Calibri"/>
              <a:cs typeface="Calibri"/>
            </a:endParaRPr>
          </a:p>
        </p:txBody>
      </p:sp>
      <p:sp>
        <p:nvSpPr>
          <p:cNvPr id="120" name="object 120"/>
          <p:cNvSpPr txBox="1"/>
          <p:nvPr/>
        </p:nvSpPr>
        <p:spPr>
          <a:xfrm>
            <a:off x="1786836" y="2894605"/>
            <a:ext cx="403239" cy="316072"/>
          </a:xfrm>
          <a:prstGeom prst="rect">
            <a:avLst/>
          </a:prstGeom>
        </p:spPr>
        <p:txBody>
          <a:bodyPr vert="horz" wrap="square" lIns="0" tIns="10501" rIns="0" bIns="0" rtlCol="0">
            <a:spAutoFit/>
          </a:bodyPr>
          <a:lstStyle/>
          <a:p>
            <a:pPr marL="10502">
              <a:spcBef>
                <a:spcPts val="83"/>
              </a:spcBef>
            </a:pPr>
            <a:r>
              <a:rPr sz="1985" b="1" spc="-4" dirty="0">
                <a:solidFill>
                  <a:srgbClr val="0000FF"/>
                </a:solidFill>
                <a:latin typeface="Calibri"/>
                <a:cs typeface="Calibri"/>
              </a:rPr>
              <a:t>100</a:t>
            </a:r>
            <a:endParaRPr sz="1985">
              <a:latin typeface="Calibri"/>
              <a:cs typeface="Calibri"/>
            </a:endParaRPr>
          </a:p>
        </p:txBody>
      </p:sp>
      <p:sp>
        <p:nvSpPr>
          <p:cNvPr id="121" name="object 121"/>
          <p:cNvSpPr txBox="1"/>
          <p:nvPr/>
        </p:nvSpPr>
        <p:spPr>
          <a:xfrm>
            <a:off x="1833460" y="4110624"/>
            <a:ext cx="352834" cy="316072"/>
          </a:xfrm>
          <a:prstGeom prst="rect">
            <a:avLst/>
          </a:prstGeom>
        </p:spPr>
        <p:txBody>
          <a:bodyPr vert="horz" wrap="square" lIns="0" tIns="10501" rIns="0" bIns="0" rtlCol="0">
            <a:spAutoFit/>
          </a:bodyPr>
          <a:lstStyle/>
          <a:p>
            <a:pPr marL="10502">
              <a:spcBef>
                <a:spcPts val="83"/>
              </a:spcBef>
            </a:pPr>
            <a:r>
              <a:rPr sz="1985" b="1" spc="-4" dirty="0">
                <a:solidFill>
                  <a:srgbClr val="FF0000"/>
                </a:solidFill>
                <a:latin typeface="Calibri"/>
                <a:cs typeface="Calibri"/>
              </a:rPr>
              <a:t>-10</a:t>
            </a:r>
            <a:endParaRPr sz="1985">
              <a:latin typeface="Calibri"/>
              <a:cs typeface="Calibri"/>
            </a:endParaRPr>
          </a:p>
        </p:txBody>
      </p:sp>
      <p:sp>
        <p:nvSpPr>
          <p:cNvPr id="122" name="object 122"/>
          <p:cNvSpPr txBox="1"/>
          <p:nvPr/>
        </p:nvSpPr>
        <p:spPr>
          <a:xfrm>
            <a:off x="1845809" y="1744535"/>
            <a:ext cx="352834" cy="898330"/>
          </a:xfrm>
          <a:prstGeom prst="rect">
            <a:avLst/>
          </a:prstGeom>
        </p:spPr>
        <p:txBody>
          <a:bodyPr vert="horz" wrap="square" lIns="0" tIns="144914" rIns="0" bIns="0" rtlCol="0">
            <a:spAutoFit/>
          </a:bodyPr>
          <a:lstStyle/>
          <a:p>
            <a:pPr marL="10502">
              <a:spcBef>
                <a:spcPts val="1141"/>
              </a:spcBef>
            </a:pPr>
            <a:r>
              <a:rPr sz="1985" b="1" spc="-4" dirty="0">
                <a:solidFill>
                  <a:srgbClr val="FF0000"/>
                </a:solidFill>
                <a:latin typeface="Calibri"/>
                <a:cs typeface="Calibri"/>
              </a:rPr>
              <a:t>-10</a:t>
            </a:r>
            <a:endParaRPr sz="1985">
              <a:latin typeface="Calibri"/>
              <a:cs typeface="Calibri"/>
            </a:endParaRPr>
          </a:p>
          <a:p>
            <a:pPr marL="21528">
              <a:spcBef>
                <a:spcPts val="1058"/>
              </a:spcBef>
            </a:pPr>
            <a:r>
              <a:rPr sz="1985" b="1" dirty="0">
                <a:solidFill>
                  <a:srgbClr val="7E7E7E"/>
                </a:solidFill>
                <a:latin typeface="Calibri"/>
                <a:cs typeface="Calibri"/>
              </a:rPr>
              <a:t>0</a:t>
            </a:r>
            <a:endParaRPr sz="1985">
              <a:latin typeface="Calibri"/>
              <a:cs typeface="Calibri"/>
            </a:endParaRPr>
          </a:p>
        </p:txBody>
      </p:sp>
      <p:sp>
        <p:nvSpPr>
          <p:cNvPr id="123" name="object 123"/>
          <p:cNvSpPr txBox="1"/>
          <p:nvPr/>
        </p:nvSpPr>
        <p:spPr>
          <a:xfrm>
            <a:off x="1868996" y="3483357"/>
            <a:ext cx="149114" cy="316072"/>
          </a:xfrm>
          <a:prstGeom prst="rect">
            <a:avLst/>
          </a:prstGeom>
        </p:spPr>
        <p:txBody>
          <a:bodyPr vert="horz" wrap="square" lIns="0" tIns="10501" rIns="0" bIns="0" rtlCol="0">
            <a:spAutoFit/>
          </a:bodyPr>
          <a:lstStyle/>
          <a:p>
            <a:pPr marL="10502">
              <a:spcBef>
                <a:spcPts val="83"/>
              </a:spcBef>
            </a:pPr>
            <a:r>
              <a:rPr sz="1985" b="1" dirty="0">
                <a:solidFill>
                  <a:srgbClr val="7E7E7E"/>
                </a:solidFill>
                <a:latin typeface="Calibri"/>
                <a:cs typeface="Calibri"/>
              </a:rPr>
              <a:t>0</a:t>
            </a:r>
            <a:endParaRPr sz="1985">
              <a:latin typeface="Calibri"/>
              <a:cs typeface="Calibri"/>
            </a:endParaRPr>
          </a:p>
        </p:txBody>
      </p:sp>
      <p:sp>
        <p:nvSpPr>
          <p:cNvPr id="124" name="object 124"/>
          <p:cNvSpPr txBox="1"/>
          <p:nvPr/>
        </p:nvSpPr>
        <p:spPr>
          <a:xfrm>
            <a:off x="6006733" y="3229483"/>
            <a:ext cx="276177" cy="316072"/>
          </a:xfrm>
          <a:prstGeom prst="rect">
            <a:avLst/>
          </a:prstGeom>
        </p:spPr>
        <p:txBody>
          <a:bodyPr vert="horz" wrap="square" lIns="0" tIns="10501" rIns="0" bIns="0" rtlCol="0">
            <a:spAutoFit/>
          </a:bodyPr>
          <a:lstStyle/>
          <a:p>
            <a:pPr marL="10502">
              <a:spcBef>
                <a:spcPts val="83"/>
              </a:spcBef>
            </a:pPr>
            <a:r>
              <a:rPr sz="1985" b="1" spc="-4" dirty="0">
                <a:solidFill>
                  <a:srgbClr val="0000FF"/>
                </a:solidFill>
                <a:latin typeface="Calibri"/>
                <a:cs typeface="Calibri"/>
              </a:rPr>
              <a:t>10</a:t>
            </a:r>
            <a:endParaRPr sz="1985">
              <a:latin typeface="Calibri"/>
              <a:cs typeface="Calibri"/>
            </a:endParaRPr>
          </a:p>
        </p:txBody>
      </p:sp>
      <p:sp>
        <p:nvSpPr>
          <p:cNvPr id="125" name="object 125"/>
          <p:cNvSpPr txBox="1"/>
          <p:nvPr/>
        </p:nvSpPr>
        <p:spPr>
          <a:xfrm>
            <a:off x="5854993" y="2125405"/>
            <a:ext cx="403239" cy="316072"/>
          </a:xfrm>
          <a:prstGeom prst="rect">
            <a:avLst/>
          </a:prstGeom>
        </p:spPr>
        <p:txBody>
          <a:bodyPr vert="horz" wrap="square" lIns="0" tIns="10501" rIns="0" bIns="0" rtlCol="0">
            <a:spAutoFit/>
          </a:bodyPr>
          <a:lstStyle/>
          <a:p>
            <a:pPr marL="10502">
              <a:spcBef>
                <a:spcPts val="83"/>
              </a:spcBef>
            </a:pPr>
            <a:r>
              <a:rPr sz="1985" b="1" spc="-4" dirty="0">
                <a:solidFill>
                  <a:srgbClr val="0000FF"/>
                </a:solidFill>
                <a:latin typeface="Calibri"/>
                <a:cs typeface="Calibri"/>
              </a:rPr>
              <a:t>100</a:t>
            </a:r>
            <a:endParaRPr sz="1985">
              <a:latin typeface="Calibri"/>
              <a:cs typeface="Calibri"/>
            </a:endParaRPr>
          </a:p>
        </p:txBody>
      </p:sp>
      <p:sp>
        <p:nvSpPr>
          <p:cNvPr id="126" name="object 126"/>
          <p:cNvSpPr/>
          <p:nvPr/>
        </p:nvSpPr>
        <p:spPr>
          <a:xfrm>
            <a:off x="3935513" y="1513407"/>
            <a:ext cx="219996" cy="2490317"/>
          </a:xfrm>
          <a:custGeom>
            <a:avLst/>
            <a:gdLst/>
            <a:ahLst/>
            <a:cxnLst/>
            <a:rect l="l" t="t" r="r" b="b"/>
            <a:pathLst>
              <a:path w="266064" h="3011804">
                <a:moveTo>
                  <a:pt x="256412" y="2755392"/>
                </a:moveTo>
                <a:lnTo>
                  <a:pt x="0" y="3011805"/>
                </a:lnTo>
              </a:path>
              <a:path w="266064" h="3011804">
                <a:moveTo>
                  <a:pt x="265557" y="0"/>
                </a:moveTo>
                <a:lnTo>
                  <a:pt x="9144" y="256412"/>
                </a:lnTo>
              </a:path>
            </a:pathLst>
          </a:custGeom>
          <a:ln w="76200">
            <a:solidFill>
              <a:srgbClr val="0000FF"/>
            </a:solidFill>
          </a:ln>
        </p:spPr>
        <p:txBody>
          <a:bodyPr wrap="square" lIns="0" tIns="0" rIns="0" bIns="0" rtlCol="0"/>
          <a:lstStyle/>
          <a:p>
            <a:endParaRPr sz="1488"/>
          </a:p>
        </p:txBody>
      </p:sp>
      <p:sp>
        <p:nvSpPr>
          <p:cNvPr id="127" name="object 127"/>
          <p:cNvSpPr txBox="1"/>
          <p:nvPr/>
        </p:nvSpPr>
        <p:spPr>
          <a:xfrm>
            <a:off x="3898970" y="2215295"/>
            <a:ext cx="298754" cy="328266"/>
          </a:xfrm>
          <a:prstGeom prst="rect">
            <a:avLst/>
          </a:prstGeom>
          <a:solidFill>
            <a:srgbClr val="FFFFFF"/>
          </a:solidFill>
        </p:spPr>
        <p:txBody>
          <a:bodyPr vert="horz" wrap="square" lIns="0" tIns="22577" rIns="0" bIns="0" rtlCol="0">
            <a:spAutoFit/>
          </a:bodyPr>
          <a:lstStyle/>
          <a:p>
            <a:pPr marL="86638">
              <a:spcBef>
                <a:spcPts val="178"/>
              </a:spcBef>
            </a:pPr>
            <a:r>
              <a:rPr sz="1985" dirty="0">
                <a:solidFill>
                  <a:srgbClr val="FF0000"/>
                </a:solidFill>
                <a:latin typeface="Calibri"/>
                <a:cs typeface="Calibri"/>
              </a:rPr>
              <a:t>0</a:t>
            </a:r>
            <a:endParaRPr sz="1985">
              <a:latin typeface="Calibri"/>
              <a:cs typeface="Calibri"/>
            </a:endParaRPr>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1" name="bg object 16">
            <a:extLst>
              <a:ext uri="{FF2B5EF4-FFF2-40B4-BE49-F238E27FC236}">
                <a16:creationId xmlns:a16="http://schemas.microsoft.com/office/drawing/2014/main" id="{25011887-6B8C-4106-BD28-EA74C0990E14}"/>
              </a:ext>
            </a:extLst>
          </p:cNvPr>
          <p:cNvPicPr/>
          <p:nvPr/>
        </p:nvPicPr>
        <p:blipFill>
          <a:blip r:embed="rId2" cstate="print"/>
          <a:stretch>
            <a:fillRect/>
          </a:stretch>
        </p:blipFill>
        <p:spPr>
          <a:xfrm>
            <a:off x="2638217" y="435491"/>
            <a:ext cx="2998159" cy="4065508"/>
          </a:xfrm>
          <a:prstGeom prst="rect">
            <a:avLst/>
          </a:prstGeom>
        </p:spPr>
      </p:pic>
      <p:sp>
        <p:nvSpPr>
          <p:cNvPr id="2" name="object 2"/>
          <p:cNvSpPr txBox="1"/>
          <p:nvPr/>
        </p:nvSpPr>
        <p:spPr>
          <a:xfrm>
            <a:off x="5647598" y="4300651"/>
            <a:ext cx="155415" cy="316072"/>
          </a:xfrm>
          <a:prstGeom prst="rect">
            <a:avLst/>
          </a:prstGeom>
        </p:spPr>
        <p:txBody>
          <a:bodyPr vert="horz" wrap="square" lIns="0" tIns="10501" rIns="0" bIns="0" rtlCol="0">
            <a:spAutoFit/>
          </a:bodyPr>
          <a:lstStyle/>
          <a:p>
            <a:pPr marL="10502">
              <a:spcBef>
                <a:spcPts val="83"/>
              </a:spcBef>
            </a:pPr>
            <a:r>
              <a:rPr sz="1985" dirty="0">
                <a:latin typeface="Cambria Math"/>
                <a:cs typeface="Cambria Math"/>
              </a:rPr>
              <a:t>𝑥</a:t>
            </a:r>
            <a:endParaRPr sz="1985">
              <a:latin typeface="Cambria Math"/>
              <a:cs typeface="Cambria Math"/>
            </a:endParaRPr>
          </a:p>
        </p:txBody>
      </p:sp>
      <p:sp>
        <p:nvSpPr>
          <p:cNvPr id="3" name="object 3"/>
          <p:cNvSpPr txBox="1"/>
          <p:nvPr/>
        </p:nvSpPr>
        <p:spPr>
          <a:xfrm>
            <a:off x="5772350" y="4420361"/>
            <a:ext cx="128112" cy="233823"/>
          </a:xfrm>
          <a:prstGeom prst="rect">
            <a:avLst/>
          </a:prstGeom>
        </p:spPr>
        <p:txBody>
          <a:bodyPr vert="horz" wrap="square" lIns="0" tIns="11026" rIns="0" bIns="0" rtlCol="0">
            <a:spAutoFit/>
          </a:bodyPr>
          <a:lstStyle/>
          <a:p>
            <a:pPr marL="10502">
              <a:spcBef>
                <a:spcPts val="87"/>
              </a:spcBef>
            </a:pPr>
            <a:r>
              <a:rPr sz="1447" spc="37" dirty="0">
                <a:latin typeface="Cambria Math"/>
                <a:cs typeface="Cambria Math"/>
              </a:rPr>
              <a:t>1</a:t>
            </a:r>
            <a:endParaRPr sz="1447">
              <a:latin typeface="Cambria Math"/>
              <a:cs typeface="Cambria Math"/>
            </a:endParaRPr>
          </a:p>
        </p:txBody>
      </p:sp>
      <p:pic>
        <p:nvPicPr>
          <p:cNvPr id="4" name="object 4"/>
          <p:cNvPicPr/>
          <p:nvPr/>
        </p:nvPicPr>
        <p:blipFill>
          <a:blip r:embed="rId3" cstate="print"/>
          <a:stretch>
            <a:fillRect/>
          </a:stretch>
        </p:blipFill>
        <p:spPr>
          <a:xfrm>
            <a:off x="5973131" y="4313398"/>
            <a:ext cx="514129" cy="1102607"/>
          </a:xfrm>
          <a:prstGeom prst="rect">
            <a:avLst/>
          </a:prstGeom>
        </p:spPr>
      </p:pic>
      <p:pic>
        <p:nvPicPr>
          <p:cNvPr id="5" name="object 5"/>
          <p:cNvPicPr/>
          <p:nvPr/>
        </p:nvPicPr>
        <p:blipFill>
          <a:blip r:embed="rId4" cstate="print"/>
          <a:stretch>
            <a:fillRect/>
          </a:stretch>
        </p:blipFill>
        <p:spPr>
          <a:xfrm>
            <a:off x="6567909" y="4308357"/>
            <a:ext cx="514129" cy="1102607"/>
          </a:xfrm>
          <a:prstGeom prst="rect">
            <a:avLst/>
          </a:prstGeom>
        </p:spPr>
      </p:pic>
      <p:sp>
        <p:nvSpPr>
          <p:cNvPr id="6" name="object 6"/>
          <p:cNvSpPr txBox="1"/>
          <p:nvPr/>
        </p:nvSpPr>
        <p:spPr>
          <a:xfrm>
            <a:off x="5626596" y="4573547"/>
            <a:ext cx="307680" cy="773769"/>
          </a:xfrm>
          <a:prstGeom prst="rect">
            <a:avLst/>
          </a:prstGeom>
        </p:spPr>
        <p:txBody>
          <a:bodyPr vert="horz" wrap="square" lIns="0" tIns="85058" rIns="0" bIns="0" rtlCol="0">
            <a:spAutoFit/>
          </a:bodyPr>
          <a:lstStyle/>
          <a:p>
            <a:pPr marL="31505">
              <a:spcBef>
                <a:spcPts val="670"/>
              </a:spcBef>
            </a:pPr>
            <a:r>
              <a:rPr sz="1985" spc="4" dirty="0">
                <a:latin typeface="Cambria Math"/>
                <a:cs typeface="Cambria Math"/>
              </a:rPr>
              <a:t>𝑥</a:t>
            </a:r>
            <a:r>
              <a:rPr sz="2171" spc="6" baseline="-15873" dirty="0">
                <a:latin typeface="Cambria Math"/>
                <a:cs typeface="Cambria Math"/>
              </a:rPr>
              <a:t>2</a:t>
            </a:r>
            <a:endParaRPr sz="2171" baseline="-15873">
              <a:latin typeface="Cambria Math"/>
              <a:cs typeface="Cambria Math"/>
            </a:endParaRPr>
          </a:p>
          <a:p>
            <a:pPr marL="38331">
              <a:spcBef>
                <a:spcPts val="587"/>
              </a:spcBef>
            </a:pPr>
            <a:r>
              <a:rPr sz="1985" spc="4" dirty="0">
                <a:latin typeface="Cambria Math"/>
                <a:cs typeface="Cambria Math"/>
              </a:rPr>
              <a:t>𝑥</a:t>
            </a:r>
            <a:r>
              <a:rPr sz="2171" spc="6" baseline="-15873" dirty="0">
                <a:latin typeface="Cambria Math"/>
                <a:cs typeface="Cambria Math"/>
              </a:rPr>
              <a:t>3</a:t>
            </a:r>
            <a:endParaRPr sz="2171" baseline="-15873">
              <a:latin typeface="Cambria Math"/>
              <a:cs typeface="Cambria Math"/>
            </a:endParaRPr>
          </a:p>
        </p:txBody>
      </p:sp>
      <p:sp>
        <p:nvSpPr>
          <p:cNvPr id="7" name="object 7"/>
          <p:cNvSpPr txBox="1"/>
          <p:nvPr/>
        </p:nvSpPr>
        <p:spPr>
          <a:xfrm>
            <a:off x="5719217" y="507683"/>
            <a:ext cx="162241" cy="316072"/>
          </a:xfrm>
          <a:prstGeom prst="rect">
            <a:avLst/>
          </a:prstGeom>
        </p:spPr>
        <p:txBody>
          <a:bodyPr vert="horz" wrap="square" lIns="0" tIns="10501" rIns="0" bIns="0" rtlCol="0">
            <a:spAutoFit/>
          </a:bodyPr>
          <a:lstStyle/>
          <a:p>
            <a:pPr marL="10502">
              <a:spcBef>
                <a:spcPts val="83"/>
              </a:spcBef>
            </a:pPr>
            <a:r>
              <a:rPr sz="1985" dirty="0">
                <a:latin typeface="Cambria Math"/>
                <a:cs typeface="Cambria Math"/>
              </a:rPr>
              <a:t>𝑦</a:t>
            </a:r>
            <a:endParaRPr sz="1985">
              <a:latin typeface="Cambria Math"/>
              <a:cs typeface="Cambria Math"/>
            </a:endParaRPr>
          </a:p>
        </p:txBody>
      </p:sp>
      <p:sp>
        <p:nvSpPr>
          <p:cNvPr id="8" name="object 8"/>
          <p:cNvSpPr txBox="1"/>
          <p:nvPr/>
        </p:nvSpPr>
        <p:spPr>
          <a:xfrm>
            <a:off x="6029836" y="4347423"/>
            <a:ext cx="370685" cy="939202"/>
          </a:xfrm>
          <a:prstGeom prst="rect">
            <a:avLst/>
          </a:prstGeom>
          <a:ln w="6096">
            <a:solidFill>
              <a:srgbClr val="FFC000"/>
            </a:solidFill>
          </a:ln>
        </p:spPr>
        <p:txBody>
          <a:bodyPr vert="horz" wrap="square" lIns="0" tIns="22577" rIns="0" bIns="0" rtlCol="0">
            <a:spAutoFit/>
          </a:bodyPr>
          <a:lstStyle/>
          <a:p>
            <a:pPr marL="121294">
              <a:spcBef>
                <a:spcPts val="178"/>
              </a:spcBef>
            </a:pPr>
            <a:r>
              <a:rPr sz="1985" dirty="0">
                <a:latin typeface="Calibri"/>
                <a:cs typeface="Calibri"/>
              </a:rPr>
              <a:t>3</a:t>
            </a:r>
            <a:endParaRPr sz="1985">
              <a:latin typeface="Calibri"/>
              <a:cs typeface="Calibri"/>
            </a:endParaRPr>
          </a:p>
          <a:p>
            <a:pPr marL="121294">
              <a:spcBef>
                <a:spcPts val="4"/>
              </a:spcBef>
            </a:pPr>
            <a:r>
              <a:rPr sz="1985" dirty="0">
                <a:latin typeface="Calibri"/>
                <a:cs typeface="Calibri"/>
              </a:rPr>
              <a:t>1</a:t>
            </a:r>
            <a:endParaRPr sz="1985">
              <a:latin typeface="Calibri"/>
              <a:cs typeface="Calibri"/>
            </a:endParaRPr>
          </a:p>
          <a:p>
            <a:pPr marL="121294"/>
            <a:r>
              <a:rPr sz="1985" dirty="0">
                <a:latin typeface="Calibri"/>
                <a:cs typeface="Calibri"/>
              </a:rPr>
              <a:t>0</a:t>
            </a:r>
            <a:endParaRPr sz="1985">
              <a:latin typeface="Calibri"/>
              <a:cs typeface="Calibri"/>
            </a:endParaRPr>
          </a:p>
        </p:txBody>
      </p:sp>
      <p:grpSp>
        <p:nvGrpSpPr>
          <p:cNvPr id="9" name="object 9"/>
          <p:cNvGrpSpPr/>
          <p:nvPr/>
        </p:nvGrpSpPr>
        <p:grpSpPr>
          <a:xfrm>
            <a:off x="6038658" y="468766"/>
            <a:ext cx="375936" cy="385912"/>
            <a:chOff x="5777484" y="566927"/>
            <a:chExt cx="454659" cy="466725"/>
          </a:xfrm>
        </p:grpSpPr>
        <p:pic>
          <p:nvPicPr>
            <p:cNvPr id="10" name="object 10"/>
            <p:cNvPicPr/>
            <p:nvPr/>
          </p:nvPicPr>
          <p:blipFill>
            <a:blip r:embed="rId5" cstate="print"/>
            <a:stretch>
              <a:fillRect/>
            </a:stretch>
          </p:blipFill>
          <p:spPr>
            <a:xfrm>
              <a:off x="5780532" y="569975"/>
              <a:ext cx="448056" cy="460248"/>
            </a:xfrm>
            <a:prstGeom prst="rect">
              <a:avLst/>
            </a:prstGeom>
          </p:spPr>
        </p:pic>
        <p:sp>
          <p:nvSpPr>
            <p:cNvPr id="11" name="object 11"/>
            <p:cNvSpPr/>
            <p:nvPr/>
          </p:nvSpPr>
          <p:spPr>
            <a:xfrm>
              <a:off x="5780532" y="569975"/>
              <a:ext cx="448309" cy="460375"/>
            </a:xfrm>
            <a:custGeom>
              <a:avLst/>
              <a:gdLst/>
              <a:ahLst/>
              <a:cxnLst/>
              <a:rect l="l" t="t" r="r" b="b"/>
              <a:pathLst>
                <a:path w="448310" h="460375">
                  <a:moveTo>
                    <a:pt x="0" y="460248"/>
                  </a:moveTo>
                  <a:lnTo>
                    <a:pt x="448056" y="460248"/>
                  </a:lnTo>
                  <a:lnTo>
                    <a:pt x="448056" y="0"/>
                  </a:lnTo>
                  <a:lnTo>
                    <a:pt x="0" y="0"/>
                  </a:lnTo>
                  <a:lnTo>
                    <a:pt x="0" y="460248"/>
                  </a:lnTo>
                  <a:close/>
                </a:path>
              </a:pathLst>
            </a:custGeom>
            <a:ln w="6096">
              <a:solidFill>
                <a:srgbClr val="EC7C30"/>
              </a:solidFill>
            </a:ln>
          </p:spPr>
          <p:txBody>
            <a:bodyPr wrap="square" lIns="0" tIns="0" rIns="0" bIns="0" rtlCol="0"/>
            <a:lstStyle/>
            <a:p>
              <a:endParaRPr sz="1488"/>
            </a:p>
          </p:txBody>
        </p:sp>
      </p:grpSp>
      <p:sp>
        <p:nvSpPr>
          <p:cNvPr id="12" name="object 12"/>
          <p:cNvSpPr txBox="1"/>
          <p:nvPr/>
        </p:nvSpPr>
        <p:spPr>
          <a:xfrm>
            <a:off x="6629655" y="4344902"/>
            <a:ext cx="370685" cy="938672"/>
          </a:xfrm>
          <a:prstGeom prst="rect">
            <a:avLst/>
          </a:prstGeom>
          <a:ln w="6096">
            <a:solidFill>
              <a:srgbClr val="FFC000"/>
            </a:solidFill>
          </a:ln>
        </p:spPr>
        <p:txBody>
          <a:bodyPr vert="horz" wrap="square" lIns="0" tIns="22052" rIns="0" bIns="0" rtlCol="0">
            <a:spAutoFit/>
          </a:bodyPr>
          <a:lstStyle/>
          <a:p>
            <a:pPr marL="121819">
              <a:spcBef>
                <a:spcPts val="174"/>
              </a:spcBef>
            </a:pPr>
            <a:r>
              <a:rPr sz="1985" dirty="0">
                <a:latin typeface="Calibri"/>
                <a:cs typeface="Calibri"/>
              </a:rPr>
              <a:t>4</a:t>
            </a:r>
            <a:endParaRPr sz="1985">
              <a:latin typeface="Calibri"/>
              <a:cs typeface="Calibri"/>
            </a:endParaRPr>
          </a:p>
          <a:p>
            <a:pPr marL="121819"/>
            <a:r>
              <a:rPr sz="1985" dirty="0">
                <a:latin typeface="Calibri"/>
                <a:cs typeface="Calibri"/>
              </a:rPr>
              <a:t>1</a:t>
            </a:r>
            <a:endParaRPr sz="1985">
              <a:latin typeface="Calibri"/>
              <a:cs typeface="Calibri"/>
            </a:endParaRPr>
          </a:p>
          <a:p>
            <a:pPr marL="121819"/>
            <a:r>
              <a:rPr sz="1985" dirty="0">
                <a:latin typeface="Calibri"/>
                <a:cs typeface="Calibri"/>
              </a:rPr>
              <a:t>0</a:t>
            </a:r>
            <a:endParaRPr sz="1985">
              <a:latin typeface="Calibri"/>
              <a:cs typeface="Calibri"/>
            </a:endParaRPr>
          </a:p>
        </p:txBody>
      </p:sp>
      <p:grpSp>
        <p:nvGrpSpPr>
          <p:cNvPr id="13" name="object 13"/>
          <p:cNvGrpSpPr/>
          <p:nvPr/>
        </p:nvGrpSpPr>
        <p:grpSpPr>
          <a:xfrm>
            <a:off x="6606973" y="468766"/>
            <a:ext cx="375936" cy="386963"/>
            <a:chOff x="6464808" y="566927"/>
            <a:chExt cx="454659" cy="467995"/>
          </a:xfrm>
        </p:grpSpPr>
        <p:pic>
          <p:nvPicPr>
            <p:cNvPr id="14" name="object 14"/>
            <p:cNvPicPr/>
            <p:nvPr/>
          </p:nvPicPr>
          <p:blipFill>
            <a:blip r:embed="rId6" cstate="print"/>
            <a:stretch>
              <a:fillRect/>
            </a:stretch>
          </p:blipFill>
          <p:spPr>
            <a:xfrm>
              <a:off x="6467856" y="569975"/>
              <a:ext cx="448055" cy="461772"/>
            </a:xfrm>
            <a:prstGeom prst="rect">
              <a:avLst/>
            </a:prstGeom>
          </p:spPr>
        </p:pic>
        <p:sp>
          <p:nvSpPr>
            <p:cNvPr id="15" name="object 15"/>
            <p:cNvSpPr/>
            <p:nvPr/>
          </p:nvSpPr>
          <p:spPr>
            <a:xfrm>
              <a:off x="6467856" y="569975"/>
              <a:ext cx="448309" cy="462280"/>
            </a:xfrm>
            <a:custGeom>
              <a:avLst/>
              <a:gdLst/>
              <a:ahLst/>
              <a:cxnLst/>
              <a:rect l="l" t="t" r="r" b="b"/>
              <a:pathLst>
                <a:path w="448309" h="462280">
                  <a:moveTo>
                    <a:pt x="0" y="461772"/>
                  </a:moveTo>
                  <a:lnTo>
                    <a:pt x="448055" y="461772"/>
                  </a:lnTo>
                  <a:lnTo>
                    <a:pt x="448055" y="0"/>
                  </a:lnTo>
                  <a:lnTo>
                    <a:pt x="0" y="0"/>
                  </a:lnTo>
                  <a:lnTo>
                    <a:pt x="0" y="461772"/>
                  </a:lnTo>
                  <a:close/>
                </a:path>
              </a:pathLst>
            </a:custGeom>
            <a:ln w="6095">
              <a:solidFill>
                <a:srgbClr val="EC7C30"/>
              </a:solidFill>
            </a:ln>
          </p:spPr>
          <p:txBody>
            <a:bodyPr wrap="square" lIns="0" tIns="0" rIns="0" bIns="0" rtlCol="0"/>
            <a:lstStyle/>
            <a:p>
              <a:endParaRPr sz="1488"/>
            </a:p>
          </p:txBody>
        </p:sp>
      </p:grpSp>
      <p:sp>
        <p:nvSpPr>
          <p:cNvPr id="16" name="object 16"/>
          <p:cNvSpPr txBox="1"/>
          <p:nvPr/>
        </p:nvSpPr>
        <p:spPr>
          <a:xfrm>
            <a:off x="6152908" y="482166"/>
            <a:ext cx="716695" cy="316072"/>
          </a:xfrm>
          <a:prstGeom prst="rect">
            <a:avLst/>
          </a:prstGeom>
        </p:spPr>
        <p:txBody>
          <a:bodyPr vert="horz" wrap="square" lIns="0" tIns="10501" rIns="0" bIns="0" rtlCol="0">
            <a:spAutoFit/>
          </a:bodyPr>
          <a:lstStyle/>
          <a:p>
            <a:pPr marL="10502">
              <a:spcBef>
                <a:spcPts val="83"/>
              </a:spcBef>
              <a:tabLst>
                <a:tab pos="578115" algn="l"/>
              </a:tabLst>
            </a:pPr>
            <a:r>
              <a:rPr sz="1985" dirty="0">
                <a:latin typeface="Calibri"/>
                <a:cs typeface="Calibri"/>
              </a:rPr>
              <a:t>0	0</a:t>
            </a:r>
            <a:endParaRPr sz="1985">
              <a:latin typeface="Calibri"/>
              <a:cs typeface="Calibri"/>
            </a:endParaRPr>
          </a:p>
        </p:txBody>
      </p:sp>
      <p:pic>
        <p:nvPicPr>
          <p:cNvPr id="17" name="object 17"/>
          <p:cNvPicPr/>
          <p:nvPr/>
        </p:nvPicPr>
        <p:blipFill>
          <a:blip r:embed="rId7" cstate="print"/>
          <a:stretch>
            <a:fillRect/>
          </a:stretch>
        </p:blipFill>
        <p:spPr>
          <a:xfrm>
            <a:off x="7192930" y="4356242"/>
            <a:ext cx="370475" cy="991716"/>
          </a:xfrm>
          <a:prstGeom prst="rect">
            <a:avLst/>
          </a:prstGeom>
        </p:spPr>
      </p:pic>
      <p:sp>
        <p:nvSpPr>
          <p:cNvPr id="18" name="object 18"/>
          <p:cNvSpPr txBox="1"/>
          <p:nvPr/>
        </p:nvSpPr>
        <p:spPr>
          <a:xfrm>
            <a:off x="7192930" y="4356242"/>
            <a:ext cx="370685" cy="938672"/>
          </a:xfrm>
          <a:prstGeom prst="rect">
            <a:avLst/>
          </a:prstGeom>
          <a:ln w="6096">
            <a:solidFill>
              <a:srgbClr val="FFC000"/>
            </a:solidFill>
          </a:ln>
        </p:spPr>
        <p:txBody>
          <a:bodyPr vert="horz" wrap="square" lIns="0" tIns="22052" rIns="0" bIns="0" rtlCol="0">
            <a:spAutoFit/>
          </a:bodyPr>
          <a:lstStyle/>
          <a:p>
            <a:pPr marL="121819">
              <a:spcBef>
                <a:spcPts val="174"/>
              </a:spcBef>
            </a:pPr>
            <a:r>
              <a:rPr sz="1985" dirty="0">
                <a:latin typeface="Calibri"/>
                <a:cs typeface="Calibri"/>
              </a:rPr>
              <a:t>2</a:t>
            </a:r>
            <a:endParaRPr sz="1985">
              <a:latin typeface="Calibri"/>
              <a:cs typeface="Calibri"/>
            </a:endParaRPr>
          </a:p>
          <a:p>
            <a:pPr marL="121819"/>
            <a:r>
              <a:rPr sz="1985" dirty="0">
                <a:latin typeface="Calibri"/>
                <a:cs typeface="Calibri"/>
              </a:rPr>
              <a:t>0</a:t>
            </a:r>
            <a:endParaRPr sz="1985">
              <a:latin typeface="Calibri"/>
              <a:cs typeface="Calibri"/>
            </a:endParaRPr>
          </a:p>
          <a:p>
            <a:pPr marL="121819"/>
            <a:r>
              <a:rPr sz="1985" dirty="0">
                <a:latin typeface="Calibri"/>
                <a:cs typeface="Calibri"/>
              </a:rPr>
              <a:t>0</a:t>
            </a:r>
            <a:endParaRPr sz="1985">
              <a:latin typeface="Calibri"/>
              <a:cs typeface="Calibri"/>
            </a:endParaRPr>
          </a:p>
        </p:txBody>
      </p:sp>
      <p:grpSp>
        <p:nvGrpSpPr>
          <p:cNvPr id="19" name="object 19"/>
          <p:cNvGrpSpPr/>
          <p:nvPr/>
        </p:nvGrpSpPr>
        <p:grpSpPr>
          <a:xfrm>
            <a:off x="7155125" y="485148"/>
            <a:ext cx="375936" cy="386963"/>
            <a:chOff x="7127747" y="586740"/>
            <a:chExt cx="454659" cy="467995"/>
          </a:xfrm>
        </p:grpSpPr>
        <p:pic>
          <p:nvPicPr>
            <p:cNvPr id="20" name="object 20"/>
            <p:cNvPicPr/>
            <p:nvPr/>
          </p:nvPicPr>
          <p:blipFill>
            <a:blip r:embed="rId8" cstate="print"/>
            <a:stretch>
              <a:fillRect/>
            </a:stretch>
          </p:blipFill>
          <p:spPr>
            <a:xfrm>
              <a:off x="7130795" y="589788"/>
              <a:ext cx="448055" cy="461772"/>
            </a:xfrm>
            <a:prstGeom prst="rect">
              <a:avLst/>
            </a:prstGeom>
          </p:spPr>
        </p:pic>
        <p:sp>
          <p:nvSpPr>
            <p:cNvPr id="21" name="object 21"/>
            <p:cNvSpPr/>
            <p:nvPr/>
          </p:nvSpPr>
          <p:spPr>
            <a:xfrm>
              <a:off x="7130795" y="589788"/>
              <a:ext cx="448309" cy="462280"/>
            </a:xfrm>
            <a:custGeom>
              <a:avLst/>
              <a:gdLst/>
              <a:ahLst/>
              <a:cxnLst/>
              <a:rect l="l" t="t" r="r" b="b"/>
              <a:pathLst>
                <a:path w="448309" h="462280">
                  <a:moveTo>
                    <a:pt x="0" y="461772"/>
                  </a:moveTo>
                  <a:lnTo>
                    <a:pt x="448055" y="461772"/>
                  </a:lnTo>
                  <a:lnTo>
                    <a:pt x="448055" y="0"/>
                  </a:lnTo>
                  <a:lnTo>
                    <a:pt x="0" y="0"/>
                  </a:lnTo>
                  <a:lnTo>
                    <a:pt x="0" y="461772"/>
                  </a:lnTo>
                  <a:close/>
                </a:path>
              </a:pathLst>
            </a:custGeom>
            <a:ln w="6095">
              <a:solidFill>
                <a:srgbClr val="EC7C30"/>
              </a:solidFill>
            </a:ln>
          </p:spPr>
          <p:txBody>
            <a:bodyPr wrap="square" lIns="0" tIns="0" rIns="0" bIns="0" rtlCol="0"/>
            <a:lstStyle/>
            <a:p>
              <a:endParaRPr sz="1488"/>
            </a:p>
          </p:txBody>
        </p:sp>
      </p:grpSp>
      <p:sp>
        <p:nvSpPr>
          <p:cNvPr id="22" name="object 22"/>
          <p:cNvSpPr txBox="1"/>
          <p:nvPr/>
        </p:nvSpPr>
        <p:spPr>
          <a:xfrm>
            <a:off x="7268851" y="499323"/>
            <a:ext cx="149114" cy="316072"/>
          </a:xfrm>
          <a:prstGeom prst="rect">
            <a:avLst/>
          </a:prstGeom>
        </p:spPr>
        <p:txBody>
          <a:bodyPr vert="horz" wrap="square" lIns="0" tIns="10501" rIns="0" bIns="0" rtlCol="0">
            <a:spAutoFit/>
          </a:bodyPr>
          <a:lstStyle/>
          <a:p>
            <a:pPr marL="10502">
              <a:spcBef>
                <a:spcPts val="83"/>
              </a:spcBef>
            </a:pPr>
            <a:r>
              <a:rPr sz="1985" dirty="0">
                <a:latin typeface="Calibri"/>
                <a:cs typeface="Calibri"/>
              </a:rPr>
              <a:t>0</a:t>
            </a:r>
            <a:endParaRPr sz="1985">
              <a:latin typeface="Calibri"/>
              <a:cs typeface="Calibri"/>
            </a:endParaRPr>
          </a:p>
        </p:txBody>
      </p:sp>
      <p:pic>
        <p:nvPicPr>
          <p:cNvPr id="23" name="object 23"/>
          <p:cNvPicPr/>
          <p:nvPr/>
        </p:nvPicPr>
        <p:blipFill>
          <a:blip r:embed="rId7" cstate="print"/>
          <a:stretch>
            <a:fillRect/>
          </a:stretch>
        </p:blipFill>
        <p:spPr>
          <a:xfrm>
            <a:off x="7734782" y="4363803"/>
            <a:ext cx="370475" cy="991716"/>
          </a:xfrm>
          <a:prstGeom prst="rect">
            <a:avLst/>
          </a:prstGeom>
        </p:spPr>
      </p:pic>
      <p:sp>
        <p:nvSpPr>
          <p:cNvPr id="24" name="object 24"/>
          <p:cNvSpPr txBox="1"/>
          <p:nvPr/>
        </p:nvSpPr>
        <p:spPr>
          <a:xfrm>
            <a:off x="7734782" y="4363803"/>
            <a:ext cx="370685" cy="938672"/>
          </a:xfrm>
          <a:prstGeom prst="rect">
            <a:avLst/>
          </a:prstGeom>
          <a:ln w="6096">
            <a:solidFill>
              <a:srgbClr val="FFC000"/>
            </a:solidFill>
          </a:ln>
        </p:spPr>
        <p:txBody>
          <a:bodyPr vert="horz" wrap="square" lIns="0" tIns="22052" rIns="0" bIns="0" rtlCol="0">
            <a:spAutoFit/>
          </a:bodyPr>
          <a:lstStyle/>
          <a:p>
            <a:pPr marL="121294">
              <a:spcBef>
                <a:spcPts val="174"/>
              </a:spcBef>
            </a:pPr>
            <a:r>
              <a:rPr sz="1985" dirty="0">
                <a:latin typeface="Calibri"/>
                <a:cs typeface="Calibri"/>
              </a:rPr>
              <a:t>1</a:t>
            </a:r>
            <a:endParaRPr sz="1985">
              <a:latin typeface="Calibri"/>
              <a:cs typeface="Calibri"/>
            </a:endParaRPr>
          </a:p>
          <a:p>
            <a:pPr marL="121294"/>
            <a:r>
              <a:rPr sz="1985" dirty="0">
                <a:latin typeface="Calibri"/>
                <a:cs typeface="Calibri"/>
              </a:rPr>
              <a:t>0</a:t>
            </a:r>
            <a:endParaRPr sz="1985">
              <a:latin typeface="Calibri"/>
              <a:cs typeface="Calibri"/>
            </a:endParaRPr>
          </a:p>
          <a:p>
            <a:pPr marL="121294"/>
            <a:r>
              <a:rPr sz="1985" dirty="0">
                <a:latin typeface="Calibri"/>
                <a:cs typeface="Calibri"/>
              </a:rPr>
              <a:t>1</a:t>
            </a:r>
            <a:endParaRPr sz="1985">
              <a:latin typeface="Calibri"/>
              <a:cs typeface="Calibri"/>
            </a:endParaRPr>
          </a:p>
        </p:txBody>
      </p:sp>
      <p:grpSp>
        <p:nvGrpSpPr>
          <p:cNvPr id="25" name="object 25"/>
          <p:cNvGrpSpPr/>
          <p:nvPr/>
        </p:nvGrpSpPr>
        <p:grpSpPr>
          <a:xfrm>
            <a:off x="7701912" y="477481"/>
            <a:ext cx="376987" cy="387488"/>
            <a:chOff x="7789036" y="577469"/>
            <a:chExt cx="455930" cy="468630"/>
          </a:xfrm>
        </p:grpSpPr>
        <p:pic>
          <p:nvPicPr>
            <p:cNvPr id="26" name="object 26"/>
            <p:cNvPicPr/>
            <p:nvPr/>
          </p:nvPicPr>
          <p:blipFill>
            <a:blip r:embed="rId9" cstate="print"/>
            <a:stretch>
              <a:fillRect/>
            </a:stretch>
          </p:blipFill>
          <p:spPr>
            <a:xfrm>
              <a:off x="7792211" y="580644"/>
              <a:ext cx="449579" cy="461772"/>
            </a:xfrm>
            <a:prstGeom prst="rect">
              <a:avLst/>
            </a:prstGeom>
          </p:spPr>
        </p:pic>
        <p:sp>
          <p:nvSpPr>
            <p:cNvPr id="27" name="object 27"/>
            <p:cNvSpPr/>
            <p:nvPr/>
          </p:nvSpPr>
          <p:spPr>
            <a:xfrm>
              <a:off x="7792211" y="580644"/>
              <a:ext cx="449580" cy="462280"/>
            </a:xfrm>
            <a:custGeom>
              <a:avLst/>
              <a:gdLst/>
              <a:ahLst/>
              <a:cxnLst/>
              <a:rect l="l" t="t" r="r" b="b"/>
              <a:pathLst>
                <a:path w="449579" h="462280">
                  <a:moveTo>
                    <a:pt x="0" y="461772"/>
                  </a:moveTo>
                  <a:lnTo>
                    <a:pt x="449579" y="461772"/>
                  </a:lnTo>
                  <a:lnTo>
                    <a:pt x="449579" y="0"/>
                  </a:lnTo>
                  <a:lnTo>
                    <a:pt x="0" y="0"/>
                  </a:lnTo>
                  <a:lnTo>
                    <a:pt x="0" y="461772"/>
                  </a:lnTo>
                  <a:close/>
                </a:path>
              </a:pathLst>
            </a:custGeom>
            <a:ln w="6096">
              <a:solidFill>
                <a:srgbClr val="EC7C30"/>
              </a:solidFill>
            </a:ln>
          </p:spPr>
          <p:txBody>
            <a:bodyPr wrap="square" lIns="0" tIns="0" rIns="0" bIns="0" rtlCol="0"/>
            <a:lstStyle/>
            <a:p>
              <a:endParaRPr sz="1488"/>
            </a:p>
          </p:txBody>
        </p:sp>
      </p:grpSp>
      <p:pic>
        <p:nvPicPr>
          <p:cNvPr id="28" name="object 28"/>
          <p:cNvPicPr/>
          <p:nvPr/>
        </p:nvPicPr>
        <p:blipFill>
          <a:blip r:embed="rId10" cstate="print"/>
          <a:stretch>
            <a:fillRect/>
          </a:stretch>
        </p:blipFill>
        <p:spPr>
          <a:xfrm>
            <a:off x="8269074" y="4363803"/>
            <a:ext cx="370475" cy="992976"/>
          </a:xfrm>
          <a:prstGeom prst="rect">
            <a:avLst/>
          </a:prstGeom>
        </p:spPr>
      </p:pic>
      <p:sp>
        <p:nvSpPr>
          <p:cNvPr id="29" name="object 29"/>
          <p:cNvSpPr txBox="1"/>
          <p:nvPr/>
        </p:nvSpPr>
        <p:spPr>
          <a:xfrm>
            <a:off x="8269074" y="4363803"/>
            <a:ext cx="370685" cy="939202"/>
          </a:xfrm>
          <a:prstGeom prst="rect">
            <a:avLst/>
          </a:prstGeom>
          <a:ln w="6096">
            <a:solidFill>
              <a:srgbClr val="FFC000"/>
            </a:solidFill>
          </a:ln>
        </p:spPr>
        <p:txBody>
          <a:bodyPr vert="horz" wrap="square" lIns="0" tIns="22577" rIns="0" bIns="0" rtlCol="0">
            <a:spAutoFit/>
          </a:bodyPr>
          <a:lstStyle/>
          <a:p>
            <a:pPr marL="122344">
              <a:spcBef>
                <a:spcPts val="178"/>
              </a:spcBef>
            </a:pPr>
            <a:r>
              <a:rPr sz="1985" dirty="0">
                <a:latin typeface="Calibri"/>
                <a:cs typeface="Calibri"/>
              </a:rPr>
              <a:t>3</a:t>
            </a:r>
            <a:endParaRPr sz="1985">
              <a:latin typeface="Calibri"/>
              <a:cs typeface="Calibri"/>
            </a:endParaRPr>
          </a:p>
          <a:p>
            <a:pPr marL="84538"/>
            <a:r>
              <a:rPr sz="1985" spc="-4" dirty="0">
                <a:latin typeface="Calibri"/>
                <a:cs typeface="Calibri"/>
              </a:rPr>
              <a:t>-1</a:t>
            </a:r>
            <a:endParaRPr sz="1985">
              <a:latin typeface="Calibri"/>
              <a:cs typeface="Calibri"/>
            </a:endParaRPr>
          </a:p>
          <a:p>
            <a:pPr marL="122344"/>
            <a:r>
              <a:rPr sz="1985" dirty="0">
                <a:latin typeface="Calibri"/>
                <a:cs typeface="Calibri"/>
              </a:rPr>
              <a:t>0</a:t>
            </a:r>
            <a:endParaRPr sz="1985">
              <a:latin typeface="Calibri"/>
              <a:cs typeface="Calibri"/>
            </a:endParaRPr>
          </a:p>
        </p:txBody>
      </p:sp>
      <p:grpSp>
        <p:nvGrpSpPr>
          <p:cNvPr id="30" name="object 30"/>
          <p:cNvGrpSpPr/>
          <p:nvPr/>
        </p:nvGrpSpPr>
        <p:grpSpPr>
          <a:xfrm>
            <a:off x="8232531" y="477587"/>
            <a:ext cx="375936" cy="386963"/>
            <a:chOff x="8430768" y="577595"/>
            <a:chExt cx="454659" cy="467995"/>
          </a:xfrm>
        </p:grpSpPr>
        <p:pic>
          <p:nvPicPr>
            <p:cNvPr id="31" name="object 31"/>
            <p:cNvPicPr/>
            <p:nvPr/>
          </p:nvPicPr>
          <p:blipFill>
            <a:blip r:embed="rId11" cstate="print"/>
            <a:stretch>
              <a:fillRect/>
            </a:stretch>
          </p:blipFill>
          <p:spPr>
            <a:xfrm>
              <a:off x="8433816" y="580643"/>
              <a:ext cx="448055" cy="461772"/>
            </a:xfrm>
            <a:prstGeom prst="rect">
              <a:avLst/>
            </a:prstGeom>
          </p:spPr>
        </p:pic>
        <p:sp>
          <p:nvSpPr>
            <p:cNvPr id="32" name="object 32"/>
            <p:cNvSpPr/>
            <p:nvPr/>
          </p:nvSpPr>
          <p:spPr>
            <a:xfrm>
              <a:off x="8433816" y="580643"/>
              <a:ext cx="448309" cy="462280"/>
            </a:xfrm>
            <a:custGeom>
              <a:avLst/>
              <a:gdLst/>
              <a:ahLst/>
              <a:cxnLst/>
              <a:rect l="l" t="t" r="r" b="b"/>
              <a:pathLst>
                <a:path w="448309" h="462280">
                  <a:moveTo>
                    <a:pt x="0" y="461772"/>
                  </a:moveTo>
                  <a:lnTo>
                    <a:pt x="448055" y="461772"/>
                  </a:lnTo>
                  <a:lnTo>
                    <a:pt x="448055" y="0"/>
                  </a:lnTo>
                  <a:lnTo>
                    <a:pt x="0" y="0"/>
                  </a:lnTo>
                  <a:lnTo>
                    <a:pt x="0" y="461772"/>
                  </a:lnTo>
                  <a:close/>
                </a:path>
              </a:pathLst>
            </a:custGeom>
            <a:ln w="6095">
              <a:solidFill>
                <a:srgbClr val="EC7C30"/>
              </a:solidFill>
            </a:ln>
          </p:spPr>
          <p:txBody>
            <a:bodyPr wrap="square" lIns="0" tIns="0" rIns="0" bIns="0" rtlCol="0"/>
            <a:lstStyle/>
            <a:p>
              <a:endParaRPr sz="1488"/>
            </a:p>
          </p:txBody>
        </p:sp>
      </p:grpSp>
      <p:sp>
        <p:nvSpPr>
          <p:cNvPr id="33" name="object 33"/>
          <p:cNvSpPr txBox="1"/>
          <p:nvPr/>
        </p:nvSpPr>
        <p:spPr>
          <a:xfrm>
            <a:off x="7817005" y="490817"/>
            <a:ext cx="678891" cy="316072"/>
          </a:xfrm>
          <a:prstGeom prst="rect">
            <a:avLst/>
          </a:prstGeom>
        </p:spPr>
        <p:txBody>
          <a:bodyPr vert="horz" wrap="square" lIns="0" tIns="10501" rIns="0" bIns="0" rtlCol="0">
            <a:spAutoFit/>
          </a:bodyPr>
          <a:lstStyle/>
          <a:p>
            <a:pPr marL="10502">
              <a:spcBef>
                <a:spcPts val="83"/>
              </a:spcBef>
              <a:tabLst>
                <a:tab pos="539784" algn="l"/>
              </a:tabLst>
            </a:pPr>
            <a:r>
              <a:rPr sz="1985" dirty="0">
                <a:latin typeface="Calibri"/>
                <a:cs typeface="Calibri"/>
              </a:rPr>
              <a:t>7	0</a:t>
            </a:r>
            <a:endParaRPr sz="1985">
              <a:latin typeface="Calibri"/>
              <a:cs typeface="Calibri"/>
            </a:endParaRPr>
          </a:p>
        </p:txBody>
      </p:sp>
      <p:sp>
        <p:nvSpPr>
          <p:cNvPr id="34" name="object 34"/>
          <p:cNvSpPr/>
          <p:nvPr/>
        </p:nvSpPr>
        <p:spPr>
          <a:xfrm>
            <a:off x="6092211" y="4698366"/>
            <a:ext cx="263576" cy="289828"/>
          </a:xfrm>
          <a:custGeom>
            <a:avLst/>
            <a:gdLst/>
            <a:ahLst/>
            <a:cxnLst/>
            <a:rect l="l" t="t" r="r" b="b"/>
            <a:pathLst>
              <a:path w="318770" h="350520">
                <a:moveTo>
                  <a:pt x="0" y="350520"/>
                </a:moveTo>
                <a:lnTo>
                  <a:pt x="318515" y="350520"/>
                </a:lnTo>
                <a:lnTo>
                  <a:pt x="318515" y="0"/>
                </a:lnTo>
                <a:lnTo>
                  <a:pt x="0" y="0"/>
                </a:lnTo>
                <a:lnTo>
                  <a:pt x="0" y="350520"/>
                </a:lnTo>
                <a:close/>
              </a:path>
            </a:pathLst>
          </a:custGeom>
          <a:ln w="38100">
            <a:solidFill>
              <a:srgbClr val="0000FF"/>
            </a:solidFill>
          </a:ln>
        </p:spPr>
        <p:txBody>
          <a:bodyPr wrap="square" lIns="0" tIns="0" rIns="0" bIns="0" rtlCol="0"/>
          <a:lstStyle/>
          <a:p>
            <a:endParaRPr sz="1488"/>
          </a:p>
        </p:txBody>
      </p:sp>
      <p:sp>
        <p:nvSpPr>
          <p:cNvPr id="35" name="object 35"/>
          <p:cNvSpPr/>
          <p:nvPr/>
        </p:nvSpPr>
        <p:spPr>
          <a:xfrm>
            <a:off x="6683208" y="4694585"/>
            <a:ext cx="264626" cy="289828"/>
          </a:xfrm>
          <a:custGeom>
            <a:avLst/>
            <a:gdLst/>
            <a:ahLst/>
            <a:cxnLst/>
            <a:rect l="l" t="t" r="r" b="b"/>
            <a:pathLst>
              <a:path w="320040" h="350520">
                <a:moveTo>
                  <a:pt x="0" y="350519"/>
                </a:moveTo>
                <a:lnTo>
                  <a:pt x="320040" y="350519"/>
                </a:lnTo>
                <a:lnTo>
                  <a:pt x="320040" y="0"/>
                </a:lnTo>
                <a:lnTo>
                  <a:pt x="0" y="0"/>
                </a:lnTo>
                <a:lnTo>
                  <a:pt x="0" y="350519"/>
                </a:lnTo>
                <a:close/>
              </a:path>
            </a:pathLst>
          </a:custGeom>
          <a:ln w="38099">
            <a:solidFill>
              <a:srgbClr val="0000FF"/>
            </a:solidFill>
          </a:ln>
        </p:spPr>
        <p:txBody>
          <a:bodyPr wrap="square" lIns="0" tIns="0" rIns="0" bIns="0" rtlCol="0"/>
          <a:lstStyle/>
          <a:p>
            <a:endParaRPr sz="1488"/>
          </a:p>
        </p:txBody>
      </p:sp>
      <p:sp>
        <p:nvSpPr>
          <p:cNvPr id="36" name="object 36"/>
          <p:cNvSpPr/>
          <p:nvPr/>
        </p:nvSpPr>
        <p:spPr>
          <a:xfrm>
            <a:off x="7788335" y="5028517"/>
            <a:ext cx="263576" cy="289828"/>
          </a:xfrm>
          <a:custGeom>
            <a:avLst/>
            <a:gdLst/>
            <a:ahLst/>
            <a:cxnLst/>
            <a:rect l="l" t="t" r="r" b="b"/>
            <a:pathLst>
              <a:path w="318770" h="350520">
                <a:moveTo>
                  <a:pt x="0" y="350519"/>
                </a:moveTo>
                <a:lnTo>
                  <a:pt x="318516" y="350519"/>
                </a:lnTo>
                <a:lnTo>
                  <a:pt x="318516" y="0"/>
                </a:lnTo>
                <a:lnTo>
                  <a:pt x="0" y="0"/>
                </a:lnTo>
                <a:lnTo>
                  <a:pt x="0" y="350519"/>
                </a:lnTo>
                <a:close/>
              </a:path>
            </a:pathLst>
          </a:custGeom>
          <a:ln w="38100">
            <a:solidFill>
              <a:srgbClr val="00AF50"/>
            </a:solidFill>
          </a:ln>
        </p:spPr>
        <p:txBody>
          <a:bodyPr wrap="square" lIns="0" tIns="0" rIns="0" bIns="0" rtlCol="0"/>
          <a:lstStyle/>
          <a:p>
            <a:endParaRPr sz="1488"/>
          </a:p>
        </p:txBody>
      </p:sp>
      <p:sp>
        <p:nvSpPr>
          <p:cNvPr id="37" name="object 37"/>
          <p:cNvSpPr/>
          <p:nvPr/>
        </p:nvSpPr>
        <p:spPr>
          <a:xfrm>
            <a:off x="7759353" y="523581"/>
            <a:ext cx="263576" cy="289828"/>
          </a:xfrm>
          <a:custGeom>
            <a:avLst/>
            <a:gdLst/>
            <a:ahLst/>
            <a:cxnLst/>
            <a:rect l="l" t="t" r="r" b="b"/>
            <a:pathLst>
              <a:path w="318770" h="350519">
                <a:moveTo>
                  <a:pt x="0" y="350520"/>
                </a:moveTo>
                <a:lnTo>
                  <a:pt x="318516" y="350520"/>
                </a:lnTo>
                <a:lnTo>
                  <a:pt x="318516" y="0"/>
                </a:lnTo>
                <a:lnTo>
                  <a:pt x="0" y="0"/>
                </a:lnTo>
                <a:lnTo>
                  <a:pt x="0" y="350520"/>
                </a:lnTo>
                <a:close/>
              </a:path>
            </a:pathLst>
          </a:custGeom>
          <a:ln w="38100">
            <a:solidFill>
              <a:srgbClr val="FF0000"/>
            </a:solidFill>
          </a:ln>
        </p:spPr>
        <p:txBody>
          <a:bodyPr wrap="square" lIns="0" tIns="0" rIns="0" bIns="0" rtlCol="0"/>
          <a:lstStyle/>
          <a:p>
            <a:endParaRPr sz="1488"/>
          </a:p>
        </p:txBody>
      </p:sp>
      <p:sp>
        <p:nvSpPr>
          <p:cNvPr id="38" name="object 38"/>
          <p:cNvSpPr/>
          <p:nvPr/>
        </p:nvSpPr>
        <p:spPr>
          <a:xfrm>
            <a:off x="8328929" y="4719787"/>
            <a:ext cx="263576" cy="289828"/>
          </a:xfrm>
          <a:custGeom>
            <a:avLst/>
            <a:gdLst/>
            <a:ahLst/>
            <a:cxnLst/>
            <a:rect l="l" t="t" r="r" b="b"/>
            <a:pathLst>
              <a:path w="318770" h="350520">
                <a:moveTo>
                  <a:pt x="0" y="350519"/>
                </a:moveTo>
                <a:lnTo>
                  <a:pt x="318516" y="350519"/>
                </a:lnTo>
                <a:lnTo>
                  <a:pt x="318516" y="0"/>
                </a:lnTo>
                <a:lnTo>
                  <a:pt x="0" y="0"/>
                </a:lnTo>
                <a:lnTo>
                  <a:pt x="0" y="350519"/>
                </a:lnTo>
                <a:close/>
              </a:path>
            </a:pathLst>
          </a:custGeom>
          <a:ln w="38099">
            <a:solidFill>
              <a:srgbClr val="0000FF"/>
            </a:solidFill>
          </a:ln>
        </p:spPr>
        <p:txBody>
          <a:bodyPr wrap="square" lIns="0" tIns="0" rIns="0" bIns="0" rtlCol="0"/>
          <a:lstStyle/>
          <a:p>
            <a:endParaRPr sz="1488"/>
          </a:p>
        </p:txBody>
      </p:sp>
      <p:sp>
        <p:nvSpPr>
          <p:cNvPr id="39" name="object 39"/>
          <p:cNvSpPr txBox="1"/>
          <p:nvPr/>
        </p:nvSpPr>
        <p:spPr>
          <a:xfrm>
            <a:off x="3975941" y="4203138"/>
            <a:ext cx="147014" cy="316072"/>
          </a:xfrm>
          <a:prstGeom prst="rect">
            <a:avLst/>
          </a:prstGeom>
        </p:spPr>
        <p:txBody>
          <a:bodyPr vert="horz" wrap="square" lIns="0" tIns="10501" rIns="0" bIns="0" rtlCol="0">
            <a:spAutoFit/>
          </a:bodyPr>
          <a:lstStyle/>
          <a:p>
            <a:pPr marL="10502">
              <a:spcBef>
                <a:spcPts val="83"/>
              </a:spcBef>
            </a:pPr>
            <a:r>
              <a:rPr sz="1985" dirty="0">
                <a:latin typeface="Calibri"/>
                <a:cs typeface="Calibri"/>
              </a:rPr>
              <a:t>+</a:t>
            </a:r>
            <a:endParaRPr sz="1985">
              <a:latin typeface="Calibri"/>
              <a:cs typeface="Calibri"/>
            </a:endParaRPr>
          </a:p>
        </p:txBody>
      </p:sp>
      <p:grpSp>
        <p:nvGrpSpPr>
          <p:cNvPr id="40" name="object 40"/>
          <p:cNvGrpSpPr/>
          <p:nvPr/>
        </p:nvGrpSpPr>
        <p:grpSpPr>
          <a:xfrm>
            <a:off x="2380417" y="3051911"/>
            <a:ext cx="262525" cy="232073"/>
            <a:chOff x="1353185" y="3691001"/>
            <a:chExt cx="317500" cy="280670"/>
          </a:xfrm>
        </p:grpSpPr>
        <p:pic>
          <p:nvPicPr>
            <p:cNvPr id="41" name="object 41"/>
            <p:cNvPicPr/>
            <p:nvPr/>
          </p:nvPicPr>
          <p:blipFill>
            <a:blip r:embed="rId12" cstate="print"/>
            <a:stretch>
              <a:fillRect/>
            </a:stretch>
          </p:blipFill>
          <p:spPr>
            <a:xfrm>
              <a:off x="1356360" y="3694176"/>
              <a:ext cx="310896" cy="274319"/>
            </a:xfrm>
            <a:prstGeom prst="rect">
              <a:avLst/>
            </a:prstGeom>
          </p:spPr>
        </p:pic>
        <p:sp>
          <p:nvSpPr>
            <p:cNvPr id="42" name="object 42"/>
            <p:cNvSpPr/>
            <p:nvPr/>
          </p:nvSpPr>
          <p:spPr>
            <a:xfrm>
              <a:off x="1356360" y="3694176"/>
              <a:ext cx="311150" cy="274320"/>
            </a:xfrm>
            <a:custGeom>
              <a:avLst/>
              <a:gdLst/>
              <a:ahLst/>
              <a:cxnLst/>
              <a:rect l="l" t="t" r="r" b="b"/>
              <a:pathLst>
                <a:path w="311150" h="274320">
                  <a:moveTo>
                    <a:pt x="0" y="274319"/>
                  </a:moveTo>
                  <a:lnTo>
                    <a:pt x="310896" y="274319"/>
                  </a:lnTo>
                  <a:lnTo>
                    <a:pt x="310896" y="0"/>
                  </a:lnTo>
                  <a:lnTo>
                    <a:pt x="0" y="0"/>
                  </a:lnTo>
                  <a:lnTo>
                    <a:pt x="0" y="274319"/>
                  </a:lnTo>
                  <a:close/>
                </a:path>
              </a:pathLst>
            </a:custGeom>
            <a:ln w="6096">
              <a:solidFill>
                <a:srgbClr val="A4A4A4"/>
              </a:solidFill>
            </a:ln>
          </p:spPr>
          <p:txBody>
            <a:bodyPr wrap="square" lIns="0" tIns="0" rIns="0" bIns="0" rtlCol="0"/>
            <a:lstStyle/>
            <a:p>
              <a:endParaRPr sz="1488"/>
            </a:p>
          </p:txBody>
        </p:sp>
      </p:grpSp>
      <p:sp>
        <p:nvSpPr>
          <p:cNvPr id="43" name="object 43"/>
          <p:cNvSpPr txBox="1"/>
          <p:nvPr/>
        </p:nvSpPr>
        <p:spPr>
          <a:xfrm>
            <a:off x="2438068" y="2988799"/>
            <a:ext cx="147014" cy="316072"/>
          </a:xfrm>
          <a:prstGeom prst="rect">
            <a:avLst/>
          </a:prstGeom>
        </p:spPr>
        <p:txBody>
          <a:bodyPr vert="horz" wrap="square" lIns="0" tIns="10501" rIns="0" bIns="0" rtlCol="0">
            <a:spAutoFit/>
          </a:bodyPr>
          <a:lstStyle/>
          <a:p>
            <a:pPr marL="10502">
              <a:spcBef>
                <a:spcPts val="83"/>
              </a:spcBef>
            </a:pPr>
            <a:r>
              <a:rPr sz="1985" dirty="0">
                <a:latin typeface="Calibri"/>
                <a:cs typeface="Calibri"/>
              </a:rPr>
              <a:t>+</a:t>
            </a:r>
            <a:endParaRPr sz="1985">
              <a:latin typeface="Calibri"/>
              <a:cs typeface="Calibri"/>
            </a:endParaRPr>
          </a:p>
        </p:txBody>
      </p:sp>
      <p:grpSp>
        <p:nvGrpSpPr>
          <p:cNvPr id="44" name="object 44"/>
          <p:cNvGrpSpPr/>
          <p:nvPr/>
        </p:nvGrpSpPr>
        <p:grpSpPr>
          <a:xfrm>
            <a:off x="2374116" y="796292"/>
            <a:ext cx="262525" cy="231022"/>
            <a:chOff x="1345564" y="963041"/>
            <a:chExt cx="317500" cy="279400"/>
          </a:xfrm>
        </p:grpSpPr>
        <p:pic>
          <p:nvPicPr>
            <p:cNvPr id="45" name="object 45"/>
            <p:cNvPicPr/>
            <p:nvPr/>
          </p:nvPicPr>
          <p:blipFill>
            <a:blip r:embed="rId13" cstate="print"/>
            <a:stretch>
              <a:fillRect/>
            </a:stretch>
          </p:blipFill>
          <p:spPr>
            <a:xfrm>
              <a:off x="1348739" y="966216"/>
              <a:ext cx="310896" cy="272796"/>
            </a:xfrm>
            <a:prstGeom prst="rect">
              <a:avLst/>
            </a:prstGeom>
          </p:spPr>
        </p:pic>
        <p:sp>
          <p:nvSpPr>
            <p:cNvPr id="46" name="object 46"/>
            <p:cNvSpPr/>
            <p:nvPr/>
          </p:nvSpPr>
          <p:spPr>
            <a:xfrm>
              <a:off x="1348739" y="966216"/>
              <a:ext cx="311150" cy="273050"/>
            </a:xfrm>
            <a:custGeom>
              <a:avLst/>
              <a:gdLst/>
              <a:ahLst/>
              <a:cxnLst/>
              <a:rect l="l" t="t" r="r" b="b"/>
              <a:pathLst>
                <a:path w="311150" h="273050">
                  <a:moveTo>
                    <a:pt x="0" y="272796"/>
                  </a:moveTo>
                  <a:lnTo>
                    <a:pt x="310896" y="272796"/>
                  </a:lnTo>
                  <a:lnTo>
                    <a:pt x="310896" y="0"/>
                  </a:lnTo>
                  <a:lnTo>
                    <a:pt x="0" y="0"/>
                  </a:lnTo>
                  <a:lnTo>
                    <a:pt x="0" y="272796"/>
                  </a:lnTo>
                  <a:close/>
                </a:path>
              </a:pathLst>
            </a:custGeom>
            <a:ln w="6096">
              <a:solidFill>
                <a:srgbClr val="A4A4A4"/>
              </a:solidFill>
            </a:ln>
          </p:spPr>
          <p:txBody>
            <a:bodyPr wrap="square" lIns="0" tIns="0" rIns="0" bIns="0" rtlCol="0"/>
            <a:lstStyle/>
            <a:p>
              <a:endParaRPr sz="1488"/>
            </a:p>
          </p:txBody>
        </p:sp>
      </p:grpSp>
      <p:sp>
        <p:nvSpPr>
          <p:cNvPr id="47" name="object 47"/>
          <p:cNvSpPr txBox="1"/>
          <p:nvPr/>
        </p:nvSpPr>
        <p:spPr>
          <a:xfrm>
            <a:off x="2432291" y="731460"/>
            <a:ext cx="147014" cy="316072"/>
          </a:xfrm>
          <a:prstGeom prst="rect">
            <a:avLst/>
          </a:prstGeom>
        </p:spPr>
        <p:txBody>
          <a:bodyPr vert="horz" wrap="square" lIns="0" tIns="10501" rIns="0" bIns="0" rtlCol="0">
            <a:spAutoFit/>
          </a:bodyPr>
          <a:lstStyle/>
          <a:p>
            <a:pPr marL="10502">
              <a:spcBef>
                <a:spcPts val="83"/>
              </a:spcBef>
            </a:pPr>
            <a:r>
              <a:rPr sz="1985" dirty="0">
                <a:latin typeface="Calibri"/>
                <a:cs typeface="Calibri"/>
              </a:rPr>
              <a:t>+</a:t>
            </a:r>
            <a:endParaRPr sz="1985">
              <a:latin typeface="Calibri"/>
              <a:cs typeface="Calibri"/>
            </a:endParaRPr>
          </a:p>
        </p:txBody>
      </p:sp>
      <p:grpSp>
        <p:nvGrpSpPr>
          <p:cNvPr id="48" name="object 48"/>
          <p:cNvGrpSpPr/>
          <p:nvPr/>
        </p:nvGrpSpPr>
        <p:grpSpPr>
          <a:xfrm>
            <a:off x="5384548" y="2288277"/>
            <a:ext cx="262525" cy="232073"/>
            <a:chOff x="4986401" y="2767457"/>
            <a:chExt cx="317500" cy="280670"/>
          </a:xfrm>
        </p:grpSpPr>
        <p:pic>
          <p:nvPicPr>
            <p:cNvPr id="49" name="object 49"/>
            <p:cNvPicPr/>
            <p:nvPr/>
          </p:nvPicPr>
          <p:blipFill>
            <a:blip r:embed="rId14" cstate="print"/>
            <a:stretch>
              <a:fillRect/>
            </a:stretch>
          </p:blipFill>
          <p:spPr>
            <a:xfrm>
              <a:off x="4989576" y="2770632"/>
              <a:ext cx="310896" cy="274320"/>
            </a:xfrm>
            <a:prstGeom prst="rect">
              <a:avLst/>
            </a:prstGeom>
          </p:spPr>
        </p:pic>
        <p:sp>
          <p:nvSpPr>
            <p:cNvPr id="50" name="object 50"/>
            <p:cNvSpPr/>
            <p:nvPr/>
          </p:nvSpPr>
          <p:spPr>
            <a:xfrm>
              <a:off x="4989576" y="2770632"/>
              <a:ext cx="311150" cy="274320"/>
            </a:xfrm>
            <a:custGeom>
              <a:avLst/>
              <a:gdLst/>
              <a:ahLst/>
              <a:cxnLst/>
              <a:rect l="l" t="t" r="r" b="b"/>
              <a:pathLst>
                <a:path w="311150" h="274319">
                  <a:moveTo>
                    <a:pt x="0" y="274320"/>
                  </a:moveTo>
                  <a:lnTo>
                    <a:pt x="310896" y="274320"/>
                  </a:lnTo>
                  <a:lnTo>
                    <a:pt x="310896" y="0"/>
                  </a:lnTo>
                  <a:lnTo>
                    <a:pt x="0" y="0"/>
                  </a:lnTo>
                  <a:lnTo>
                    <a:pt x="0" y="274320"/>
                  </a:lnTo>
                  <a:close/>
                </a:path>
              </a:pathLst>
            </a:custGeom>
            <a:ln w="6096">
              <a:solidFill>
                <a:srgbClr val="A4A4A4"/>
              </a:solidFill>
            </a:ln>
          </p:spPr>
          <p:txBody>
            <a:bodyPr wrap="square" lIns="0" tIns="0" rIns="0" bIns="0" rtlCol="0"/>
            <a:lstStyle/>
            <a:p>
              <a:endParaRPr sz="1488"/>
            </a:p>
          </p:txBody>
        </p:sp>
      </p:grpSp>
      <p:sp>
        <p:nvSpPr>
          <p:cNvPr id="51" name="object 51"/>
          <p:cNvSpPr txBox="1"/>
          <p:nvPr/>
        </p:nvSpPr>
        <p:spPr>
          <a:xfrm>
            <a:off x="5442934" y="2224956"/>
            <a:ext cx="147014" cy="316072"/>
          </a:xfrm>
          <a:prstGeom prst="rect">
            <a:avLst/>
          </a:prstGeom>
        </p:spPr>
        <p:txBody>
          <a:bodyPr vert="horz" wrap="square" lIns="0" tIns="10501" rIns="0" bIns="0" rtlCol="0">
            <a:spAutoFit/>
          </a:bodyPr>
          <a:lstStyle/>
          <a:p>
            <a:pPr marL="10502">
              <a:spcBef>
                <a:spcPts val="83"/>
              </a:spcBef>
            </a:pPr>
            <a:r>
              <a:rPr sz="1985" dirty="0">
                <a:latin typeface="Calibri"/>
                <a:cs typeface="Calibri"/>
              </a:rPr>
              <a:t>+</a:t>
            </a:r>
            <a:endParaRPr sz="1985">
              <a:latin typeface="Calibri"/>
              <a:cs typeface="Calibri"/>
            </a:endParaRPr>
          </a:p>
        </p:txBody>
      </p:sp>
      <p:grpSp>
        <p:nvGrpSpPr>
          <p:cNvPr id="52" name="object 52"/>
          <p:cNvGrpSpPr/>
          <p:nvPr/>
        </p:nvGrpSpPr>
        <p:grpSpPr>
          <a:xfrm>
            <a:off x="3176813" y="5031562"/>
            <a:ext cx="404813" cy="387488"/>
            <a:chOff x="2316352" y="6085204"/>
            <a:chExt cx="489584" cy="468630"/>
          </a:xfrm>
        </p:grpSpPr>
        <p:pic>
          <p:nvPicPr>
            <p:cNvPr id="53" name="object 53"/>
            <p:cNvPicPr/>
            <p:nvPr/>
          </p:nvPicPr>
          <p:blipFill>
            <a:blip r:embed="rId15" cstate="print"/>
            <a:stretch>
              <a:fillRect/>
            </a:stretch>
          </p:blipFill>
          <p:spPr>
            <a:xfrm>
              <a:off x="2319527" y="6088379"/>
              <a:ext cx="483107" cy="461772"/>
            </a:xfrm>
            <a:prstGeom prst="rect">
              <a:avLst/>
            </a:prstGeom>
          </p:spPr>
        </p:pic>
        <p:sp>
          <p:nvSpPr>
            <p:cNvPr id="54" name="object 54"/>
            <p:cNvSpPr/>
            <p:nvPr/>
          </p:nvSpPr>
          <p:spPr>
            <a:xfrm>
              <a:off x="2319527" y="6088379"/>
              <a:ext cx="483234" cy="462280"/>
            </a:xfrm>
            <a:custGeom>
              <a:avLst/>
              <a:gdLst/>
              <a:ahLst/>
              <a:cxnLst/>
              <a:rect l="l" t="t" r="r" b="b"/>
              <a:pathLst>
                <a:path w="483235" h="462279">
                  <a:moveTo>
                    <a:pt x="0" y="461772"/>
                  </a:moveTo>
                  <a:lnTo>
                    <a:pt x="483107" y="461772"/>
                  </a:lnTo>
                  <a:lnTo>
                    <a:pt x="483107" y="0"/>
                  </a:lnTo>
                  <a:lnTo>
                    <a:pt x="0" y="0"/>
                  </a:lnTo>
                  <a:lnTo>
                    <a:pt x="0" y="461772"/>
                  </a:lnTo>
                  <a:close/>
                </a:path>
              </a:pathLst>
            </a:custGeom>
            <a:ln w="6096">
              <a:solidFill>
                <a:srgbClr val="FFC000"/>
              </a:solidFill>
            </a:ln>
          </p:spPr>
          <p:txBody>
            <a:bodyPr wrap="square" lIns="0" tIns="0" rIns="0" bIns="0" rtlCol="0"/>
            <a:lstStyle/>
            <a:p>
              <a:endParaRPr sz="1488"/>
            </a:p>
          </p:txBody>
        </p:sp>
      </p:grpSp>
      <p:sp>
        <p:nvSpPr>
          <p:cNvPr id="55" name="object 55"/>
          <p:cNvSpPr txBox="1"/>
          <p:nvPr/>
        </p:nvSpPr>
        <p:spPr>
          <a:xfrm>
            <a:off x="3305556" y="5046621"/>
            <a:ext cx="149114" cy="316072"/>
          </a:xfrm>
          <a:prstGeom prst="rect">
            <a:avLst/>
          </a:prstGeom>
        </p:spPr>
        <p:txBody>
          <a:bodyPr vert="horz" wrap="square" lIns="0" tIns="10501" rIns="0" bIns="0" rtlCol="0">
            <a:spAutoFit/>
          </a:bodyPr>
          <a:lstStyle/>
          <a:p>
            <a:pPr marL="10502">
              <a:spcBef>
                <a:spcPts val="83"/>
              </a:spcBef>
            </a:pPr>
            <a:r>
              <a:rPr sz="1985" dirty="0">
                <a:latin typeface="Calibri"/>
                <a:cs typeface="Calibri"/>
              </a:rPr>
              <a:t>3</a:t>
            </a:r>
            <a:endParaRPr sz="1985">
              <a:latin typeface="Calibri"/>
              <a:cs typeface="Calibri"/>
            </a:endParaRPr>
          </a:p>
        </p:txBody>
      </p:sp>
      <p:grpSp>
        <p:nvGrpSpPr>
          <p:cNvPr id="56" name="object 56"/>
          <p:cNvGrpSpPr/>
          <p:nvPr/>
        </p:nvGrpSpPr>
        <p:grpSpPr>
          <a:xfrm>
            <a:off x="3798054" y="5031562"/>
            <a:ext cx="418991" cy="387488"/>
            <a:chOff x="3067685" y="6085204"/>
            <a:chExt cx="506730" cy="468630"/>
          </a:xfrm>
        </p:grpSpPr>
        <p:pic>
          <p:nvPicPr>
            <p:cNvPr id="57" name="object 57"/>
            <p:cNvPicPr/>
            <p:nvPr/>
          </p:nvPicPr>
          <p:blipFill>
            <a:blip r:embed="rId16" cstate="print"/>
            <a:stretch>
              <a:fillRect/>
            </a:stretch>
          </p:blipFill>
          <p:spPr>
            <a:xfrm>
              <a:off x="3070860" y="6088379"/>
              <a:ext cx="499872" cy="461772"/>
            </a:xfrm>
            <a:prstGeom prst="rect">
              <a:avLst/>
            </a:prstGeom>
          </p:spPr>
        </p:pic>
        <p:sp>
          <p:nvSpPr>
            <p:cNvPr id="58" name="object 58"/>
            <p:cNvSpPr/>
            <p:nvPr/>
          </p:nvSpPr>
          <p:spPr>
            <a:xfrm>
              <a:off x="3070860" y="6088379"/>
              <a:ext cx="500380" cy="462280"/>
            </a:xfrm>
            <a:custGeom>
              <a:avLst/>
              <a:gdLst/>
              <a:ahLst/>
              <a:cxnLst/>
              <a:rect l="l" t="t" r="r" b="b"/>
              <a:pathLst>
                <a:path w="500379" h="462279">
                  <a:moveTo>
                    <a:pt x="0" y="461772"/>
                  </a:moveTo>
                  <a:lnTo>
                    <a:pt x="499872" y="461772"/>
                  </a:lnTo>
                  <a:lnTo>
                    <a:pt x="499872" y="0"/>
                  </a:lnTo>
                  <a:lnTo>
                    <a:pt x="0" y="0"/>
                  </a:lnTo>
                  <a:lnTo>
                    <a:pt x="0" y="461772"/>
                  </a:lnTo>
                  <a:close/>
                </a:path>
              </a:pathLst>
            </a:custGeom>
            <a:ln w="6095">
              <a:solidFill>
                <a:srgbClr val="FFC000"/>
              </a:solidFill>
            </a:ln>
          </p:spPr>
          <p:txBody>
            <a:bodyPr wrap="square" lIns="0" tIns="0" rIns="0" bIns="0" rtlCol="0"/>
            <a:lstStyle/>
            <a:p>
              <a:endParaRPr sz="1488"/>
            </a:p>
          </p:txBody>
        </p:sp>
      </p:grpSp>
      <p:sp>
        <p:nvSpPr>
          <p:cNvPr id="59" name="object 59"/>
          <p:cNvSpPr txBox="1"/>
          <p:nvPr/>
        </p:nvSpPr>
        <p:spPr>
          <a:xfrm>
            <a:off x="3933623" y="5046621"/>
            <a:ext cx="149114" cy="316072"/>
          </a:xfrm>
          <a:prstGeom prst="rect">
            <a:avLst/>
          </a:prstGeom>
        </p:spPr>
        <p:txBody>
          <a:bodyPr vert="horz" wrap="square" lIns="0" tIns="10501" rIns="0" bIns="0" rtlCol="0">
            <a:spAutoFit/>
          </a:bodyPr>
          <a:lstStyle/>
          <a:p>
            <a:pPr marL="10502">
              <a:spcBef>
                <a:spcPts val="83"/>
              </a:spcBef>
            </a:pPr>
            <a:r>
              <a:rPr sz="1985" dirty="0">
                <a:latin typeface="Calibri"/>
                <a:cs typeface="Calibri"/>
              </a:rPr>
              <a:t>1</a:t>
            </a:r>
            <a:endParaRPr sz="1985">
              <a:latin typeface="Calibri"/>
              <a:cs typeface="Calibri"/>
            </a:endParaRPr>
          </a:p>
        </p:txBody>
      </p:sp>
      <p:grpSp>
        <p:nvGrpSpPr>
          <p:cNvPr id="60" name="object 60"/>
          <p:cNvGrpSpPr/>
          <p:nvPr/>
        </p:nvGrpSpPr>
        <p:grpSpPr>
          <a:xfrm>
            <a:off x="4414254" y="5031562"/>
            <a:ext cx="418991" cy="387488"/>
            <a:chOff x="3812921" y="6085204"/>
            <a:chExt cx="506730" cy="468630"/>
          </a:xfrm>
        </p:grpSpPr>
        <p:pic>
          <p:nvPicPr>
            <p:cNvPr id="61" name="object 61"/>
            <p:cNvPicPr/>
            <p:nvPr/>
          </p:nvPicPr>
          <p:blipFill>
            <a:blip r:embed="rId16" cstate="print"/>
            <a:stretch>
              <a:fillRect/>
            </a:stretch>
          </p:blipFill>
          <p:spPr>
            <a:xfrm>
              <a:off x="3816096" y="6088379"/>
              <a:ext cx="499872" cy="461772"/>
            </a:xfrm>
            <a:prstGeom prst="rect">
              <a:avLst/>
            </a:prstGeom>
          </p:spPr>
        </p:pic>
        <p:sp>
          <p:nvSpPr>
            <p:cNvPr id="62" name="object 62"/>
            <p:cNvSpPr/>
            <p:nvPr/>
          </p:nvSpPr>
          <p:spPr>
            <a:xfrm>
              <a:off x="3816096" y="6088379"/>
              <a:ext cx="500380" cy="462280"/>
            </a:xfrm>
            <a:custGeom>
              <a:avLst/>
              <a:gdLst/>
              <a:ahLst/>
              <a:cxnLst/>
              <a:rect l="l" t="t" r="r" b="b"/>
              <a:pathLst>
                <a:path w="500379" h="462279">
                  <a:moveTo>
                    <a:pt x="0" y="461772"/>
                  </a:moveTo>
                  <a:lnTo>
                    <a:pt x="499872" y="461772"/>
                  </a:lnTo>
                  <a:lnTo>
                    <a:pt x="499872" y="0"/>
                  </a:lnTo>
                  <a:lnTo>
                    <a:pt x="0" y="0"/>
                  </a:lnTo>
                  <a:lnTo>
                    <a:pt x="0" y="461772"/>
                  </a:lnTo>
                  <a:close/>
                </a:path>
              </a:pathLst>
            </a:custGeom>
            <a:ln w="6095">
              <a:solidFill>
                <a:srgbClr val="FFC000"/>
              </a:solidFill>
            </a:ln>
          </p:spPr>
          <p:txBody>
            <a:bodyPr wrap="square" lIns="0" tIns="0" rIns="0" bIns="0" rtlCol="0"/>
            <a:lstStyle/>
            <a:p>
              <a:endParaRPr sz="1488"/>
            </a:p>
          </p:txBody>
        </p:sp>
      </p:grpSp>
      <p:sp>
        <p:nvSpPr>
          <p:cNvPr id="63" name="object 63"/>
          <p:cNvSpPr txBox="1"/>
          <p:nvPr/>
        </p:nvSpPr>
        <p:spPr>
          <a:xfrm>
            <a:off x="4419399" y="5046621"/>
            <a:ext cx="408490" cy="316072"/>
          </a:xfrm>
          <a:prstGeom prst="rect">
            <a:avLst/>
          </a:prstGeom>
        </p:spPr>
        <p:txBody>
          <a:bodyPr vert="horz" wrap="square" lIns="0" tIns="10501" rIns="0" bIns="0" rtlCol="0">
            <a:spAutoFit/>
          </a:bodyPr>
          <a:lstStyle/>
          <a:p>
            <a:pPr marL="1050" algn="ctr">
              <a:spcBef>
                <a:spcPts val="83"/>
              </a:spcBef>
            </a:pPr>
            <a:r>
              <a:rPr sz="1985" dirty="0">
                <a:latin typeface="Calibri"/>
                <a:cs typeface="Calibri"/>
              </a:rPr>
              <a:t>0</a:t>
            </a:r>
            <a:endParaRPr sz="1985">
              <a:latin typeface="Calibri"/>
              <a:cs typeface="Calibri"/>
            </a:endParaRPr>
          </a:p>
        </p:txBody>
      </p:sp>
      <p:grpSp>
        <p:nvGrpSpPr>
          <p:cNvPr id="64" name="object 64"/>
          <p:cNvGrpSpPr/>
          <p:nvPr/>
        </p:nvGrpSpPr>
        <p:grpSpPr>
          <a:xfrm>
            <a:off x="1378619" y="2395387"/>
            <a:ext cx="404813" cy="387488"/>
            <a:chOff x="141604" y="2896997"/>
            <a:chExt cx="489584" cy="468630"/>
          </a:xfrm>
        </p:grpSpPr>
        <p:pic>
          <p:nvPicPr>
            <p:cNvPr id="65" name="object 65"/>
            <p:cNvPicPr/>
            <p:nvPr/>
          </p:nvPicPr>
          <p:blipFill>
            <a:blip r:embed="rId17" cstate="print"/>
            <a:stretch>
              <a:fillRect/>
            </a:stretch>
          </p:blipFill>
          <p:spPr>
            <a:xfrm>
              <a:off x="144779" y="2900172"/>
              <a:ext cx="483108" cy="461772"/>
            </a:xfrm>
            <a:prstGeom prst="rect">
              <a:avLst/>
            </a:prstGeom>
          </p:spPr>
        </p:pic>
        <p:sp>
          <p:nvSpPr>
            <p:cNvPr id="66" name="object 66"/>
            <p:cNvSpPr/>
            <p:nvPr/>
          </p:nvSpPr>
          <p:spPr>
            <a:xfrm>
              <a:off x="144779" y="2900172"/>
              <a:ext cx="483234" cy="462280"/>
            </a:xfrm>
            <a:custGeom>
              <a:avLst/>
              <a:gdLst/>
              <a:ahLst/>
              <a:cxnLst/>
              <a:rect l="l" t="t" r="r" b="b"/>
              <a:pathLst>
                <a:path w="483234" h="462279">
                  <a:moveTo>
                    <a:pt x="0" y="461772"/>
                  </a:moveTo>
                  <a:lnTo>
                    <a:pt x="483108" y="461772"/>
                  </a:lnTo>
                  <a:lnTo>
                    <a:pt x="483108" y="0"/>
                  </a:lnTo>
                  <a:lnTo>
                    <a:pt x="0" y="0"/>
                  </a:lnTo>
                  <a:lnTo>
                    <a:pt x="0" y="461772"/>
                  </a:lnTo>
                  <a:close/>
                </a:path>
              </a:pathLst>
            </a:custGeom>
            <a:ln w="6096">
              <a:solidFill>
                <a:srgbClr val="FFC000"/>
              </a:solidFill>
            </a:ln>
          </p:spPr>
          <p:txBody>
            <a:bodyPr wrap="square" lIns="0" tIns="0" rIns="0" bIns="0" rtlCol="0"/>
            <a:lstStyle/>
            <a:p>
              <a:endParaRPr sz="1488"/>
            </a:p>
          </p:txBody>
        </p:sp>
      </p:grpSp>
      <p:sp>
        <p:nvSpPr>
          <p:cNvPr id="67" name="object 67"/>
          <p:cNvSpPr txBox="1"/>
          <p:nvPr/>
        </p:nvSpPr>
        <p:spPr>
          <a:xfrm>
            <a:off x="1506837" y="2409459"/>
            <a:ext cx="149114" cy="316072"/>
          </a:xfrm>
          <a:prstGeom prst="rect">
            <a:avLst/>
          </a:prstGeom>
        </p:spPr>
        <p:txBody>
          <a:bodyPr vert="horz" wrap="square" lIns="0" tIns="10501" rIns="0" bIns="0" rtlCol="0">
            <a:spAutoFit/>
          </a:bodyPr>
          <a:lstStyle/>
          <a:p>
            <a:pPr marL="10502">
              <a:spcBef>
                <a:spcPts val="83"/>
              </a:spcBef>
            </a:pPr>
            <a:r>
              <a:rPr sz="1985" dirty="0">
                <a:latin typeface="Calibri"/>
                <a:cs typeface="Calibri"/>
              </a:rPr>
              <a:t>3</a:t>
            </a:r>
            <a:endParaRPr sz="1985">
              <a:latin typeface="Calibri"/>
              <a:cs typeface="Calibri"/>
            </a:endParaRPr>
          </a:p>
        </p:txBody>
      </p:sp>
      <p:grpSp>
        <p:nvGrpSpPr>
          <p:cNvPr id="68" name="object 68"/>
          <p:cNvGrpSpPr/>
          <p:nvPr/>
        </p:nvGrpSpPr>
        <p:grpSpPr>
          <a:xfrm>
            <a:off x="1364757" y="2972523"/>
            <a:ext cx="418991" cy="387488"/>
            <a:chOff x="124840" y="3594989"/>
            <a:chExt cx="506730" cy="468630"/>
          </a:xfrm>
        </p:grpSpPr>
        <p:pic>
          <p:nvPicPr>
            <p:cNvPr id="69" name="object 69"/>
            <p:cNvPicPr/>
            <p:nvPr/>
          </p:nvPicPr>
          <p:blipFill>
            <a:blip r:embed="rId18" cstate="print"/>
            <a:stretch>
              <a:fillRect/>
            </a:stretch>
          </p:blipFill>
          <p:spPr>
            <a:xfrm>
              <a:off x="128015" y="3598164"/>
              <a:ext cx="499872" cy="461772"/>
            </a:xfrm>
            <a:prstGeom prst="rect">
              <a:avLst/>
            </a:prstGeom>
          </p:spPr>
        </p:pic>
        <p:sp>
          <p:nvSpPr>
            <p:cNvPr id="70" name="object 70"/>
            <p:cNvSpPr/>
            <p:nvPr/>
          </p:nvSpPr>
          <p:spPr>
            <a:xfrm>
              <a:off x="128015" y="3598164"/>
              <a:ext cx="500380" cy="462280"/>
            </a:xfrm>
            <a:custGeom>
              <a:avLst/>
              <a:gdLst/>
              <a:ahLst/>
              <a:cxnLst/>
              <a:rect l="l" t="t" r="r" b="b"/>
              <a:pathLst>
                <a:path w="500380" h="462279">
                  <a:moveTo>
                    <a:pt x="0" y="461772"/>
                  </a:moveTo>
                  <a:lnTo>
                    <a:pt x="499872" y="461772"/>
                  </a:lnTo>
                  <a:lnTo>
                    <a:pt x="499872" y="0"/>
                  </a:lnTo>
                  <a:lnTo>
                    <a:pt x="0" y="0"/>
                  </a:lnTo>
                  <a:lnTo>
                    <a:pt x="0" y="461772"/>
                  </a:lnTo>
                  <a:close/>
                </a:path>
              </a:pathLst>
            </a:custGeom>
            <a:ln w="6096">
              <a:solidFill>
                <a:srgbClr val="FFC000"/>
              </a:solidFill>
            </a:ln>
          </p:spPr>
          <p:txBody>
            <a:bodyPr wrap="square" lIns="0" tIns="0" rIns="0" bIns="0" rtlCol="0"/>
            <a:lstStyle/>
            <a:p>
              <a:endParaRPr sz="1488"/>
            </a:p>
          </p:txBody>
        </p:sp>
      </p:grpSp>
      <p:sp>
        <p:nvSpPr>
          <p:cNvPr id="71" name="object 71"/>
          <p:cNvSpPr txBox="1"/>
          <p:nvPr/>
        </p:nvSpPr>
        <p:spPr>
          <a:xfrm>
            <a:off x="1499780" y="2986343"/>
            <a:ext cx="149114" cy="316072"/>
          </a:xfrm>
          <a:prstGeom prst="rect">
            <a:avLst/>
          </a:prstGeom>
        </p:spPr>
        <p:txBody>
          <a:bodyPr vert="horz" wrap="square" lIns="0" tIns="10501" rIns="0" bIns="0" rtlCol="0">
            <a:spAutoFit/>
          </a:bodyPr>
          <a:lstStyle/>
          <a:p>
            <a:pPr marL="10502">
              <a:spcBef>
                <a:spcPts val="83"/>
              </a:spcBef>
            </a:pPr>
            <a:r>
              <a:rPr sz="1985" dirty="0">
                <a:latin typeface="Calibri"/>
                <a:cs typeface="Calibri"/>
              </a:rPr>
              <a:t>1</a:t>
            </a:r>
            <a:endParaRPr sz="1985">
              <a:latin typeface="Calibri"/>
              <a:cs typeface="Calibri"/>
            </a:endParaRPr>
          </a:p>
        </p:txBody>
      </p:sp>
      <p:grpSp>
        <p:nvGrpSpPr>
          <p:cNvPr id="72" name="object 72"/>
          <p:cNvGrpSpPr/>
          <p:nvPr/>
        </p:nvGrpSpPr>
        <p:grpSpPr>
          <a:xfrm>
            <a:off x="1355936" y="3549658"/>
            <a:ext cx="418991" cy="387488"/>
            <a:chOff x="114172" y="4292980"/>
            <a:chExt cx="506730" cy="468630"/>
          </a:xfrm>
        </p:grpSpPr>
        <p:pic>
          <p:nvPicPr>
            <p:cNvPr id="73" name="object 73"/>
            <p:cNvPicPr/>
            <p:nvPr/>
          </p:nvPicPr>
          <p:blipFill>
            <a:blip r:embed="rId19" cstate="print"/>
            <a:stretch>
              <a:fillRect/>
            </a:stretch>
          </p:blipFill>
          <p:spPr>
            <a:xfrm>
              <a:off x="117347" y="4296155"/>
              <a:ext cx="499872" cy="461772"/>
            </a:xfrm>
            <a:prstGeom prst="rect">
              <a:avLst/>
            </a:prstGeom>
          </p:spPr>
        </p:pic>
        <p:sp>
          <p:nvSpPr>
            <p:cNvPr id="74" name="object 74"/>
            <p:cNvSpPr/>
            <p:nvPr/>
          </p:nvSpPr>
          <p:spPr>
            <a:xfrm>
              <a:off x="117347" y="4296155"/>
              <a:ext cx="500380" cy="462280"/>
            </a:xfrm>
            <a:custGeom>
              <a:avLst/>
              <a:gdLst/>
              <a:ahLst/>
              <a:cxnLst/>
              <a:rect l="l" t="t" r="r" b="b"/>
              <a:pathLst>
                <a:path w="500380" h="462279">
                  <a:moveTo>
                    <a:pt x="0" y="461772"/>
                  </a:moveTo>
                  <a:lnTo>
                    <a:pt x="499872" y="461772"/>
                  </a:lnTo>
                  <a:lnTo>
                    <a:pt x="499872" y="0"/>
                  </a:lnTo>
                  <a:lnTo>
                    <a:pt x="0" y="0"/>
                  </a:lnTo>
                  <a:lnTo>
                    <a:pt x="0" y="461772"/>
                  </a:lnTo>
                  <a:close/>
                </a:path>
              </a:pathLst>
            </a:custGeom>
            <a:ln w="6096">
              <a:solidFill>
                <a:srgbClr val="FFC000"/>
              </a:solidFill>
            </a:ln>
          </p:spPr>
          <p:txBody>
            <a:bodyPr wrap="square" lIns="0" tIns="0" rIns="0" bIns="0" rtlCol="0"/>
            <a:lstStyle/>
            <a:p>
              <a:endParaRPr sz="1488"/>
            </a:p>
          </p:txBody>
        </p:sp>
      </p:grpSp>
      <p:sp>
        <p:nvSpPr>
          <p:cNvPr id="75" name="object 75"/>
          <p:cNvSpPr txBox="1"/>
          <p:nvPr/>
        </p:nvSpPr>
        <p:spPr>
          <a:xfrm>
            <a:off x="1491212" y="3563941"/>
            <a:ext cx="149114" cy="316072"/>
          </a:xfrm>
          <a:prstGeom prst="rect">
            <a:avLst/>
          </a:prstGeom>
        </p:spPr>
        <p:txBody>
          <a:bodyPr vert="horz" wrap="square" lIns="0" tIns="10501" rIns="0" bIns="0" rtlCol="0">
            <a:spAutoFit/>
          </a:bodyPr>
          <a:lstStyle/>
          <a:p>
            <a:pPr marL="10502">
              <a:spcBef>
                <a:spcPts val="83"/>
              </a:spcBef>
            </a:pPr>
            <a:r>
              <a:rPr sz="1985" dirty="0">
                <a:latin typeface="Calibri"/>
                <a:cs typeface="Calibri"/>
              </a:rPr>
              <a:t>0</a:t>
            </a:r>
            <a:endParaRPr sz="1985">
              <a:latin typeface="Calibri"/>
              <a:cs typeface="Calibri"/>
            </a:endParaRPr>
          </a:p>
        </p:txBody>
      </p:sp>
      <p:grpSp>
        <p:nvGrpSpPr>
          <p:cNvPr id="76" name="object 76"/>
          <p:cNvGrpSpPr/>
          <p:nvPr/>
        </p:nvGrpSpPr>
        <p:grpSpPr>
          <a:xfrm>
            <a:off x="1417683" y="125906"/>
            <a:ext cx="404813" cy="387488"/>
            <a:chOff x="188848" y="152272"/>
            <a:chExt cx="489584" cy="468630"/>
          </a:xfrm>
        </p:grpSpPr>
        <p:pic>
          <p:nvPicPr>
            <p:cNvPr id="77" name="object 77"/>
            <p:cNvPicPr/>
            <p:nvPr/>
          </p:nvPicPr>
          <p:blipFill>
            <a:blip r:embed="rId17" cstate="print"/>
            <a:stretch>
              <a:fillRect/>
            </a:stretch>
          </p:blipFill>
          <p:spPr>
            <a:xfrm>
              <a:off x="192023" y="155447"/>
              <a:ext cx="483108" cy="461772"/>
            </a:xfrm>
            <a:prstGeom prst="rect">
              <a:avLst/>
            </a:prstGeom>
          </p:spPr>
        </p:pic>
        <p:sp>
          <p:nvSpPr>
            <p:cNvPr id="78" name="object 78"/>
            <p:cNvSpPr/>
            <p:nvPr/>
          </p:nvSpPr>
          <p:spPr>
            <a:xfrm>
              <a:off x="192023" y="155447"/>
              <a:ext cx="483234" cy="462280"/>
            </a:xfrm>
            <a:custGeom>
              <a:avLst/>
              <a:gdLst/>
              <a:ahLst/>
              <a:cxnLst/>
              <a:rect l="l" t="t" r="r" b="b"/>
              <a:pathLst>
                <a:path w="483234" h="462280">
                  <a:moveTo>
                    <a:pt x="0" y="461772"/>
                  </a:moveTo>
                  <a:lnTo>
                    <a:pt x="483108" y="461772"/>
                  </a:lnTo>
                  <a:lnTo>
                    <a:pt x="483108" y="0"/>
                  </a:lnTo>
                  <a:lnTo>
                    <a:pt x="0" y="0"/>
                  </a:lnTo>
                  <a:lnTo>
                    <a:pt x="0" y="461772"/>
                  </a:lnTo>
                  <a:close/>
                </a:path>
              </a:pathLst>
            </a:custGeom>
            <a:ln w="6096">
              <a:solidFill>
                <a:srgbClr val="FFC000"/>
              </a:solidFill>
            </a:ln>
          </p:spPr>
          <p:txBody>
            <a:bodyPr wrap="square" lIns="0" tIns="0" rIns="0" bIns="0" rtlCol="0"/>
            <a:lstStyle/>
            <a:p>
              <a:endParaRPr sz="1488"/>
            </a:p>
          </p:txBody>
        </p:sp>
      </p:grpSp>
      <p:sp>
        <p:nvSpPr>
          <p:cNvPr id="79" name="object 79"/>
          <p:cNvSpPr txBox="1"/>
          <p:nvPr/>
        </p:nvSpPr>
        <p:spPr>
          <a:xfrm>
            <a:off x="1545900" y="140189"/>
            <a:ext cx="149114" cy="316072"/>
          </a:xfrm>
          <a:prstGeom prst="rect">
            <a:avLst/>
          </a:prstGeom>
        </p:spPr>
        <p:txBody>
          <a:bodyPr vert="horz" wrap="square" lIns="0" tIns="10501" rIns="0" bIns="0" rtlCol="0">
            <a:spAutoFit/>
          </a:bodyPr>
          <a:lstStyle/>
          <a:p>
            <a:pPr marL="10502">
              <a:spcBef>
                <a:spcPts val="83"/>
              </a:spcBef>
            </a:pPr>
            <a:r>
              <a:rPr sz="1985" dirty="0">
                <a:latin typeface="Calibri"/>
                <a:cs typeface="Calibri"/>
              </a:rPr>
              <a:t>3</a:t>
            </a:r>
            <a:endParaRPr sz="1985">
              <a:latin typeface="Calibri"/>
              <a:cs typeface="Calibri"/>
            </a:endParaRPr>
          </a:p>
        </p:txBody>
      </p:sp>
      <p:grpSp>
        <p:nvGrpSpPr>
          <p:cNvPr id="80" name="object 80"/>
          <p:cNvGrpSpPr/>
          <p:nvPr/>
        </p:nvGrpSpPr>
        <p:grpSpPr>
          <a:xfrm>
            <a:off x="1403822" y="703042"/>
            <a:ext cx="418991" cy="387488"/>
            <a:chOff x="172085" y="850264"/>
            <a:chExt cx="506730" cy="468630"/>
          </a:xfrm>
        </p:grpSpPr>
        <p:pic>
          <p:nvPicPr>
            <p:cNvPr id="81" name="object 81"/>
            <p:cNvPicPr/>
            <p:nvPr/>
          </p:nvPicPr>
          <p:blipFill>
            <a:blip r:embed="rId19" cstate="print"/>
            <a:stretch>
              <a:fillRect/>
            </a:stretch>
          </p:blipFill>
          <p:spPr>
            <a:xfrm>
              <a:off x="175260" y="853439"/>
              <a:ext cx="499872" cy="461772"/>
            </a:xfrm>
            <a:prstGeom prst="rect">
              <a:avLst/>
            </a:prstGeom>
          </p:spPr>
        </p:pic>
        <p:sp>
          <p:nvSpPr>
            <p:cNvPr id="82" name="object 82"/>
            <p:cNvSpPr/>
            <p:nvPr/>
          </p:nvSpPr>
          <p:spPr>
            <a:xfrm>
              <a:off x="175260" y="853439"/>
              <a:ext cx="500380" cy="462280"/>
            </a:xfrm>
            <a:custGeom>
              <a:avLst/>
              <a:gdLst/>
              <a:ahLst/>
              <a:cxnLst/>
              <a:rect l="l" t="t" r="r" b="b"/>
              <a:pathLst>
                <a:path w="500380" h="462280">
                  <a:moveTo>
                    <a:pt x="0" y="461772"/>
                  </a:moveTo>
                  <a:lnTo>
                    <a:pt x="499872" y="461772"/>
                  </a:lnTo>
                  <a:lnTo>
                    <a:pt x="499872" y="0"/>
                  </a:lnTo>
                  <a:lnTo>
                    <a:pt x="0" y="0"/>
                  </a:lnTo>
                  <a:lnTo>
                    <a:pt x="0" y="461772"/>
                  </a:lnTo>
                  <a:close/>
                </a:path>
              </a:pathLst>
            </a:custGeom>
            <a:ln w="6096">
              <a:solidFill>
                <a:srgbClr val="FFC000"/>
              </a:solidFill>
            </a:ln>
          </p:spPr>
          <p:txBody>
            <a:bodyPr wrap="square" lIns="0" tIns="0" rIns="0" bIns="0" rtlCol="0"/>
            <a:lstStyle/>
            <a:p>
              <a:endParaRPr sz="1488"/>
            </a:p>
          </p:txBody>
        </p:sp>
      </p:grpSp>
      <p:sp>
        <p:nvSpPr>
          <p:cNvPr id="83" name="object 83"/>
          <p:cNvSpPr txBox="1"/>
          <p:nvPr/>
        </p:nvSpPr>
        <p:spPr>
          <a:xfrm>
            <a:off x="1538844" y="717324"/>
            <a:ext cx="149114" cy="316072"/>
          </a:xfrm>
          <a:prstGeom prst="rect">
            <a:avLst/>
          </a:prstGeom>
        </p:spPr>
        <p:txBody>
          <a:bodyPr vert="horz" wrap="square" lIns="0" tIns="10501" rIns="0" bIns="0" rtlCol="0">
            <a:spAutoFit/>
          </a:bodyPr>
          <a:lstStyle/>
          <a:p>
            <a:pPr marL="10502">
              <a:spcBef>
                <a:spcPts val="83"/>
              </a:spcBef>
            </a:pPr>
            <a:r>
              <a:rPr sz="1985" dirty="0">
                <a:latin typeface="Calibri"/>
                <a:cs typeface="Calibri"/>
              </a:rPr>
              <a:t>1</a:t>
            </a:r>
            <a:endParaRPr sz="1985">
              <a:latin typeface="Calibri"/>
              <a:cs typeface="Calibri"/>
            </a:endParaRPr>
          </a:p>
        </p:txBody>
      </p:sp>
      <p:grpSp>
        <p:nvGrpSpPr>
          <p:cNvPr id="84" name="object 84"/>
          <p:cNvGrpSpPr/>
          <p:nvPr/>
        </p:nvGrpSpPr>
        <p:grpSpPr>
          <a:xfrm>
            <a:off x="1395001" y="1280179"/>
            <a:ext cx="418991" cy="387488"/>
            <a:chOff x="161417" y="1548257"/>
            <a:chExt cx="506730" cy="468630"/>
          </a:xfrm>
        </p:grpSpPr>
        <p:pic>
          <p:nvPicPr>
            <p:cNvPr id="85" name="object 85"/>
            <p:cNvPicPr/>
            <p:nvPr/>
          </p:nvPicPr>
          <p:blipFill>
            <a:blip r:embed="rId19" cstate="print"/>
            <a:stretch>
              <a:fillRect/>
            </a:stretch>
          </p:blipFill>
          <p:spPr>
            <a:xfrm>
              <a:off x="164592" y="1551432"/>
              <a:ext cx="499872" cy="461772"/>
            </a:xfrm>
            <a:prstGeom prst="rect">
              <a:avLst/>
            </a:prstGeom>
          </p:spPr>
        </p:pic>
        <p:sp>
          <p:nvSpPr>
            <p:cNvPr id="86" name="object 86"/>
            <p:cNvSpPr/>
            <p:nvPr/>
          </p:nvSpPr>
          <p:spPr>
            <a:xfrm>
              <a:off x="164592" y="1551432"/>
              <a:ext cx="500380" cy="462280"/>
            </a:xfrm>
            <a:custGeom>
              <a:avLst/>
              <a:gdLst/>
              <a:ahLst/>
              <a:cxnLst/>
              <a:rect l="l" t="t" r="r" b="b"/>
              <a:pathLst>
                <a:path w="500380" h="462280">
                  <a:moveTo>
                    <a:pt x="0" y="461772"/>
                  </a:moveTo>
                  <a:lnTo>
                    <a:pt x="499872" y="461772"/>
                  </a:lnTo>
                  <a:lnTo>
                    <a:pt x="499872" y="0"/>
                  </a:lnTo>
                  <a:lnTo>
                    <a:pt x="0" y="0"/>
                  </a:lnTo>
                  <a:lnTo>
                    <a:pt x="0" y="461772"/>
                  </a:lnTo>
                  <a:close/>
                </a:path>
              </a:pathLst>
            </a:custGeom>
            <a:ln w="6096">
              <a:solidFill>
                <a:srgbClr val="FFC000"/>
              </a:solidFill>
            </a:ln>
          </p:spPr>
          <p:txBody>
            <a:bodyPr wrap="square" lIns="0" tIns="0" rIns="0" bIns="0" rtlCol="0"/>
            <a:lstStyle/>
            <a:p>
              <a:endParaRPr sz="1488"/>
            </a:p>
          </p:txBody>
        </p:sp>
      </p:grpSp>
      <p:sp>
        <p:nvSpPr>
          <p:cNvPr id="87" name="object 87"/>
          <p:cNvSpPr txBox="1"/>
          <p:nvPr/>
        </p:nvSpPr>
        <p:spPr>
          <a:xfrm>
            <a:off x="1400147" y="1294460"/>
            <a:ext cx="411115" cy="316072"/>
          </a:xfrm>
          <a:prstGeom prst="rect">
            <a:avLst/>
          </a:prstGeom>
        </p:spPr>
        <p:txBody>
          <a:bodyPr vert="horz" wrap="square" lIns="0" tIns="10501" rIns="0" bIns="0" rtlCol="0">
            <a:spAutoFit/>
          </a:bodyPr>
          <a:lstStyle/>
          <a:p>
            <a:pPr algn="ctr">
              <a:spcBef>
                <a:spcPts val="83"/>
              </a:spcBef>
            </a:pPr>
            <a:r>
              <a:rPr sz="1985" dirty="0">
                <a:latin typeface="Calibri"/>
                <a:cs typeface="Calibri"/>
              </a:rPr>
              <a:t>0</a:t>
            </a:r>
            <a:endParaRPr sz="1985">
              <a:latin typeface="Calibri"/>
              <a:cs typeface="Calibri"/>
            </a:endParaRPr>
          </a:p>
        </p:txBody>
      </p:sp>
      <p:grpSp>
        <p:nvGrpSpPr>
          <p:cNvPr id="88" name="object 88"/>
          <p:cNvGrpSpPr/>
          <p:nvPr/>
        </p:nvGrpSpPr>
        <p:grpSpPr>
          <a:xfrm>
            <a:off x="6320819" y="1627974"/>
            <a:ext cx="404813" cy="385912"/>
            <a:chOff x="6118733" y="1968880"/>
            <a:chExt cx="489584" cy="466725"/>
          </a:xfrm>
        </p:grpSpPr>
        <p:pic>
          <p:nvPicPr>
            <p:cNvPr id="89" name="object 89"/>
            <p:cNvPicPr/>
            <p:nvPr/>
          </p:nvPicPr>
          <p:blipFill>
            <a:blip r:embed="rId20" cstate="print"/>
            <a:stretch>
              <a:fillRect/>
            </a:stretch>
          </p:blipFill>
          <p:spPr>
            <a:xfrm>
              <a:off x="6121908" y="1972055"/>
              <a:ext cx="483108" cy="460248"/>
            </a:xfrm>
            <a:prstGeom prst="rect">
              <a:avLst/>
            </a:prstGeom>
          </p:spPr>
        </p:pic>
        <p:sp>
          <p:nvSpPr>
            <p:cNvPr id="90" name="object 90"/>
            <p:cNvSpPr/>
            <p:nvPr/>
          </p:nvSpPr>
          <p:spPr>
            <a:xfrm>
              <a:off x="6121908" y="1972055"/>
              <a:ext cx="483234" cy="460375"/>
            </a:xfrm>
            <a:custGeom>
              <a:avLst/>
              <a:gdLst/>
              <a:ahLst/>
              <a:cxnLst/>
              <a:rect l="l" t="t" r="r" b="b"/>
              <a:pathLst>
                <a:path w="483234" h="460375">
                  <a:moveTo>
                    <a:pt x="0" y="460248"/>
                  </a:moveTo>
                  <a:lnTo>
                    <a:pt x="483108" y="460248"/>
                  </a:lnTo>
                  <a:lnTo>
                    <a:pt x="483108" y="0"/>
                  </a:lnTo>
                  <a:lnTo>
                    <a:pt x="0" y="0"/>
                  </a:lnTo>
                  <a:lnTo>
                    <a:pt x="0" y="460248"/>
                  </a:lnTo>
                  <a:close/>
                </a:path>
              </a:pathLst>
            </a:custGeom>
            <a:ln w="6096">
              <a:solidFill>
                <a:srgbClr val="FFC000"/>
              </a:solidFill>
            </a:ln>
          </p:spPr>
          <p:txBody>
            <a:bodyPr wrap="square" lIns="0" tIns="0" rIns="0" bIns="0" rtlCol="0"/>
            <a:lstStyle/>
            <a:p>
              <a:endParaRPr sz="1488"/>
            </a:p>
          </p:txBody>
        </p:sp>
      </p:grpSp>
      <p:sp>
        <p:nvSpPr>
          <p:cNvPr id="91" name="object 91"/>
          <p:cNvSpPr txBox="1"/>
          <p:nvPr/>
        </p:nvSpPr>
        <p:spPr>
          <a:xfrm>
            <a:off x="6449772" y="1641519"/>
            <a:ext cx="149114" cy="316072"/>
          </a:xfrm>
          <a:prstGeom prst="rect">
            <a:avLst/>
          </a:prstGeom>
        </p:spPr>
        <p:txBody>
          <a:bodyPr vert="horz" wrap="square" lIns="0" tIns="10501" rIns="0" bIns="0" rtlCol="0">
            <a:spAutoFit/>
          </a:bodyPr>
          <a:lstStyle/>
          <a:p>
            <a:pPr marL="10502">
              <a:spcBef>
                <a:spcPts val="83"/>
              </a:spcBef>
            </a:pPr>
            <a:r>
              <a:rPr sz="1985" dirty="0">
                <a:latin typeface="Calibri"/>
                <a:cs typeface="Calibri"/>
              </a:rPr>
              <a:t>3</a:t>
            </a:r>
            <a:endParaRPr sz="1985">
              <a:latin typeface="Calibri"/>
              <a:cs typeface="Calibri"/>
            </a:endParaRPr>
          </a:p>
        </p:txBody>
      </p:sp>
      <p:grpSp>
        <p:nvGrpSpPr>
          <p:cNvPr id="92" name="object 92"/>
          <p:cNvGrpSpPr/>
          <p:nvPr/>
        </p:nvGrpSpPr>
        <p:grpSpPr>
          <a:xfrm>
            <a:off x="6306958" y="2203848"/>
            <a:ext cx="418991" cy="387488"/>
            <a:chOff x="6101969" y="2665348"/>
            <a:chExt cx="506730" cy="468630"/>
          </a:xfrm>
        </p:grpSpPr>
        <p:pic>
          <p:nvPicPr>
            <p:cNvPr id="93" name="object 93"/>
            <p:cNvPicPr/>
            <p:nvPr/>
          </p:nvPicPr>
          <p:blipFill>
            <a:blip r:embed="rId16" cstate="print"/>
            <a:stretch>
              <a:fillRect/>
            </a:stretch>
          </p:blipFill>
          <p:spPr>
            <a:xfrm>
              <a:off x="6105144" y="2668523"/>
              <a:ext cx="499872" cy="461772"/>
            </a:xfrm>
            <a:prstGeom prst="rect">
              <a:avLst/>
            </a:prstGeom>
          </p:spPr>
        </p:pic>
        <p:sp>
          <p:nvSpPr>
            <p:cNvPr id="94" name="object 94"/>
            <p:cNvSpPr/>
            <p:nvPr/>
          </p:nvSpPr>
          <p:spPr>
            <a:xfrm>
              <a:off x="6105144" y="2668523"/>
              <a:ext cx="500380" cy="462280"/>
            </a:xfrm>
            <a:custGeom>
              <a:avLst/>
              <a:gdLst/>
              <a:ahLst/>
              <a:cxnLst/>
              <a:rect l="l" t="t" r="r" b="b"/>
              <a:pathLst>
                <a:path w="500379" h="462280">
                  <a:moveTo>
                    <a:pt x="0" y="461772"/>
                  </a:moveTo>
                  <a:lnTo>
                    <a:pt x="499872" y="461772"/>
                  </a:lnTo>
                  <a:lnTo>
                    <a:pt x="499872" y="0"/>
                  </a:lnTo>
                  <a:lnTo>
                    <a:pt x="0" y="0"/>
                  </a:lnTo>
                  <a:lnTo>
                    <a:pt x="0" y="461772"/>
                  </a:lnTo>
                  <a:close/>
                </a:path>
              </a:pathLst>
            </a:custGeom>
            <a:ln w="6096">
              <a:solidFill>
                <a:srgbClr val="FFC000"/>
              </a:solidFill>
            </a:ln>
          </p:spPr>
          <p:txBody>
            <a:bodyPr wrap="square" lIns="0" tIns="0" rIns="0" bIns="0" rtlCol="0"/>
            <a:lstStyle/>
            <a:p>
              <a:endParaRPr sz="1488"/>
            </a:p>
          </p:txBody>
        </p:sp>
      </p:grpSp>
      <p:sp>
        <p:nvSpPr>
          <p:cNvPr id="95" name="object 95"/>
          <p:cNvSpPr txBox="1"/>
          <p:nvPr/>
        </p:nvSpPr>
        <p:spPr>
          <a:xfrm>
            <a:off x="6442946" y="2218655"/>
            <a:ext cx="149114" cy="316072"/>
          </a:xfrm>
          <a:prstGeom prst="rect">
            <a:avLst/>
          </a:prstGeom>
        </p:spPr>
        <p:txBody>
          <a:bodyPr vert="horz" wrap="square" lIns="0" tIns="10501" rIns="0" bIns="0" rtlCol="0">
            <a:spAutoFit/>
          </a:bodyPr>
          <a:lstStyle/>
          <a:p>
            <a:pPr marL="10502">
              <a:spcBef>
                <a:spcPts val="83"/>
              </a:spcBef>
            </a:pPr>
            <a:r>
              <a:rPr sz="1985" dirty="0">
                <a:latin typeface="Calibri"/>
                <a:cs typeface="Calibri"/>
              </a:rPr>
              <a:t>1</a:t>
            </a:r>
            <a:endParaRPr sz="1985">
              <a:latin typeface="Calibri"/>
              <a:cs typeface="Calibri"/>
            </a:endParaRPr>
          </a:p>
        </p:txBody>
      </p:sp>
      <p:grpSp>
        <p:nvGrpSpPr>
          <p:cNvPr id="96" name="object 96"/>
          <p:cNvGrpSpPr/>
          <p:nvPr/>
        </p:nvGrpSpPr>
        <p:grpSpPr>
          <a:xfrm>
            <a:off x="6298137" y="2780984"/>
            <a:ext cx="418991" cy="387488"/>
            <a:chOff x="6091301" y="3363340"/>
            <a:chExt cx="506730" cy="468630"/>
          </a:xfrm>
        </p:grpSpPr>
        <p:pic>
          <p:nvPicPr>
            <p:cNvPr id="97" name="object 97"/>
            <p:cNvPicPr/>
            <p:nvPr/>
          </p:nvPicPr>
          <p:blipFill>
            <a:blip r:embed="rId16" cstate="print"/>
            <a:stretch>
              <a:fillRect/>
            </a:stretch>
          </p:blipFill>
          <p:spPr>
            <a:xfrm>
              <a:off x="6094476" y="3366515"/>
              <a:ext cx="499872" cy="461772"/>
            </a:xfrm>
            <a:prstGeom prst="rect">
              <a:avLst/>
            </a:prstGeom>
          </p:spPr>
        </p:pic>
        <p:sp>
          <p:nvSpPr>
            <p:cNvPr id="98" name="object 98"/>
            <p:cNvSpPr/>
            <p:nvPr/>
          </p:nvSpPr>
          <p:spPr>
            <a:xfrm>
              <a:off x="6094476" y="3366515"/>
              <a:ext cx="500380" cy="462280"/>
            </a:xfrm>
            <a:custGeom>
              <a:avLst/>
              <a:gdLst/>
              <a:ahLst/>
              <a:cxnLst/>
              <a:rect l="l" t="t" r="r" b="b"/>
              <a:pathLst>
                <a:path w="500379" h="462279">
                  <a:moveTo>
                    <a:pt x="0" y="461772"/>
                  </a:moveTo>
                  <a:lnTo>
                    <a:pt x="499872" y="461772"/>
                  </a:lnTo>
                  <a:lnTo>
                    <a:pt x="499872" y="0"/>
                  </a:lnTo>
                  <a:lnTo>
                    <a:pt x="0" y="0"/>
                  </a:lnTo>
                  <a:lnTo>
                    <a:pt x="0" y="461772"/>
                  </a:lnTo>
                  <a:close/>
                </a:path>
              </a:pathLst>
            </a:custGeom>
            <a:ln w="6096">
              <a:solidFill>
                <a:srgbClr val="FFC000"/>
              </a:solidFill>
            </a:ln>
          </p:spPr>
          <p:txBody>
            <a:bodyPr wrap="square" lIns="0" tIns="0" rIns="0" bIns="0" rtlCol="0"/>
            <a:lstStyle/>
            <a:p>
              <a:endParaRPr sz="1488"/>
            </a:p>
          </p:txBody>
        </p:sp>
      </p:grpSp>
      <p:sp>
        <p:nvSpPr>
          <p:cNvPr id="99" name="object 99"/>
          <p:cNvSpPr txBox="1"/>
          <p:nvPr/>
        </p:nvSpPr>
        <p:spPr>
          <a:xfrm>
            <a:off x="6434124" y="2795791"/>
            <a:ext cx="149114" cy="316072"/>
          </a:xfrm>
          <a:prstGeom prst="rect">
            <a:avLst/>
          </a:prstGeom>
        </p:spPr>
        <p:txBody>
          <a:bodyPr vert="horz" wrap="square" lIns="0" tIns="10501" rIns="0" bIns="0" rtlCol="0">
            <a:spAutoFit/>
          </a:bodyPr>
          <a:lstStyle/>
          <a:p>
            <a:pPr marL="10502">
              <a:spcBef>
                <a:spcPts val="83"/>
              </a:spcBef>
            </a:pPr>
            <a:r>
              <a:rPr sz="1985" dirty="0">
                <a:latin typeface="Calibri"/>
                <a:cs typeface="Calibri"/>
              </a:rPr>
              <a:t>0</a:t>
            </a:r>
            <a:endParaRPr sz="1985">
              <a:latin typeface="Calibri"/>
              <a:cs typeface="Calibri"/>
            </a:endParaRPr>
          </a:p>
        </p:txBody>
      </p:sp>
      <p:sp>
        <p:nvSpPr>
          <p:cNvPr id="100" name="object 100"/>
          <p:cNvSpPr txBox="1"/>
          <p:nvPr/>
        </p:nvSpPr>
        <p:spPr>
          <a:xfrm>
            <a:off x="3771802" y="241524"/>
            <a:ext cx="135463" cy="316072"/>
          </a:xfrm>
          <a:prstGeom prst="rect">
            <a:avLst/>
          </a:prstGeom>
        </p:spPr>
        <p:txBody>
          <a:bodyPr vert="horz" wrap="square" lIns="0" tIns="10501" rIns="0" bIns="0" rtlCol="0">
            <a:spAutoFit/>
          </a:bodyPr>
          <a:lstStyle/>
          <a:p>
            <a:pPr marL="10502">
              <a:spcBef>
                <a:spcPts val="83"/>
              </a:spcBef>
            </a:pPr>
            <a:r>
              <a:rPr sz="1985" dirty="0">
                <a:latin typeface="Calibri"/>
                <a:cs typeface="Calibri"/>
              </a:rPr>
              <a:t>y</a:t>
            </a:r>
            <a:endParaRPr sz="1985">
              <a:latin typeface="Calibri"/>
              <a:cs typeface="Calibri"/>
            </a:endParaRPr>
          </a:p>
        </p:txBody>
      </p:sp>
      <p:sp>
        <p:nvSpPr>
          <p:cNvPr id="101" name="object 101"/>
          <p:cNvSpPr/>
          <p:nvPr/>
        </p:nvSpPr>
        <p:spPr>
          <a:xfrm>
            <a:off x="1807577" y="315241"/>
            <a:ext cx="4522264" cy="4718633"/>
          </a:xfrm>
          <a:custGeom>
            <a:avLst/>
            <a:gdLst/>
            <a:ahLst/>
            <a:cxnLst/>
            <a:rect l="l" t="t" r="r" b="b"/>
            <a:pathLst>
              <a:path w="5469255" h="5706745">
                <a:moveTo>
                  <a:pt x="639584" y="3443224"/>
                </a:moveTo>
                <a:lnTo>
                  <a:pt x="628510" y="3438055"/>
                </a:lnTo>
                <a:lnTo>
                  <a:pt x="639076" y="3442335"/>
                </a:lnTo>
                <a:lnTo>
                  <a:pt x="628218" y="3401187"/>
                </a:lnTo>
                <a:lnTo>
                  <a:pt x="617359" y="3360039"/>
                </a:lnTo>
                <a:lnTo>
                  <a:pt x="596214" y="3378631"/>
                </a:lnTo>
                <a:lnTo>
                  <a:pt x="16840" y="2720340"/>
                </a:lnTo>
                <a:lnTo>
                  <a:pt x="1968" y="2733548"/>
                </a:lnTo>
                <a:lnTo>
                  <a:pt x="581342" y="3391700"/>
                </a:lnTo>
                <a:lnTo>
                  <a:pt x="563270" y="3407587"/>
                </a:lnTo>
                <a:lnTo>
                  <a:pt x="562381" y="3407156"/>
                </a:lnTo>
                <a:lnTo>
                  <a:pt x="562406" y="3408349"/>
                </a:lnTo>
                <a:lnTo>
                  <a:pt x="560146" y="3410331"/>
                </a:lnTo>
                <a:lnTo>
                  <a:pt x="562483" y="3411283"/>
                </a:lnTo>
                <a:lnTo>
                  <a:pt x="563143" y="3435451"/>
                </a:lnTo>
                <a:lnTo>
                  <a:pt x="0" y="3450717"/>
                </a:lnTo>
                <a:lnTo>
                  <a:pt x="533" y="3470529"/>
                </a:lnTo>
                <a:lnTo>
                  <a:pt x="563676" y="3455263"/>
                </a:lnTo>
                <a:lnTo>
                  <a:pt x="564159" y="3473183"/>
                </a:lnTo>
                <a:lnTo>
                  <a:pt x="559993" y="3474847"/>
                </a:lnTo>
                <a:lnTo>
                  <a:pt x="564311" y="3478707"/>
                </a:lnTo>
                <a:lnTo>
                  <a:pt x="564451" y="3483356"/>
                </a:lnTo>
                <a:lnTo>
                  <a:pt x="567626" y="3481654"/>
                </a:lnTo>
                <a:lnTo>
                  <a:pt x="581063" y="3493605"/>
                </a:lnTo>
                <a:lnTo>
                  <a:pt x="2006" y="4145026"/>
                </a:lnTo>
                <a:lnTo>
                  <a:pt x="16814" y="4158107"/>
                </a:lnTo>
                <a:lnTo>
                  <a:pt x="595896" y="3506787"/>
                </a:lnTo>
                <a:lnTo>
                  <a:pt x="616978" y="3525520"/>
                </a:lnTo>
                <a:lnTo>
                  <a:pt x="628091" y="3484118"/>
                </a:lnTo>
                <a:lnTo>
                  <a:pt x="638987" y="3443541"/>
                </a:lnTo>
                <a:lnTo>
                  <a:pt x="639584" y="3443224"/>
                </a:lnTo>
                <a:close/>
              </a:path>
              <a:path w="5469255" h="5706745">
                <a:moveTo>
                  <a:pt x="645680" y="721360"/>
                </a:moveTo>
                <a:lnTo>
                  <a:pt x="644906" y="721004"/>
                </a:lnTo>
                <a:lnTo>
                  <a:pt x="634314" y="680847"/>
                </a:lnTo>
                <a:lnTo>
                  <a:pt x="623455" y="639699"/>
                </a:lnTo>
                <a:lnTo>
                  <a:pt x="602284" y="658304"/>
                </a:lnTo>
                <a:lnTo>
                  <a:pt x="22936" y="0"/>
                </a:lnTo>
                <a:lnTo>
                  <a:pt x="8064" y="13208"/>
                </a:lnTo>
                <a:lnTo>
                  <a:pt x="587438" y="671360"/>
                </a:lnTo>
                <a:lnTo>
                  <a:pt x="570496" y="686244"/>
                </a:lnTo>
                <a:lnTo>
                  <a:pt x="568477" y="685292"/>
                </a:lnTo>
                <a:lnTo>
                  <a:pt x="568540" y="687971"/>
                </a:lnTo>
                <a:lnTo>
                  <a:pt x="566242" y="689991"/>
                </a:lnTo>
                <a:lnTo>
                  <a:pt x="568629" y="690968"/>
                </a:lnTo>
                <a:lnTo>
                  <a:pt x="569239" y="713587"/>
                </a:lnTo>
                <a:lnTo>
                  <a:pt x="6096" y="728853"/>
                </a:lnTo>
                <a:lnTo>
                  <a:pt x="6629" y="748665"/>
                </a:lnTo>
                <a:lnTo>
                  <a:pt x="569772" y="733399"/>
                </a:lnTo>
                <a:lnTo>
                  <a:pt x="570255" y="751319"/>
                </a:lnTo>
                <a:lnTo>
                  <a:pt x="566089" y="752983"/>
                </a:lnTo>
                <a:lnTo>
                  <a:pt x="570407" y="756843"/>
                </a:lnTo>
                <a:lnTo>
                  <a:pt x="570547" y="761492"/>
                </a:lnTo>
                <a:lnTo>
                  <a:pt x="573722" y="759790"/>
                </a:lnTo>
                <a:lnTo>
                  <a:pt x="587159" y="771740"/>
                </a:lnTo>
                <a:lnTo>
                  <a:pt x="8102" y="1423162"/>
                </a:lnTo>
                <a:lnTo>
                  <a:pt x="22910" y="1436243"/>
                </a:lnTo>
                <a:lnTo>
                  <a:pt x="601980" y="784910"/>
                </a:lnTo>
                <a:lnTo>
                  <a:pt x="623074" y="803656"/>
                </a:lnTo>
                <a:lnTo>
                  <a:pt x="634187" y="762254"/>
                </a:lnTo>
                <a:lnTo>
                  <a:pt x="645007" y="721944"/>
                </a:lnTo>
                <a:lnTo>
                  <a:pt x="645172" y="721995"/>
                </a:lnTo>
                <a:lnTo>
                  <a:pt x="645083" y="721690"/>
                </a:lnTo>
                <a:lnTo>
                  <a:pt x="645680" y="721360"/>
                </a:lnTo>
                <a:close/>
              </a:path>
              <a:path w="5469255" h="5706745">
                <a:moveTo>
                  <a:pt x="2642501" y="5055616"/>
                </a:moveTo>
                <a:lnTo>
                  <a:pt x="2560332" y="5077714"/>
                </a:lnTo>
                <a:lnTo>
                  <a:pt x="2579052" y="5098847"/>
                </a:lnTo>
                <a:lnTo>
                  <a:pt x="1927618" y="5677890"/>
                </a:lnTo>
                <a:lnTo>
                  <a:pt x="1940826" y="5692699"/>
                </a:lnTo>
                <a:lnTo>
                  <a:pt x="2592120" y="5113591"/>
                </a:lnTo>
                <a:lnTo>
                  <a:pt x="2610866" y="5134737"/>
                </a:lnTo>
                <a:lnTo>
                  <a:pt x="2628582" y="5090414"/>
                </a:lnTo>
                <a:lnTo>
                  <a:pt x="2642501" y="5055616"/>
                </a:lnTo>
                <a:close/>
              </a:path>
              <a:path w="5469255" h="5706745">
                <a:moveTo>
                  <a:pt x="2738894" y="5137404"/>
                </a:moveTo>
                <a:lnTo>
                  <a:pt x="2732379" y="5123434"/>
                </a:lnTo>
                <a:lnTo>
                  <a:pt x="2702953" y="5060188"/>
                </a:lnTo>
                <a:lnTo>
                  <a:pt x="2662694" y="5135372"/>
                </a:lnTo>
                <a:lnTo>
                  <a:pt x="2690914" y="5136134"/>
                </a:lnTo>
                <a:lnTo>
                  <a:pt x="2675648" y="5699239"/>
                </a:lnTo>
                <a:lnTo>
                  <a:pt x="2695460" y="5699785"/>
                </a:lnTo>
                <a:lnTo>
                  <a:pt x="2710726" y="5136654"/>
                </a:lnTo>
                <a:lnTo>
                  <a:pt x="2738894" y="5137404"/>
                </a:lnTo>
                <a:close/>
              </a:path>
              <a:path w="5469255" h="5706745">
                <a:moveTo>
                  <a:pt x="3488321" y="5691581"/>
                </a:moveTo>
                <a:lnTo>
                  <a:pt x="2830068" y="5112270"/>
                </a:lnTo>
                <a:lnTo>
                  <a:pt x="2837446" y="5103876"/>
                </a:lnTo>
                <a:lnTo>
                  <a:pt x="2848749" y="5091049"/>
                </a:lnTo>
                <a:lnTo>
                  <a:pt x="2766326" y="5069332"/>
                </a:lnTo>
                <a:lnTo>
                  <a:pt x="2798330" y="5148326"/>
                </a:lnTo>
                <a:lnTo>
                  <a:pt x="2816987" y="5127129"/>
                </a:lnTo>
                <a:lnTo>
                  <a:pt x="3475240" y="5706453"/>
                </a:lnTo>
                <a:lnTo>
                  <a:pt x="3488321" y="5691581"/>
                </a:lnTo>
                <a:close/>
              </a:path>
              <a:path w="5469255" h="5706745">
                <a:moveTo>
                  <a:pt x="5468759" y="1829054"/>
                </a:moveTo>
                <a:lnTo>
                  <a:pt x="5455424" y="1814322"/>
                </a:lnTo>
                <a:lnTo>
                  <a:pt x="4734801" y="2468626"/>
                </a:lnTo>
                <a:lnTo>
                  <a:pt x="4715903" y="2447798"/>
                </a:lnTo>
                <a:lnTo>
                  <a:pt x="4686833" y="2522563"/>
                </a:lnTo>
                <a:lnTo>
                  <a:pt x="4681994" y="2525014"/>
                </a:lnTo>
                <a:lnTo>
                  <a:pt x="4685246" y="2526627"/>
                </a:lnTo>
                <a:lnTo>
                  <a:pt x="4685042" y="2527173"/>
                </a:lnTo>
                <a:lnTo>
                  <a:pt x="4685893" y="2526944"/>
                </a:lnTo>
                <a:lnTo>
                  <a:pt x="4695393" y="2531630"/>
                </a:lnTo>
                <a:lnTo>
                  <a:pt x="4722380" y="2604135"/>
                </a:lnTo>
                <a:lnTo>
                  <a:pt x="4741672" y="2583434"/>
                </a:lnTo>
                <a:lnTo>
                  <a:pt x="5429008" y="3224022"/>
                </a:lnTo>
                <a:lnTo>
                  <a:pt x="5442470" y="3209544"/>
                </a:lnTo>
                <a:lnTo>
                  <a:pt x="4755146" y="2568968"/>
                </a:lnTo>
                <a:lnTo>
                  <a:pt x="4763198" y="2560320"/>
                </a:lnTo>
                <a:lnTo>
                  <a:pt x="4774323" y="2548382"/>
                </a:lnTo>
                <a:lnTo>
                  <a:pt x="4758309" y="2543657"/>
                </a:lnTo>
                <a:lnTo>
                  <a:pt x="4758258" y="2534539"/>
                </a:lnTo>
                <a:lnTo>
                  <a:pt x="5445391" y="2529586"/>
                </a:lnTo>
                <a:lnTo>
                  <a:pt x="5445137" y="2509774"/>
                </a:lnTo>
                <a:lnTo>
                  <a:pt x="4758118" y="2514638"/>
                </a:lnTo>
                <a:lnTo>
                  <a:pt x="4758067" y="2506713"/>
                </a:lnTo>
                <a:lnTo>
                  <a:pt x="4767084" y="2504186"/>
                </a:lnTo>
                <a:lnTo>
                  <a:pt x="4757979" y="2494178"/>
                </a:lnTo>
                <a:lnTo>
                  <a:pt x="4757940" y="2486406"/>
                </a:lnTo>
                <a:lnTo>
                  <a:pt x="4753140" y="2488844"/>
                </a:lnTo>
                <a:lnTo>
                  <a:pt x="4748149" y="2483345"/>
                </a:lnTo>
                <a:lnTo>
                  <a:pt x="5468759" y="1829054"/>
                </a:lnTo>
                <a:close/>
              </a:path>
            </a:pathLst>
          </a:custGeom>
          <a:solidFill>
            <a:srgbClr val="000000"/>
          </a:solidFill>
        </p:spPr>
        <p:txBody>
          <a:bodyPr wrap="square" lIns="0" tIns="0" rIns="0" bIns="0" rtlCol="0"/>
          <a:lstStyle/>
          <a:p>
            <a:endParaRPr sz="1488"/>
          </a:p>
        </p:txBody>
      </p:sp>
      <p:sp>
        <p:nvSpPr>
          <p:cNvPr id="102" name="object 102"/>
          <p:cNvSpPr txBox="1"/>
          <p:nvPr/>
        </p:nvSpPr>
        <p:spPr>
          <a:xfrm>
            <a:off x="3273529" y="4687738"/>
            <a:ext cx="149114" cy="316072"/>
          </a:xfrm>
          <a:prstGeom prst="rect">
            <a:avLst/>
          </a:prstGeom>
        </p:spPr>
        <p:txBody>
          <a:bodyPr vert="horz" wrap="square" lIns="0" tIns="10501" rIns="0" bIns="0" rtlCol="0">
            <a:spAutoFit/>
          </a:bodyPr>
          <a:lstStyle/>
          <a:p>
            <a:pPr marL="10502">
              <a:spcBef>
                <a:spcPts val="83"/>
              </a:spcBef>
            </a:pPr>
            <a:r>
              <a:rPr sz="1985" b="1" dirty="0">
                <a:solidFill>
                  <a:srgbClr val="0000FF"/>
                </a:solidFill>
                <a:latin typeface="Calibri"/>
                <a:cs typeface="Calibri"/>
              </a:rPr>
              <a:t>1</a:t>
            </a:r>
            <a:endParaRPr sz="1985">
              <a:latin typeface="Calibri"/>
              <a:cs typeface="Calibri"/>
            </a:endParaRPr>
          </a:p>
        </p:txBody>
      </p:sp>
      <p:sp>
        <p:nvSpPr>
          <p:cNvPr id="103" name="object 103"/>
          <p:cNvSpPr txBox="1"/>
          <p:nvPr/>
        </p:nvSpPr>
        <p:spPr>
          <a:xfrm>
            <a:off x="3866522" y="4733858"/>
            <a:ext cx="607484" cy="316072"/>
          </a:xfrm>
          <a:prstGeom prst="rect">
            <a:avLst/>
          </a:prstGeom>
        </p:spPr>
        <p:txBody>
          <a:bodyPr vert="horz" wrap="square" lIns="0" tIns="10501" rIns="0" bIns="0" rtlCol="0">
            <a:spAutoFit/>
          </a:bodyPr>
          <a:lstStyle/>
          <a:p>
            <a:pPr marL="10502">
              <a:spcBef>
                <a:spcPts val="83"/>
              </a:spcBef>
              <a:tabLst>
                <a:tab pos="468898" algn="l"/>
              </a:tabLst>
            </a:pPr>
            <a:r>
              <a:rPr sz="2977" b="1" baseline="1157" dirty="0">
                <a:solidFill>
                  <a:srgbClr val="7E7E7E"/>
                </a:solidFill>
                <a:latin typeface="Calibri"/>
                <a:cs typeface="Calibri"/>
              </a:rPr>
              <a:t>0	</a:t>
            </a:r>
            <a:r>
              <a:rPr sz="1985" b="1" dirty="0">
                <a:solidFill>
                  <a:srgbClr val="7E7E7E"/>
                </a:solidFill>
                <a:latin typeface="Calibri"/>
                <a:cs typeface="Calibri"/>
              </a:rPr>
              <a:t>0</a:t>
            </a:r>
            <a:endParaRPr sz="1985">
              <a:latin typeface="Calibri"/>
              <a:cs typeface="Calibri"/>
            </a:endParaRPr>
          </a:p>
        </p:txBody>
      </p:sp>
      <p:sp>
        <p:nvSpPr>
          <p:cNvPr id="104" name="object 104"/>
          <p:cNvSpPr txBox="1"/>
          <p:nvPr/>
        </p:nvSpPr>
        <p:spPr>
          <a:xfrm>
            <a:off x="1861183" y="1215598"/>
            <a:ext cx="403239" cy="316072"/>
          </a:xfrm>
          <a:prstGeom prst="rect">
            <a:avLst/>
          </a:prstGeom>
        </p:spPr>
        <p:txBody>
          <a:bodyPr vert="horz" wrap="square" lIns="0" tIns="10501" rIns="0" bIns="0" rtlCol="0">
            <a:spAutoFit/>
          </a:bodyPr>
          <a:lstStyle/>
          <a:p>
            <a:pPr marL="10502">
              <a:spcBef>
                <a:spcPts val="83"/>
              </a:spcBef>
            </a:pPr>
            <a:r>
              <a:rPr sz="1985" b="1" spc="-4" dirty="0">
                <a:solidFill>
                  <a:srgbClr val="0000FF"/>
                </a:solidFill>
                <a:latin typeface="Calibri"/>
                <a:cs typeface="Calibri"/>
              </a:rPr>
              <a:t>100</a:t>
            </a:r>
            <a:endParaRPr sz="1985">
              <a:latin typeface="Calibri"/>
              <a:cs typeface="Calibri"/>
            </a:endParaRPr>
          </a:p>
        </p:txBody>
      </p:sp>
      <p:sp>
        <p:nvSpPr>
          <p:cNvPr id="105" name="object 105"/>
          <p:cNvSpPr txBox="1"/>
          <p:nvPr/>
        </p:nvSpPr>
        <p:spPr>
          <a:xfrm>
            <a:off x="6148077" y="1599200"/>
            <a:ext cx="149114" cy="316072"/>
          </a:xfrm>
          <a:prstGeom prst="rect">
            <a:avLst/>
          </a:prstGeom>
        </p:spPr>
        <p:txBody>
          <a:bodyPr vert="horz" wrap="square" lIns="0" tIns="10501" rIns="0" bIns="0" rtlCol="0">
            <a:spAutoFit/>
          </a:bodyPr>
          <a:lstStyle/>
          <a:p>
            <a:pPr marL="10502">
              <a:spcBef>
                <a:spcPts val="83"/>
              </a:spcBef>
            </a:pPr>
            <a:r>
              <a:rPr sz="1985" b="1" dirty="0">
                <a:solidFill>
                  <a:srgbClr val="7E7E7E"/>
                </a:solidFill>
                <a:latin typeface="Calibri"/>
                <a:cs typeface="Calibri"/>
              </a:rPr>
              <a:t>0</a:t>
            </a:r>
            <a:endParaRPr sz="1985">
              <a:latin typeface="Calibri"/>
              <a:cs typeface="Calibri"/>
            </a:endParaRPr>
          </a:p>
        </p:txBody>
      </p:sp>
      <p:sp>
        <p:nvSpPr>
          <p:cNvPr id="106" name="object 106"/>
          <p:cNvSpPr txBox="1"/>
          <p:nvPr/>
        </p:nvSpPr>
        <p:spPr>
          <a:xfrm>
            <a:off x="6124449" y="2691725"/>
            <a:ext cx="149114" cy="316072"/>
          </a:xfrm>
          <a:prstGeom prst="rect">
            <a:avLst/>
          </a:prstGeom>
        </p:spPr>
        <p:txBody>
          <a:bodyPr vert="horz" wrap="square" lIns="0" tIns="10501" rIns="0" bIns="0" rtlCol="0">
            <a:spAutoFit/>
          </a:bodyPr>
          <a:lstStyle/>
          <a:p>
            <a:pPr marL="10502">
              <a:spcBef>
                <a:spcPts val="83"/>
              </a:spcBef>
            </a:pPr>
            <a:r>
              <a:rPr sz="1985" b="1" dirty="0">
                <a:solidFill>
                  <a:srgbClr val="7E7E7E"/>
                </a:solidFill>
                <a:latin typeface="Calibri"/>
                <a:cs typeface="Calibri"/>
              </a:rPr>
              <a:t>0</a:t>
            </a:r>
            <a:endParaRPr sz="1985">
              <a:latin typeface="Calibri"/>
              <a:cs typeface="Calibri"/>
            </a:endParaRPr>
          </a:p>
        </p:txBody>
      </p:sp>
      <p:pic>
        <p:nvPicPr>
          <p:cNvPr id="107" name="object 107"/>
          <p:cNvPicPr/>
          <p:nvPr/>
        </p:nvPicPr>
        <p:blipFill>
          <a:blip r:embed="rId21" cstate="print"/>
          <a:stretch>
            <a:fillRect/>
          </a:stretch>
        </p:blipFill>
        <p:spPr>
          <a:xfrm>
            <a:off x="4987714" y="5037969"/>
            <a:ext cx="413320" cy="381817"/>
          </a:xfrm>
          <a:prstGeom prst="rect">
            <a:avLst/>
          </a:prstGeom>
        </p:spPr>
      </p:pic>
      <p:sp>
        <p:nvSpPr>
          <p:cNvPr id="108" name="object 108"/>
          <p:cNvSpPr txBox="1"/>
          <p:nvPr/>
        </p:nvSpPr>
        <p:spPr>
          <a:xfrm>
            <a:off x="4987714" y="5037969"/>
            <a:ext cx="413740" cy="328266"/>
          </a:xfrm>
          <a:prstGeom prst="rect">
            <a:avLst/>
          </a:prstGeom>
          <a:ln w="6096">
            <a:solidFill>
              <a:srgbClr val="6FAC46"/>
            </a:solidFill>
          </a:ln>
        </p:spPr>
        <p:txBody>
          <a:bodyPr vert="horz" wrap="square" lIns="0" tIns="22577" rIns="0" bIns="0" rtlCol="0">
            <a:spAutoFit/>
          </a:bodyPr>
          <a:lstStyle/>
          <a:p>
            <a:pPr marL="525" algn="ctr">
              <a:spcBef>
                <a:spcPts val="178"/>
              </a:spcBef>
            </a:pPr>
            <a:r>
              <a:rPr sz="1985" dirty="0">
                <a:latin typeface="Calibri"/>
                <a:cs typeface="Calibri"/>
              </a:rPr>
              <a:t>1</a:t>
            </a:r>
            <a:endParaRPr sz="1985">
              <a:latin typeface="Calibri"/>
              <a:cs typeface="Calibri"/>
            </a:endParaRPr>
          </a:p>
        </p:txBody>
      </p:sp>
      <p:grpSp>
        <p:nvGrpSpPr>
          <p:cNvPr id="109" name="object 109"/>
          <p:cNvGrpSpPr/>
          <p:nvPr/>
        </p:nvGrpSpPr>
        <p:grpSpPr>
          <a:xfrm>
            <a:off x="6306958" y="3320317"/>
            <a:ext cx="418991" cy="387488"/>
            <a:chOff x="6101969" y="4015613"/>
            <a:chExt cx="506730" cy="468630"/>
          </a:xfrm>
        </p:grpSpPr>
        <p:pic>
          <p:nvPicPr>
            <p:cNvPr id="110" name="object 110"/>
            <p:cNvPicPr/>
            <p:nvPr/>
          </p:nvPicPr>
          <p:blipFill>
            <a:blip r:embed="rId22" cstate="print"/>
            <a:stretch>
              <a:fillRect/>
            </a:stretch>
          </p:blipFill>
          <p:spPr>
            <a:xfrm>
              <a:off x="6105144" y="4018788"/>
              <a:ext cx="499872" cy="461772"/>
            </a:xfrm>
            <a:prstGeom prst="rect">
              <a:avLst/>
            </a:prstGeom>
          </p:spPr>
        </p:pic>
        <p:sp>
          <p:nvSpPr>
            <p:cNvPr id="111" name="object 111"/>
            <p:cNvSpPr/>
            <p:nvPr/>
          </p:nvSpPr>
          <p:spPr>
            <a:xfrm>
              <a:off x="6105144" y="4018788"/>
              <a:ext cx="500380" cy="462280"/>
            </a:xfrm>
            <a:custGeom>
              <a:avLst/>
              <a:gdLst/>
              <a:ahLst/>
              <a:cxnLst/>
              <a:rect l="l" t="t" r="r" b="b"/>
              <a:pathLst>
                <a:path w="500379" h="462279">
                  <a:moveTo>
                    <a:pt x="0" y="461772"/>
                  </a:moveTo>
                  <a:lnTo>
                    <a:pt x="499872" y="461772"/>
                  </a:lnTo>
                  <a:lnTo>
                    <a:pt x="499872" y="0"/>
                  </a:lnTo>
                  <a:lnTo>
                    <a:pt x="0" y="0"/>
                  </a:lnTo>
                  <a:lnTo>
                    <a:pt x="0" y="461772"/>
                  </a:lnTo>
                  <a:close/>
                </a:path>
              </a:pathLst>
            </a:custGeom>
            <a:ln w="6096">
              <a:solidFill>
                <a:srgbClr val="6FAC46"/>
              </a:solidFill>
            </a:ln>
          </p:spPr>
          <p:txBody>
            <a:bodyPr wrap="square" lIns="0" tIns="0" rIns="0" bIns="0" rtlCol="0"/>
            <a:lstStyle/>
            <a:p>
              <a:endParaRPr sz="1488"/>
            </a:p>
          </p:txBody>
        </p:sp>
      </p:grpSp>
      <p:sp>
        <p:nvSpPr>
          <p:cNvPr id="112" name="object 112"/>
          <p:cNvSpPr txBox="1"/>
          <p:nvPr/>
        </p:nvSpPr>
        <p:spPr>
          <a:xfrm>
            <a:off x="6442946" y="3334598"/>
            <a:ext cx="149114" cy="316072"/>
          </a:xfrm>
          <a:prstGeom prst="rect">
            <a:avLst/>
          </a:prstGeom>
        </p:spPr>
        <p:txBody>
          <a:bodyPr vert="horz" wrap="square" lIns="0" tIns="10501" rIns="0" bIns="0" rtlCol="0">
            <a:spAutoFit/>
          </a:bodyPr>
          <a:lstStyle/>
          <a:p>
            <a:pPr marL="10502">
              <a:spcBef>
                <a:spcPts val="83"/>
              </a:spcBef>
            </a:pPr>
            <a:r>
              <a:rPr sz="1985" dirty="0">
                <a:latin typeface="Calibri"/>
                <a:cs typeface="Calibri"/>
              </a:rPr>
              <a:t>1</a:t>
            </a:r>
            <a:endParaRPr sz="1985">
              <a:latin typeface="Calibri"/>
              <a:cs typeface="Calibri"/>
            </a:endParaRPr>
          </a:p>
        </p:txBody>
      </p:sp>
      <p:grpSp>
        <p:nvGrpSpPr>
          <p:cNvPr id="113" name="object 113"/>
          <p:cNvGrpSpPr/>
          <p:nvPr/>
        </p:nvGrpSpPr>
        <p:grpSpPr>
          <a:xfrm>
            <a:off x="1355936" y="4067569"/>
            <a:ext cx="418991" cy="387488"/>
            <a:chOff x="114172" y="4919345"/>
            <a:chExt cx="506730" cy="468630"/>
          </a:xfrm>
        </p:grpSpPr>
        <p:pic>
          <p:nvPicPr>
            <p:cNvPr id="114" name="object 114"/>
            <p:cNvPicPr/>
            <p:nvPr/>
          </p:nvPicPr>
          <p:blipFill>
            <a:blip r:embed="rId23" cstate="print"/>
            <a:stretch>
              <a:fillRect/>
            </a:stretch>
          </p:blipFill>
          <p:spPr>
            <a:xfrm>
              <a:off x="117347" y="4922520"/>
              <a:ext cx="499872" cy="461772"/>
            </a:xfrm>
            <a:prstGeom prst="rect">
              <a:avLst/>
            </a:prstGeom>
          </p:spPr>
        </p:pic>
        <p:sp>
          <p:nvSpPr>
            <p:cNvPr id="115" name="object 115"/>
            <p:cNvSpPr/>
            <p:nvPr/>
          </p:nvSpPr>
          <p:spPr>
            <a:xfrm>
              <a:off x="117347" y="4922520"/>
              <a:ext cx="500380" cy="462280"/>
            </a:xfrm>
            <a:custGeom>
              <a:avLst/>
              <a:gdLst/>
              <a:ahLst/>
              <a:cxnLst/>
              <a:rect l="l" t="t" r="r" b="b"/>
              <a:pathLst>
                <a:path w="500380" h="462279">
                  <a:moveTo>
                    <a:pt x="0" y="461771"/>
                  </a:moveTo>
                  <a:lnTo>
                    <a:pt x="499872" y="461771"/>
                  </a:lnTo>
                  <a:lnTo>
                    <a:pt x="499872" y="0"/>
                  </a:lnTo>
                  <a:lnTo>
                    <a:pt x="0" y="0"/>
                  </a:lnTo>
                  <a:lnTo>
                    <a:pt x="0" y="461771"/>
                  </a:lnTo>
                  <a:close/>
                </a:path>
              </a:pathLst>
            </a:custGeom>
            <a:ln w="6096">
              <a:solidFill>
                <a:srgbClr val="6FAC46"/>
              </a:solidFill>
            </a:ln>
          </p:spPr>
          <p:txBody>
            <a:bodyPr wrap="square" lIns="0" tIns="0" rIns="0" bIns="0" rtlCol="0"/>
            <a:lstStyle/>
            <a:p>
              <a:endParaRPr sz="1488"/>
            </a:p>
          </p:txBody>
        </p:sp>
      </p:grpSp>
      <p:sp>
        <p:nvSpPr>
          <p:cNvPr id="116" name="object 116"/>
          <p:cNvSpPr txBox="1"/>
          <p:nvPr/>
        </p:nvSpPr>
        <p:spPr>
          <a:xfrm>
            <a:off x="1491212" y="4082376"/>
            <a:ext cx="149114" cy="316072"/>
          </a:xfrm>
          <a:prstGeom prst="rect">
            <a:avLst/>
          </a:prstGeom>
        </p:spPr>
        <p:txBody>
          <a:bodyPr vert="horz" wrap="square" lIns="0" tIns="10501" rIns="0" bIns="0" rtlCol="0">
            <a:spAutoFit/>
          </a:bodyPr>
          <a:lstStyle/>
          <a:p>
            <a:pPr marL="10502">
              <a:spcBef>
                <a:spcPts val="83"/>
              </a:spcBef>
            </a:pPr>
            <a:r>
              <a:rPr sz="1985" dirty="0">
                <a:latin typeface="Calibri"/>
                <a:cs typeface="Calibri"/>
              </a:rPr>
              <a:t>1</a:t>
            </a:r>
            <a:endParaRPr sz="1985">
              <a:latin typeface="Calibri"/>
              <a:cs typeface="Calibri"/>
            </a:endParaRPr>
          </a:p>
        </p:txBody>
      </p:sp>
      <p:grpSp>
        <p:nvGrpSpPr>
          <p:cNvPr id="117" name="object 117"/>
          <p:cNvGrpSpPr/>
          <p:nvPr/>
        </p:nvGrpSpPr>
        <p:grpSpPr>
          <a:xfrm>
            <a:off x="1378619" y="1828332"/>
            <a:ext cx="418991" cy="387488"/>
            <a:chOff x="141604" y="2211197"/>
            <a:chExt cx="506730" cy="468630"/>
          </a:xfrm>
        </p:grpSpPr>
        <p:pic>
          <p:nvPicPr>
            <p:cNvPr id="118" name="object 118"/>
            <p:cNvPicPr/>
            <p:nvPr/>
          </p:nvPicPr>
          <p:blipFill>
            <a:blip r:embed="rId24" cstate="print"/>
            <a:stretch>
              <a:fillRect/>
            </a:stretch>
          </p:blipFill>
          <p:spPr>
            <a:xfrm>
              <a:off x="144779" y="2214372"/>
              <a:ext cx="499872" cy="461772"/>
            </a:xfrm>
            <a:prstGeom prst="rect">
              <a:avLst/>
            </a:prstGeom>
          </p:spPr>
        </p:pic>
        <p:sp>
          <p:nvSpPr>
            <p:cNvPr id="119" name="object 119"/>
            <p:cNvSpPr/>
            <p:nvPr/>
          </p:nvSpPr>
          <p:spPr>
            <a:xfrm>
              <a:off x="144779" y="2214372"/>
              <a:ext cx="500380" cy="462280"/>
            </a:xfrm>
            <a:custGeom>
              <a:avLst/>
              <a:gdLst/>
              <a:ahLst/>
              <a:cxnLst/>
              <a:rect l="l" t="t" r="r" b="b"/>
              <a:pathLst>
                <a:path w="500380" h="462280">
                  <a:moveTo>
                    <a:pt x="0" y="461772"/>
                  </a:moveTo>
                  <a:lnTo>
                    <a:pt x="499872" y="461772"/>
                  </a:lnTo>
                  <a:lnTo>
                    <a:pt x="499872" y="0"/>
                  </a:lnTo>
                  <a:lnTo>
                    <a:pt x="0" y="0"/>
                  </a:lnTo>
                  <a:lnTo>
                    <a:pt x="0" y="461772"/>
                  </a:lnTo>
                  <a:close/>
                </a:path>
              </a:pathLst>
            </a:custGeom>
            <a:ln w="6096">
              <a:solidFill>
                <a:srgbClr val="6FAC46"/>
              </a:solidFill>
            </a:ln>
          </p:spPr>
          <p:txBody>
            <a:bodyPr wrap="square" lIns="0" tIns="0" rIns="0" bIns="0" rtlCol="0"/>
            <a:lstStyle/>
            <a:p>
              <a:endParaRPr sz="1488"/>
            </a:p>
          </p:txBody>
        </p:sp>
      </p:grpSp>
      <p:sp>
        <p:nvSpPr>
          <p:cNvPr id="120" name="object 120"/>
          <p:cNvSpPr txBox="1"/>
          <p:nvPr/>
        </p:nvSpPr>
        <p:spPr>
          <a:xfrm>
            <a:off x="1513389" y="1842089"/>
            <a:ext cx="149114" cy="316072"/>
          </a:xfrm>
          <a:prstGeom prst="rect">
            <a:avLst/>
          </a:prstGeom>
        </p:spPr>
        <p:txBody>
          <a:bodyPr vert="horz" wrap="square" lIns="0" tIns="10501" rIns="0" bIns="0" rtlCol="0">
            <a:spAutoFit/>
          </a:bodyPr>
          <a:lstStyle/>
          <a:p>
            <a:pPr marL="10502">
              <a:spcBef>
                <a:spcPts val="83"/>
              </a:spcBef>
            </a:pPr>
            <a:r>
              <a:rPr sz="1985" dirty="0">
                <a:latin typeface="Calibri"/>
                <a:cs typeface="Calibri"/>
              </a:rPr>
              <a:t>1</a:t>
            </a:r>
            <a:endParaRPr sz="1985">
              <a:latin typeface="Calibri"/>
              <a:cs typeface="Calibri"/>
            </a:endParaRPr>
          </a:p>
        </p:txBody>
      </p:sp>
      <p:sp>
        <p:nvSpPr>
          <p:cNvPr id="121" name="object 121"/>
          <p:cNvSpPr/>
          <p:nvPr/>
        </p:nvSpPr>
        <p:spPr>
          <a:xfrm>
            <a:off x="1765247" y="895316"/>
            <a:ext cx="4544316" cy="4150003"/>
          </a:xfrm>
          <a:custGeom>
            <a:avLst/>
            <a:gdLst/>
            <a:ahLst/>
            <a:cxnLst/>
            <a:rect l="l" t="t" r="r" b="b"/>
            <a:pathLst>
              <a:path w="5495925" h="5019040">
                <a:moveTo>
                  <a:pt x="686206" y="2772156"/>
                </a:moveTo>
                <a:lnTo>
                  <a:pt x="617181" y="2822067"/>
                </a:lnTo>
                <a:lnTo>
                  <a:pt x="642175" y="2835122"/>
                </a:lnTo>
                <a:lnTo>
                  <a:pt x="0" y="4067175"/>
                </a:lnTo>
                <a:lnTo>
                  <a:pt x="17576" y="4076319"/>
                </a:lnTo>
                <a:lnTo>
                  <a:pt x="659739" y="2844292"/>
                </a:lnTo>
                <a:lnTo>
                  <a:pt x="684809" y="2857373"/>
                </a:lnTo>
                <a:lnTo>
                  <a:pt x="685355" y="2823845"/>
                </a:lnTo>
                <a:lnTo>
                  <a:pt x="686206" y="2772156"/>
                </a:lnTo>
                <a:close/>
              </a:path>
              <a:path w="5495925" h="5019040">
                <a:moveTo>
                  <a:pt x="692556" y="85217"/>
                </a:moveTo>
                <a:lnTo>
                  <a:pt x="692073" y="52959"/>
                </a:lnTo>
                <a:lnTo>
                  <a:pt x="691286" y="0"/>
                </a:lnTo>
                <a:lnTo>
                  <a:pt x="623900" y="52197"/>
                </a:lnTo>
                <a:lnTo>
                  <a:pt x="649300" y="64427"/>
                </a:lnTo>
                <a:lnTo>
                  <a:pt x="27292" y="1358773"/>
                </a:lnTo>
                <a:lnTo>
                  <a:pt x="45148" y="1367409"/>
                </a:lnTo>
                <a:lnTo>
                  <a:pt x="667080" y="72974"/>
                </a:lnTo>
                <a:lnTo>
                  <a:pt x="692556" y="85217"/>
                </a:lnTo>
                <a:close/>
              </a:path>
              <a:path w="5495925" h="5019040">
                <a:moveTo>
                  <a:pt x="4151655" y="5001374"/>
                </a:moveTo>
                <a:lnTo>
                  <a:pt x="3018955" y="4395000"/>
                </a:lnTo>
                <a:lnTo>
                  <a:pt x="3022181" y="4388993"/>
                </a:lnTo>
                <a:lnTo>
                  <a:pt x="3032277" y="4370197"/>
                </a:lnTo>
                <a:lnTo>
                  <a:pt x="2947060" y="4367784"/>
                </a:lnTo>
                <a:lnTo>
                  <a:pt x="2996209" y="4437380"/>
                </a:lnTo>
                <a:lnTo>
                  <a:pt x="3009557" y="4412513"/>
                </a:lnTo>
                <a:lnTo>
                  <a:pt x="4142384" y="5018837"/>
                </a:lnTo>
                <a:lnTo>
                  <a:pt x="4151655" y="5001374"/>
                </a:lnTo>
                <a:close/>
              </a:path>
              <a:path w="5495925" h="5019040">
                <a:moveTo>
                  <a:pt x="5495315" y="3209163"/>
                </a:moveTo>
                <a:lnTo>
                  <a:pt x="4781105" y="1888070"/>
                </a:lnTo>
                <a:lnTo>
                  <a:pt x="4801717" y="1876933"/>
                </a:lnTo>
                <a:lnTo>
                  <a:pt x="4805959" y="1874647"/>
                </a:lnTo>
                <a:lnTo>
                  <a:pt x="4736236" y="1825752"/>
                </a:lnTo>
                <a:lnTo>
                  <a:pt x="4738903" y="1910842"/>
                </a:lnTo>
                <a:lnTo>
                  <a:pt x="4763706" y="1897456"/>
                </a:lnTo>
                <a:lnTo>
                  <a:pt x="5477789" y="3218561"/>
                </a:lnTo>
                <a:lnTo>
                  <a:pt x="5495315" y="3209163"/>
                </a:lnTo>
                <a:close/>
              </a:path>
            </a:pathLst>
          </a:custGeom>
          <a:solidFill>
            <a:srgbClr val="000000"/>
          </a:solidFill>
        </p:spPr>
        <p:txBody>
          <a:bodyPr wrap="square" lIns="0" tIns="0" rIns="0" bIns="0" rtlCol="0"/>
          <a:lstStyle/>
          <a:p>
            <a:endParaRPr sz="1488"/>
          </a:p>
        </p:txBody>
      </p:sp>
      <p:sp>
        <p:nvSpPr>
          <p:cNvPr id="122" name="object 122"/>
          <p:cNvSpPr txBox="1"/>
          <p:nvPr/>
        </p:nvSpPr>
        <p:spPr>
          <a:xfrm>
            <a:off x="4885750" y="4714453"/>
            <a:ext cx="149114" cy="316072"/>
          </a:xfrm>
          <a:prstGeom prst="rect">
            <a:avLst/>
          </a:prstGeom>
        </p:spPr>
        <p:txBody>
          <a:bodyPr vert="horz" wrap="square" lIns="0" tIns="10501" rIns="0" bIns="0" rtlCol="0">
            <a:spAutoFit/>
          </a:bodyPr>
          <a:lstStyle/>
          <a:p>
            <a:pPr marL="10502">
              <a:spcBef>
                <a:spcPts val="83"/>
              </a:spcBef>
            </a:pPr>
            <a:r>
              <a:rPr sz="1985" b="1" dirty="0">
                <a:solidFill>
                  <a:srgbClr val="7E7E7E"/>
                </a:solidFill>
                <a:latin typeface="Calibri"/>
                <a:cs typeface="Calibri"/>
              </a:rPr>
              <a:t>0</a:t>
            </a:r>
            <a:endParaRPr sz="1985">
              <a:latin typeface="Calibri"/>
              <a:cs typeface="Calibri"/>
            </a:endParaRPr>
          </a:p>
        </p:txBody>
      </p:sp>
      <p:sp>
        <p:nvSpPr>
          <p:cNvPr id="123" name="object 123"/>
          <p:cNvSpPr txBox="1"/>
          <p:nvPr/>
        </p:nvSpPr>
        <p:spPr>
          <a:xfrm>
            <a:off x="1868996" y="70357"/>
            <a:ext cx="149114" cy="316072"/>
          </a:xfrm>
          <a:prstGeom prst="rect">
            <a:avLst/>
          </a:prstGeom>
        </p:spPr>
        <p:txBody>
          <a:bodyPr vert="horz" wrap="square" lIns="0" tIns="10501" rIns="0" bIns="0" rtlCol="0">
            <a:spAutoFit/>
          </a:bodyPr>
          <a:lstStyle/>
          <a:p>
            <a:pPr marL="10502">
              <a:spcBef>
                <a:spcPts val="83"/>
              </a:spcBef>
            </a:pPr>
            <a:r>
              <a:rPr sz="1985" b="1" dirty="0">
                <a:solidFill>
                  <a:srgbClr val="7E7E7E"/>
                </a:solidFill>
                <a:latin typeface="Calibri"/>
                <a:cs typeface="Calibri"/>
              </a:rPr>
              <a:t>0</a:t>
            </a:r>
            <a:endParaRPr sz="1985">
              <a:latin typeface="Calibri"/>
              <a:cs typeface="Calibri"/>
            </a:endParaRPr>
          </a:p>
        </p:txBody>
      </p:sp>
      <p:sp>
        <p:nvSpPr>
          <p:cNvPr id="124" name="object 124"/>
          <p:cNvSpPr txBox="1"/>
          <p:nvPr/>
        </p:nvSpPr>
        <p:spPr>
          <a:xfrm>
            <a:off x="1877312" y="615780"/>
            <a:ext cx="149114" cy="316072"/>
          </a:xfrm>
          <a:prstGeom prst="rect">
            <a:avLst/>
          </a:prstGeom>
        </p:spPr>
        <p:txBody>
          <a:bodyPr vert="horz" wrap="square" lIns="0" tIns="10501" rIns="0" bIns="0" rtlCol="0">
            <a:spAutoFit/>
          </a:bodyPr>
          <a:lstStyle/>
          <a:p>
            <a:pPr marL="10502">
              <a:spcBef>
                <a:spcPts val="83"/>
              </a:spcBef>
            </a:pPr>
            <a:r>
              <a:rPr sz="1985" b="1" dirty="0">
                <a:solidFill>
                  <a:srgbClr val="7E7E7E"/>
                </a:solidFill>
                <a:latin typeface="Calibri"/>
                <a:cs typeface="Calibri"/>
              </a:rPr>
              <a:t>0</a:t>
            </a:r>
            <a:endParaRPr sz="1985">
              <a:latin typeface="Calibri"/>
              <a:cs typeface="Calibri"/>
            </a:endParaRPr>
          </a:p>
        </p:txBody>
      </p:sp>
      <p:sp>
        <p:nvSpPr>
          <p:cNvPr id="125" name="object 125"/>
          <p:cNvSpPr txBox="1"/>
          <p:nvPr/>
        </p:nvSpPr>
        <p:spPr>
          <a:xfrm>
            <a:off x="1786836" y="2894605"/>
            <a:ext cx="403239" cy="316072"/>
          </a:xfrm>
          <a:prstGeom prst="rect">
            <a:avLst/>
          </a:prstGeom>
        </p:spPr>
        <p:txBody>
          <a:bodyPr vert="horz" wrap="square" lIns="0" tIns="10501" rIns="0" bIns="0" rtlCol="0">
            <a:spAutoFit/>
          </a:bodyPr>
          <a:lstStyle/>
          <a:p>
            <a:pPr marL="10502">
              <a:spcBef>
                <a:spcPts val="83"/>
              </a:spcBef>
            </a:pPr>
            <a:r>
              <a:rPr sz="1985" b="1" spc="-4" dirty="0">
                <a:solidFill>
                  <a:srgbClr val="0000FF"/>
                </a:solidFill>
                <a:latin typeface="Calibri"/>
                <a:cs typeface="Calibri"/>
              </a:rPr>
              <a:t>100</a:t>
            </a:r>
            <a:endParaRPr sz="1985">
              <a:latin typeface="Calibri"/>
              <a:cs typeface="Calibri"/>
            </a:endParaRPr>
          </a:p>
        </p:txBody>
      </p:sp>
      <p:sp>
        <p:nvSpPr>
          <p:cNvPr id="126" name="object 126"/>
          <p:cNvSpPr txBox="1"/>
          <p:nvPr/>
        </p:nvSpPr>
        <p:spPr>
          <a:xfrm>
            <a:off x="1833460" y="4110624"/>
            <a:ext cx="352834" cy="316072"/>
          </a:xfrm>
          <a:prstGeom prst="rect">
            <a:avLst/>
          </a:prstGeom>
        </p:spPr>
        <p:txBody>
          <a:bodyPr vert="horz" wrap="square" lIns="0" tIns="10501" rIns="0" bIns="0" rtlCol="0">
            <a:spAutoFit/>
          </a:bodyPr>
          <a:lstStyle/>
          <a:p>
            <a:pPr marL="10502">
              <a:spcBef>
                <a:spcPts val="83"/>
              </a:spcBef>
            </a:pPr>
            <a:r>
              <a:rPr sz="1985" b="1" spc="-4" dirty="0">
                <a:solidFill>
                  <a:srgbClr val="FF0000"/>
                </a:solidFill>
                <a:latin typeface="Calibri"/>
                <a:cs typeface="Calibri"/>
              </a:rPr>
              <a:t>-10</a:t>
            </a:r>
            <a:endParaRPr sz="1985">
              <a:latin typeface="Calibri"/>
              <a:cs typeface="Calibri"/>
            </a:endParaRPr>
          </a:p>
        </p:txBody>
      </p:sp>
      <p:sp>
        <p:nvSpPr>
          <p:cNvPr id="127" name="object 127"/>
          <p:cNvSpPr txBox="1"/>
          <p:nvPr/>
        </p:nvSpPr>
        <p:spPr>
          <a:xfrm>
            <a:off x="1845809" y="1744535"/>
            <a:ext cx="352834" cy="898330"/>
          </a:xfrm>
          <a:prstGeom prst="rect">
            <a:avLst/>
          </a:prstGeom>
        </p:spPr>
        <p:txBody>
          <a:bodyPr vert="horz" wrap="square" lIns="0" tIns="144914" rIns="0" bIns="0" rtlCol="0">
            <a:spAutoFit/>
          </a:bodyPr>
          <a:lstStyle/>
          <a:p>
            <a:pPr marL="10502">
              <a:spcBef>
                <a:spcPts val="1141"/>
              </a:spcBef>
            </a:pPr>
            <a:r>
              <a:rPr sz="1985" b="1" spc="-4" dirty="0">
                <a:solidFill>
                  <a:srgbClr val="FF0000"/>
                </a:solidFill>
                <a:latin typeface="Calibri"/>
                <a:cs typeface="Calibri"/>
              </a:rPr>
              <a:t>-10</a:t>
            </a:r>
            <a:endParaRPr sz="1985">
              <a:latin typeface="Calibri"/>
              <a:cs typeface="Calibri"/>
            </a:endParaRPr>
          </a:p>
          <a:p>
            <a:pPr marL="21528">
              <a:spcBef>
                <a:spcPts val="1058"/>
              </a:spcBef>
            </a:pPr>
            <a:r>
              <a:rPr sz="1985" b="1" dirty="0">
                <a:solidFill>
                  <a:srgbClr val="7E7E7E"/>
                </a:solidFill>
                <a:latin typeface="Calibri"/>
                <a:cs typeface="Calibri"/>
              </a:rPr>
              <a:t>0</a:t>
            </a:r>
            <a:endParaRPr sz="1985">
              <a:latin typeface="Calibri"/>
              <a:cs typeface="Calibri"/>
            </a:endParaRPr>
          </a:p>
        </p:txBody>
      </p:sp>
      <p:sp>
        <p:nvSpPr>
          <p:cNvPr id="128" name="object 128"/>
          <p:cNvSpPr txBox="1"/>
          <p:nvPr/>
        </p:nvSpPr>
        <p:spPr>
          <a:xfrm>
            <a:off x="1868996" y="3483357"/>
            <a:ext cx="149114" cy="316072"/>
          </a:xfrm>
          <a:prstGeom prst="rect">
            <a:avLst/>
          </a:prstGeom>
        </p:spPr>
        <p:txBody>
          <a:bodyPr vert="horz" wrap="square" lIns="0" tIns="10501" rIns="0" bIns="0" rtlCol="0">
            <a:spAutoFit/>
          </a:bodyPr>
          <a:lstStyle/>
          <a:p>
            <a:pPr marL="10502">
              <a:spcBef>
                <a:spcPts val="83"/>
              </a:spcBef>
            </a:pPr>
            <a:r>
              <a:rPr sz="1985" b="1" dirty="0">
                <a:solidFill>
                  <a:srgbClr val="7E7E7E"/>
                </a:solidFill>
                <a:latin typeface="Calibri"/>
                <a:cs typeface="Calibri"/>
              </a:rPr>
              <a:t>0</a:t>
            </a:r>
            <a:endParaRPr sz="1985">
              <a:latin typeface="Calibri"/>
              <a:cs typeface="Calibri"/>
            </a:endParaRPr>
          </a:p>
        </p:txBody>
      </p:sp>
      <p:sp>
        <p:nvSpPr>
          <p:cNvPr id="129" name="object 129"/>
          <p:cNvSpPr txBox="1"/>
          <p:nvPr/>
        </p:nvSpPr>
        <p:spPr>
          <a:xfrm>
            <a:off x="6006733" y="3229483"/>
            <a:ext cx="276177" cy="316072"/>
          </a:xfrm>
          <a:prstGeom prst="rect">
            <a:avLst/>
          </a:prstGeom>
        </p:spPr>
        <p:txBody>
          <a:bodyPr vert="horz" wrap="square" lIns="0" tIns="10501" rIns="0" bIns="0" rtlCol="0">
            <a:spAutoFit/>
          </a:bodyPr>
          <a:lstStyle/>
          <a:p>
            <a:pPr marL="10502">
              <a:spcBef>
                <a:spcPts val="83"/>
              </a:spcBef>
            </a:pPr>
            <a:r>
              <a:rPr sz="1985" b="1" spc="-4" dirty="0">
                <a:solidFill>
                  <a:srgbClr val="0000FF"/>
                </a:solidFill>
                <a:latin typeface="Calibri"/>
                <a:cs typeface="Calibri"/>
              </a:rPr>
              <a:t>10</a:t>
            </a:r>
            <a:endParaRPr sz="1985">
              <a:latin typeface="Calibri"/>
              <a:cs typeface="Calibri"/>
            </a:endParaRPr>
          </a:p>
        </p:txBody>
      </p:sp>
      <p:sp>
        <p:nvSpPr>
          <p:cNvPr id="130" name="object 130"/>
          <p:cNvSpPr txBox="1"/>
          <p:nvPr/>
        </p:nvSpPr>
        <p:spPr>
          <a:xfrm>
            <a:off x="5854993" y="2125405"/>
            <a:ext cx="403239" cy="316072"/>
          </a:xfrm>
          <a:prstGeom prst="rect">
            <a:avLst/>
          </a:prstGeom>
        </p:spPr>
        <p:txBody>
          <a:bodyPr vert="horz" wrap="square" lIns="0" tIns="10501" rIns="0" bIns="0" rtlCol="0">
            <a:spAutoFit/>
          </a:bodyPr>
          <a:lstStyle/>
          <a:p>
            <a:pPr marL="10502">
              <a:spcBef>
                <a:spcPts val="83"/>
              </a:spcBef>
            </a:pPr>
            <a:r>
              <a:rPr sz="1985" b="1" spc="-4" dirty="0">
                <a:solidFill>
                  <a:srgbClr val="0000FF"/>
                </a:solidFill>
                <a:latin typeface="Calibri"/>
                <a:cs typeface="Calibri"/>
              </a:rPr>
              <a:t>100</a:t>
            </a:r>
            <a:endParaRPr sz="1985">
              <a:latin typeface="Calibri"/>
              <a:cs typeface="Calibri"/>
            </a:endParaRPr>
          </a:p>
        </p:txBody>
      </p:sp>
      <p:sp>
        <p:nvSpPr>
          <p:cNvPr id="131" name="object 131"/>
          <p:cNvSpPr/>
          <p:nvPr/>
        </p:nvSpPr>
        <p:spPr>
          <a:xfrm>
            <a:off x="3935513" y="1513407"/>
            <a:ext cx="219996" cy="2490317"/>
          </a:xfrm>
          <a:custGeom>
            <a:avLst/>
            <a:gdLst/>
            <a:ahLst/>
            <a:cxnLst/>
            <a:rect l="l" t="t" r="r" b="b"/>
            <a:pathLst>
              <a:path w="266064" h="3011804">
                <a:moveTo>
                  <a:pt x="256412" y="2755392"/>
                </a:moveTo>
                <a:lnTo>
                  <a:pt x="0" y="3011805"/>
                </a:lnTo>
              </a:path>
              <a:path w="266064" h="3011804">
                <a:moveTo>
                  <a:pt x="265557" y="0"/>
                </a:moveTo>
                <a:lnTo>
                  <a:pt x="9144" y="256412"/>
                </a:lnTo>
              </a:path>
            </a:pathLst>
          </a:custGeom>
          <a:ln w="76200">
            <a:solidFill>
              <a:srgbClr val="0000FF"/>
            </a:solidFill>
          </a:ln>
        </p:spPr>
        <p:txBody>
          <a:bodyPr wrap="square" lIns="0" tIns="0" rIns="0" bIns="0" rtlCol="0"/>
          <a:lstStyle/>
          <a:p>
            <a:endParaRPr sz="1488"/>
          </a:p>
        </p:txBody>
      </p:sp>
      <p:sp>
        <p:nvSpPr>
          <p:cNvPr id="132" name="object 132"/>
          <p:cNvSpPr txBox="1"/>
          <p:nvPr/>
        </p:nvSpPr>
        <p:spPr>
          <a:xfrm>
            <a:off x="4093343" y="3354025"/>
            <a:ext cx="149114" cy="316072"/>
          </a:xfrm>
          <a:prstGeom prst="rect">
            <a:avLst/>
          </a:prstGeom>
        </p:spPr>
        <p:txBody>
          <a:bodyPr vert="horz" wrap="square" lIns="0" tIns="10501" rIns="0" bIns="0" rtlCol="0">
            <a:spAutoFit/>
          </a:bodyPr>
          <a:lstStyle/>
          <a:p>
            <a:pPr marL="10502">
              <a:spcBef>
                <a:spcPts val="83"/>
              </a:spcBef>
            </a:pPr>
            <a:r>
              <a:rPr sz="1985" dirty="0">
                <a:solidFill>
                  <a:srgbClr val="FF0000"/>
                </a:solidFill>
                <a:latin typeface="Calibri"/>
                <a:cs typeface="Calibri"/>
              </a:rPr>
              <a:t>3</a:t>
            </a:r>
            <a:endParaRPr sz="1985">
              <a:latin typeface="Calibri"/>
              <a:cs typeface="Calibri"/>
            </a:endParaRPr>
          </a:p>
        </p:txBody>
      </p:sp>
      <p:sp>
        <p:nvSpPr>
          <p:cNvPr id="133" name="object 133"/>
          <p:cNvSpPr txBox="1"/>
          <p:nvPr/>
        </p:nvSpPr>
        <p:spPr>
          <a:xfrm>
            <a:off x="3224910" y="2839160"/>
            <a:ext cx="275652" cy="316072"/>
          </a:xfrm>
          <a:prstGeom prst="rect">
            <a:avLst/>
          </a:prstGeom>
        </p:spPr>
        <p:txBody>
          <a:bodyPr vert="horz" wrap="square" lIns="0" tIns="10501" rIns="0" bIns="0" rtlCol="0">
            <a:spAutoFit/>
          </a:bodyPr>
          <a:lstStyle/>
          <a:p>
            <a:pPr marL="10502">
              <a:spcBef>
                <a:spcPts val="83"/>
              </a:spcBef>
            </a:pPr>
            <a:r>
              <a:rPr sz="1985" dirty="0">
                <a:solidFill>
                  <a:srgbClr val="FF0000"/>
                </a:solidFill>
                <a:latin typeface="Calibri"/>
                <a:cs typeface="Calibri"/>
              </a:rPr>
              <a:t>≈1</a:t>
            </a:r>
            <a:endParaRPr sz="1985">
              <a:latin typeface="Calibri"/>
              <a:cs typeface="Calibri"/>
            </a:endParaRPr>
          </a:p>
        </p:txBody>
      </p:sp>
      <p:sp>
        <p:nvSpPr>
          <p:cNvPr id="134" name="object 134"/>
          <p:cNvSpPr txBox="1"/>
          <p:nvPr/>
        </p:nvSpPr>
        <p:spPr>
          <a:xfrm>
            <a:off x="4100378" y="2861108"/>
            <a:ext cx="149114" cy="316072"/>
          </a:xfrm>
          <a:prstGeom prst="rect">
            <a:avLst/>
          </a:prstGeom>
        </p:spPr>
        <p:txBody>
          <a:bodyPr vert="horz" wrap="square" lIns="0" tIns="10501" rIns="0" bIns="0" rtlCol="0">
            <a:spAutoFit/>
          </a:bodyPr>
          <a:lstStyle/>
          <a:p>
            <a:pPr marL="10502">
              <a:spcBef>
                <a:spcPts val="83"/>
              </a:spcBef>
            </a:pPr>
            <a:r>
              <a:rPr sz="1985" dirty="0">
                <a:solidFill>
                  <a:srgbClr val="FF0000"/>
                </a:solidFill>
                <a:latin typeface="Calibri"/>
                <a:cs typeface="Calibri"/>
              </a:rPr>
              <a:t>3</a:t>
            </a:r>
            <a:endParaRPr sz="1985">
              <a:latin typeface="Calibri"/>
              <a:cs typeface="Calibri"/>
            </a:endParaRPr>
          </a:p>
        </p:txBody>
      </p:sp>
      <p:sp>
        <p:nvSpPr>
          <p:cNvPr id="135" name="object 135"/>
          <p:cNvSpPr txBox="1"/>
          <p:nvPr/>
        </p:nvSpPr>
        <p:spPr>
          <a:xfrm>
            <a:off x="4543732" y="2394862"/>
            <a:ext cx="275652" cy="316072"/>
          </a:xfrm>
          <a:prstGeom prst="rect">
            <a:avLst/>
          </a:prstGeom>
        </p:spPr>
        <p:txBody>
          <a:bodyPr vert="horz" wrap="square" lIns="0" tIns="10501" rIns="0" bIns="0" rtlCol="0">
            <a:spAutoFit/>
          </a:bodyPr>
          <a:lstStyle/>
          <a:p>
            <a:pPr marL="10502">
              <a:spcBef>
                <a:spcPts val="83"/>
              </a:spcBef>
            </a:pPr>
            <a:r>
              <a:rPr sz="1985" dirty="0">
                <a:solidFill>
                  <a:srgbClr val="FF0000"/>
                </a:solidFill>
                <a:latin typeface="Calibri"/>
                <a:cs typeface="Calibri"/>
              </a:rPr>
              <a:t>≈1</a:t>
            </a:r>
            <a:endParaRPr sz="1985">
              <a:latin typeface="Calibri"/>
              <a:cs typeface="Calibri"/>
            </a:endParaRPr>
          </a:p>
        </p:txBody>
      </p:sp>
      <p:sp>
        <p:nvSpPr>
          <p:cNvPr id="136" name="object 136"/>
          <p:cNvSpPr txBox="1"/>
          <p:nvPr/>
        </p:nvSpPr>
        <p:spPr>
          <a:xfrm>
            <a:off x="3994738" y="2287647"/>
            <a:ext cx="128112" cy="249940"/>
          </a:xfrm>
          <a:prstGeom prst="rect">
            <a:avLst/>
          </a:prstGeom>
        </p:spPr>
        <p:txBody>
          <a:bodyPr vert="horz" wrap="square" lIns="0" tIns="0" rIns="0" bIns="0" rtlCol="0">
            <a:spAutoFit/>
          </a:bodyPr>
          <a:lstStyle/>
          <a:p>
            <a:pPr>
              <a:lnSpc>
                <a:spcPts val="1885"/>
              </a:lnSpc>
            </a:pPr>
            <a:r>
              <a:rPr sz="1985" dirty="0">
                <a:solidFill>
                  <a:srgbClr val="FF0000"/>
                </a:solidFill>
                <a:latin typeface="Calibri"/>
                <a:cs typeface="Calibri"/>
              </a:rPr>
              <a:t>0</a:t>
            </a:r>
            <a:endParaRPr sz="1985">
              <a:latin typeface="Calibri"/>
              <a:cs typeface="Calibri"/>
            </a:endParaRPr>
          </a:p>
        </p:txBody>
      </p:sp>
      <p:sp>
        <p:nvSpPr>
          <p:cNvPr id="137" name="object 137"/>
          <p:cNvSpPr txBox="1"/>
          <p:nvPr/>
        </p:nvSpPr>
        <p:spPr>
          <a:xfrm>
            <a:off x="3902751" y="2202693"/>
            <a:ext cx="304004" cy="333038"/>
          </a:xfrm>
          <a:prstGeom prst="rect">
            <a:avLst/>
          </a:prstGeom>
          <a:solidFill>
            <a:srgbClr val="FFFFFF"/>
          </a:solidFill>
        </p:spPr>
        <p:txBody>
          <a:bodyPr vert="horz" wrap="square" lIns="0" tIns="27303" rIns="0" bIns="0" rtlCol="0">
            <a:spAutoFit/>
          </a:bodyPr>
          <a:lstStyle/>
          <a:p>
            <a:pPr marL="86638">
              <a:spcBef>
                <a:spcPts val="215"/>
              </a:spcBef>
            </a:pPr>
            <a:r>
              <a:rPr sz="1985" dirty="0">
                <a:solidFill>
                  <a:srgbClr val="FF0000"/>
                </a:solidFill>
                <a:latin typeface="Calibri"/>
                <a:cs typeface="Calibri"/>
              </a:rPr>
              <a:t>3</a:t>
            </a:r>
            <a:endParaRPr sz="1985">
              <a:latin typeface="Calibri"/>
              <a:cs typeface="Calibri"/>
            </a:endParaRPr>
          </a:p>
        </p:txBody>
      </p:sp>
      <p:sp>
        <p:nvSpPr>
          <p:cNvPr id="138" name="object 138"/>
          <p:cNvSpPr txBox="1"/>
          <p:nvPr/>
        </p:nvSpPr>
        <p:spPr>
          <a:xfrm>
            <a:off x="4069086" y="1020698"/>
            <a:ext cx="298754" cy="326675"/>
          </a:xfrm>
          <a:prstGeom prst="rect">
            <a:avLst/>
          </a:prstGeom>
          <a:solidFill>
            <a:srgbClr val="FFFFFF"/>
          </a:solidFill>
        </p:spPr>
        <p:txBody>
          <a:bodyPr vert="horz" wrap="square" lIns="0" tIns="21002" rIns="0" bIns="0" rtlCol="0">
            <a:spAutoFit/>
          </a:bodyPr>
          <a:lstStyle/>
          <a:p>
            <a:pPr marL="86113">
              <a:spcBef>
                <a:spcPts val="165"/>
              </a:spcBef>
            </a:pPr>
            <a:r>
              <a:rPr sz="1985" dirty="0">
                <a:solidFill>
                  <a:srgbClr val="FF0000"/>
                </a:solidFill>
                <a:latin typeface="Calibri"/>
                <a:cs typeface="Calibri"/>
              </a:rPr>
              <a:t>3</a:t>
            </a:r>
            <a:endParaRPr sz="1985">
              <a:latin typeface="Calibri"/>
              <a:cs typeface="Calibri"/>
            </a:endParaRPr>
          </a:p>
        </p:txBody>
      </p:sp>
      <p:sp>
        <p:nvSpPr>
          <p:cNvPr id="139" name="object 139"/>
          <p:cNvSpPr txBox="1"/>
          <p:nvPr/>
        </p:nvSpPr>
        <p:spPr>
          <a:xfrm>
            <a:off x="3063824" y="1043171"/>
            <a:ext cx="275652" cy="316072"/>
          </a:xfrm>
          <a:prstGeom prst="rect">
            <a:avLst/>
          </a:prstGeom>
        </p:spPr>
        <p:txBody>
          <a:bodyPr vert="horz" wrap="square" lIns="0" tIns="10501" rIns="0" bIns="0" rtlCol="0">
            <a:spAutoFit/>
          </a:bodyPr>
          <a:lstStyle/>
          <a:p>
            <a:pPr marL="10502">
              <a:spcBef>
                <a:spcPts val="83"/>
              </a:spcBef>
            </a:pPr>
            <a:r>
              <a:rPr sz="1985" dirty="0">
                <a:solidFill>
                  <a:srgbClr val="FF0000"/>
                </a:solidFill>
                <a:latin typeface="Calibri"/>
                <a:cs typeface="Calibri"/>
              </a:rPr>
              <a:t>≈0</a:t>
            </a:r>
            <a:endParaRPr sz="1985">
              <a:latin typeface="Calibri"/>
              <a:cs typeface="Calibri"/>
            </a:endParaRPr>
          </a:p>
        </p:txBody>
      </p:sp>
      <p:sp>
        <p:nvSpPr>
          <p:cNvPr id="140" name="object 140"/>
          <p:cNvSpPr txBox="1"/>
          <p:nvPr/>
        </p:nvSpPr>
        <p:spPr>
          <a:xfrm>
            <a:off x="4047769" y="106165"/>
            <a:ext cx="275652" cy="316072"/>
          </a:xfrm>
          <a:prstGeom prst="rect">
            <a:avLst/>
          </a:prstGeom>
        </p:spPr>
        <p:txBody>
          <a:bodyPr vert="horz" wrap="square" lIns="0" tIns="10501" rIns="0" bIns="0" rtlCol="0">
            <a:spAutoFit/>
          </a:bodyPr>
          <a:lstStyle/>
          <a:p>
            <a:pPr marL="10502">
              <a:spcBef>
                <a:spcPts val="83"/>
              </a:spcBef>
            </a:pPr>
            <a:r>
              <a:rPr sz="1985" dirty="0">
                <a:solidFill>
                  <a:srgbClr val="FF0000"/>
                </a:solidFill>
                <a:latin typeface="Calibri"/>
                <a:cs typeface="Calibri"/>
              </a:rPr>
              <a:t>≈0</a:t>
            </a:r>
            <a:endParaRPr sz="1985">
              <a:latin typeface="Calibri"/>
              <a:cs typeface="Calibri"/>
            </a:endParaRPr>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3" name="bg object 16">
            <a:extLst>
              <a:ext uri="{FF2B5EF4-FFF2-40B4-BE49-F238E27FC236}">
                <a16:creationId xmlns:a16="http://schemas.microsoft.com/office/drawing/2014/main" id="{FF2497C0-363C-4DC9-83C6-3093ABD9EBE0}"/>
              </a:ext>
            </a:extLst>
          </p:cNvPr>
          <p:cNvPicPr/>
          <p:nvPr/>
        </p:nvPicPr>
        <p:blipFill>
          <a:blip r:embed="rId2" cstate="print"/>
          <a:stretch>
            <a:fillRect/>
          </a:stretch>
        </p:blipFill>
        <p:spPr>
          <a:xfrm>
            <a:off x="2620168" y="407895"/>
            <a:ext cx="2998159" cy="4065508"/>
          </a:xfrm>
          <a:prstGeom prst="rect">
            <a:avLst/>
          </a:prstGeom>
        </p:spPr>
      </p:pic>
      <p:sp>
        <p:nvSpPr>
          <p:cNvPr id="2" name="object 2"/>
          <p:cNvSpPr txBox="1"/>
          <p:nvPr/>
        </p:nvSpPr>
        <p:spPr>
          <a:xfrm>
            <a:off x="5647598" y="4300651"/>
            <a:ext cx="155415" cy="316072"/>
          </a:xfrm>
          <a:prstGeom prst="rect">
            <a:avLst/>
          </a:prstGeom>
        </p:spPr>
        <p:txBody>
          <a:bodyPr vert="horz" wrap="square" lIns="0" tIns="10501" rIns="0" bIns="0" rtlCol="0">
            <a:spAutoFit/>
          </a:bodyPr>
          <a:lstStyle/>
          <a:p>
            <a:pPr marL="10502">
              <a:spcBef>
                <a:spcPts val="83"/>
              </a:spcBef>
            </a:pPr>
            <a:r>
              <a:rPr sz="1985" dirty="0">
                <a:latin typeface="Cambria Math"/>
                <a:cs typeface="Cambria Math"/>
              </a:rPr>
              <a:t>𝑥</a:t>
            </a:r>
            <a:endParaRPr sz="1985">
              <a:latin typeface="Cambria Math"/>
              <a:cs typeface="Cambria Math"/>
            </a:endParaRPr>
          </a:p>
        </p:txBody>
      </p:sp>
      <p:sp>
        <p:nvSpPr>
          <p:cNvPr id="3" name="object 3"/>
          <p:cNvSpPr txBox="1"/>
          <p:nvPr/>
        </p:nvSpPr>
        <p:spPr>
          <a:xfrm>
            <a:off x="5772350" y="4420361"/>
            <a:ext cx="128112" cy="233823"/>
          </a:xfrm>
          <a:prstGeom prst="rect">
            <a:avLst/>
          </a:prstGeom>
        </p:spPr>
        <p:txBody>
          <a:bodyPr vert="horz" wrap="square" lIns="0" tIns="11026" rIns="0" bIns="0" rtlCol="0">
            <a:spAutoFit/>
          </a:bodyPr>
          <a:lstStyle/>
          <a:p>
            <a:pPr marL="10502">
              <a:spcBef>
                <a:spcPts val="87"/>
              </a:spcBef>
            </a:pPr>
            <a:r>
              <a:rPr sz="1447" spc="37" dirty="0">
                <a:latin typeface="Cambria Math"/>
                <a:cs typeface="Cambria Math"/>
              </a:rPr>
              <a:t>1</a:t>
            </a:r>
            <a:endParaRPr sz="1447">
              <a:latin typeface="Cambria Math"/>
              <a:cs typeface="Cambria Math"/>
            </a:endParaRPr>
          </a:p>
        </p:txBody>
      </p:sp>
      <p:pic>
        <p:nvPicPr>
          <p:cNvPr id="4" name="object 4"/>
          <p:cNvPicPr/>
          <p:nvPr/>
        </p:nvPicPr>
        <p:blipFill>
          <a:blip r:embed="rId3" cstate="print"/>
          <a:stretch>
            <a:fillRect/>
          </a:stretch>
        </p:blipFill>
        <p:spPr>
          <a:xfrm>
            <a:off x="6561607" y="4313398"/>
            <a:ext cx="514130" cy="1102607"/>
          </a:xfrm>
          <a:prstGeom prst="rect">
            <a:avLst/>
          </a:prstGeom>
        </p:spPr>
      </p:pic>
      <p:sp>
        <p:nvSpPr>
          <p:cNvPr id="5" name="object 5"/>
          <p:cNvSpPr txBox="1"/>
          <p:nvPr/>
        </p:nvSpPr>
        <p:spPr>
          <a:xfrm>
            <a:off x="5626596" y="4573547"/>
            <a:ext cx="307680" cy="773769"/>
          </a:xfrm>
          <a:prstGeom prst="rect">
            <a:avLst/>
          </a:prstGeom>
        </p:spPr>
        <p:txBody>
          <a:bodyPr vert="horz" wrap="square" lIns="0" tIns="85058" rIns="0" bIns="0" rtlCol="0">
            <a:spAutoFit/>
          </a:bodyPr>
          <a:lstStyle/>
          <a:p>
            <a:pPr marL="31505">
              <a:spcBef>
                <a:spcPts val="670"/>
              </a:spcBef>
            </a:pPr>
            <a:r>
              <a:rPr sz="1985" spc="4" dirty="0">
                <a:latin typeface="Cambria Math"/>
                <a:cs typeface="Cambria Math"/>
              </a:rPr>
              <a:t>𝑥</a:t>
            </a:r>
            <a:r>
              <a:rPr sz="2171" spc="6" baseline="-15873" dirty="0">
                <a:latin typeface="Cambria Math"/>
                <a:cs typeface="Cambria Math"/>
              </a:rPr>
              <a:t>2</a:t>
            </a:r>
            <a:endParaRPr sz="2171" baseline="-15873">
              <a:latin typeface="Cambria Math"/>
              <a:cs typeface="Cambria Math"/>
            </a:endParaRPr>
          </a:p>
          <a:p>
            <a:pPr marL="38331">
              <a:spcBef>
                <a:spcPts val="587"/>
              </a:spcBef>
            </a:pPr>
            <a:r>
              <a:rPr sz="1985" spc="4" dirty="0">
                <a:latin typeface="Cambria Math"/>
                <a:cs typeface="Cambria Math"/>
              </a:rPr>
              <a:t>𝑥</a:t>
            </a:r>
            <a:r>
              <a:rPr sz="2171" spc="6" baseline="-15873" dirty="0">
                <a:latin typeface="Cambria Math"/>
                <a:cs typeface="Cambria Math"/>
              </a:rPr>
              <a:t>3</a:t>
            </a:r>
            <a:endParaRPr sz="2171" baseline="-15873">
              <a:latin typeface="Cambria Math"/>
              <a:cs typeface="Cambria Math"/>
            </a:endParaRPr>
          </a:p>
        </p:txBody>
      </p:sp>
      <p:sp>
        <p:nvSpPr>
          <p:cNvPr id="6" name="object 6"/>
          <p:cNvSpPr txBox="1"/>
          <p:nvPr/>
        </p:nvSpPr>
        <p:spPr>
          <a:xfrm>
            <a:off x="5719217" y="507683"/>
            <a:ext cx="162241" cy="316072"/>
          </a:xfrm>
          <a:prstGeom prst="rect">
            <a:avLst/>
          </a:prstGeom>
        </p:spPr>
        <p:txBody>
          <a:bodyPr vert="horz" wrap="square" lIns="0" tIns="10501" rIns="0" bIns="0" rtlCol="0">
            <a:spAutoFit/>
          </a:bodyPr>
          <a:lstStyle/>
          <a:p>
            <a:pPr marL="10502">
              <a:spcBef>
                <a:spcPts val="83"/>
              </a:spcBef>
            </a:pPr>
            <a:r>
              <a:rPr sz="1985" dirty="0">
                <a:latin typeface="Cambria Math"/>
                <a:cs typeface="Cambria Math"/>
              </a:rPr>
              <a:t>𝑦</a:t>
            </a:r>
            <a:endParaRPr sz="1985">
              <a:latin typeface="Cambria Math"/>
              <a:cs typeface="Cambria Math"/>
            </a:endParaRPr>
          </a:p>
        </p:txBody>
      </p:sp>
      <p:pic>
        <p:nvPicPr>
          <p:cNvPr id="7" name="object 7"/>
          <p:cNvPicPr/>
          <p:nvPr/>
        </p:nvPicPr>
        <p:blipFill>
          <a:blip r:embed="rId4" cstate="print"/>
          <a:stretch>
            <a:fillRect/>
          </a:stretch>
        </p:blipFill>
        <p:spPr>
          <a:xfrm>
            <a:off x="6029835" y="4347422"/>
            <a:ext cx="370476" cy="992976"/>
          </a:xfrm>
          <a:prstGeom prst="rect">
            <a:avLst/>
          </a:prstGeom>
        </p:spPr>
      </p:pic>
      <p:pic>
        <p:nvPicPr>
          <p:cNvPr id="8" name="object 8"/>
          <p:cNvPicPr/>
          <p:nvPr/>
        </p:nvPicPr>
        <p:blipFill>
          <a:blip r:embed="rId5" cstate="print"/>
          <a:stretch>
            <a:fillRect/>
          </a:stretch>
        </p:blipFill>
        <p:spPr>
          <a:xfrm>
            <a:off x="7132443" y="4313398"/>
            <a:ext cx="514130" cy="1102607"/>
          </a:xfrm>
          <a:prstGeom prst="rect">
            <a:avLst/>
          </a:prstGeom>
        </p:spPr>
      </p:pic>
      <p:sp>
        <p:nvSpPr>
          <p:cNvPr id="9" name="object 9"/>
          <p:cNvSpPr txBox="1"/>
          <p:nvPr/>
        </p:nvSpPr>
        <p:spPr>
          <a:xfrm>
            <a:off x="6029836" y="4347423"/>
            <a:ext cx="370685" cy="939202"/>
          </a:xfrm>
          <a:prstGeom prst="rect">
            <a:avLst/>
          </a:prstGeom>
          <a:ln w="6096">
            <a:solidFill>
              <a:srgbClr val="FFC000"/>
            </a:solidFill>
          </a:ln>
        </p:spPr>
        <p:txBody>
          <a:bodyPr vert="horz" wrap="square" lIns="0" tIns="22577" rIns="0" bIns="0" rtlCol="0">
            <a:spAutoFit/>
          </a:bodyPr>
          <a:lstStyle/>
          <a:p>
            <a:pPr marL="121294">
              <a:spcBef>
                <a:spcPts val="178"/>
              </a:spcBef>
            </a:pPr>
            <a:r>
              <a:rPr sz="1985" dirty="0">
                <a:latin typeface="Calibri"/>
                <a:cs typeface="Calibri"/>
              </a:rPr>
              <a:t>3</a:t>
            </a:r>
            <a:endParaRPr sz="1985">
              <a:latin typeface="Calibri"/>
              <a:cs typeface="Calibri"/>
            </a:endParaRPr>
          </a:p>
          <a:p>
            <a:pPr marL="121294">
              <a:spcBef>
                <a:spcPts val="4"/>
              </a:spcBef>
            </a:pPr>
            <a:r>
              <a:rPr sz="1985" dirty="0">
                <a:latin typeface="Calibri"/>
                <a:cs typeface="Calibri"/>
              </a:rPr>
              <a:t>1</a:t>
            </a:r>
            <a:endParaRPr sz="1985">
              <a:latin typeface="Calibri"/>
              <a:cs typeface="Calibri"/>
            </a:endParaRPr>
          </a:p>
          <a:p>
            <a:pPr marL="121294"/>
            <a:r>
              <a:rPr sz="1985" dirty="0">
                <a:latin typeface="Calibri"/>
                <a:cs typeface="Calibri"/>
              </a:rPr>
              <a:t>0</a:t>
            </a:r>
            <a:endParaRPr sz="1985">
              <a:latin typeface="Calibri"/>
              <a:cs typeface="Calibri"/>
            </a:endParaRPr>
          </a:p>
        </p:txBody>
      </p:sp>
      <p:grpSp>
        <p:nvGrpSpPr>
          <p:cNvPr id="10" name="object 10"/>
          <p:cNvGrpSpPr/>
          <p:nvPr/>
        </p:nvGrpSpPr>
        <p:grpSpPr>
          <a:xfrm>
            <a:off x="6038658" y="468766"/>
            <a:ext cx="375936" cy="385912"/>
            <a:chOff x="5777484" y="566927"/>
            <a:chExt cx="454659" cy="466725"/>
          </a:xfrm>
        </p:grpSpPr>
        <p:pic>
          <p:nvPicPr>
            <p:cNvPr id="11" name="object 11"/>
            <p:cNvPicPr/>
            <p:nvPr/>
          </p:nvPicPr>
          <p:blipFill>
            <a:blip r:embed="rId6" cstate="print"/>
            <a:stretch>
              <a:fillRect/>
            </a:stretch>
          </p:blipFill>
          <p:spPr>
            <a:xfrm>
              <a:off x="5780532" y="569975"/>
              <a:ext cx="448056" cy="460248"/>
            </a:xfrm>
            <a:prstGeom prst="rect">
              <a:avLst/>
            </a:prstGeom>
          </p:spPr>
        </p:pic>
        <p:sp>
          <p:nvSpPr>
            <p:cNvPr id="12" name="object 12"/>
            <p:cNvSpPr/>
            <p:nvPr/>
          </p:nvSpPr>
          <p:spPr>
            <a:xfrm>
              <a:off x="5780532" y="569975"/>
              <a:ext cx="448309" cy="460375"/>
            </a:xfrm>
            <a:custGeom>
              <a:avLst/>
              <a:gdLst/>
              <a:ahLst/>
              <a:cxnLst/>
              <a:rect l="l" t="t" r="r" b="b"/>
              <a:pathLst>
                <a:path w="448310" h="460375">
                  <a:moveTo>
                    <a:pt x="0" y="460248"/>
                  </a:moveTo>
                  <a:lnTo>
                    <a:pt x="448056" y="460248"/>
                  </a:lnTo>
                  <a:lnTo>
                    <a:pt x="448056" y="0"/>
                  </a:lnTo>
                  <a:lnTo>
                    <a:pt x="0" y="0"/>
                  </a:lnTo>
                  <a:lnTo>
                    <a:pt x="0" y="460248"/>
                  </a:lnTo>
                  <a:close/>
                </a:path>
              </a:pathLst>
            </a:custGeom>
            <a:ln w="6096">
              <a:solidFill>
                <a:srgbClr val="EC7C30"/>
              </a:solidFill>
            </a:ln>
          </p:spPr>
          <p:txBody>
            <a:bodyPr wrap="square" lIns="0" tIns="0" rIns="0" bIns="0" rtlCol="0"/>
            <a:lstStyle/>
            <a:p>
              <a:endParaRPr sz="1488"/>
            </a:p>
          </p:txBody>
        </p:sp>
      </p:grpSp>
      <p:sp>
        <p:nvSpPr>
          <p:cNvPr id="13" name="object 13"/>
          <p:cNvSpPr txBox="1"/>
          <p:nvPr/>
        </p:nvSpPr>
        <p:spPr>
          <a:xfrm>
            <a:off x="6629655" y="4344902"/>
            <a:ext cx="370685" cy="938672"/>
          </a:xfrm>
          <a:prstGeom prst="rect">
            <a:avLst/>
          </a:prstGeom>
          <a:ln w="6096">
            <a:solidFill>
              <a:srgbClr val="FFC000"/>
            </a:solidFill>
          </a:ln>
        </p:spPr>
        <p:txBody>
          <a:bodyPr vert="horz" wrap="square" lIns="0" tIns="22052" rIns="0" bIns="0" rtlCol="0">
            <a:spAutoFit/>
          </a:bodyPr>
          <a:lstStyle/>
          <a:p>
            <a:pPr marL="121819">
              <a:spcBef>
                <a:spcPts val="174"/>
              </a:spcBef>
            </a:pPr>
            <a:r>
              <a:rPr sz="1985" dirty="0">
                <a:latin typeface="Calibri"/>
                <a:cs typeface="Calibri"/>
              </a:rPr>
              <a:t>4</a:t>
            </a:r>
            <a:endParaRPr sz="1985">
              <a:latin typeface="Calibri"/>
              <a:cs typeface="Calibri"/>
            </a:endParaRPr>
          </a:p>
          <a:p>
            <a:pPr marL="121819"/>
            <a:r>
              <a:rPr sz="1985" dirty="0">
                <a:latin typeface="Calibri"/>
                <a:cs typeface="Calibri"/>
              </a:rPr>
              <a:t>1</a:t>
            </a:r>
            <a:endParaRPr sz="1985">
              <a:latin typeface="Calibri"/>
              <a:cs typeface="Calibri"/>
            </a:endParaRPr>
          </a:p>
          <a:p>
            <a:pPr marL="121819"/>
            <a:r>
              <a:rPr sz="1985" dirty="0">
                <a:latin typeface="Calibri"/>
                <a:cs typeface="Calibri"/>
              </a:rPr>
              <a:t>0</a:t>
            </a:r>
            <a:endParaRPr sz="1985">
              <a:latin typeface="Calibri"/>
              <a:cs typeface="Calibri"/>
            </a:endParaRPr>
          </a:p>
        </p:txBody>
      </p:sp>
      <p:grpSp>
        <p:nvGrpSpPr>
          <p:cNvPr id="14" name="object 14"/>
          <p:cNvGrpSpPr/>
          <p:nvPr/>
        </p:nvGrpSpPr>
        <p:grpSpPr>
          <a:xfrm>
            <a:off x="6606973" y="468766"/>
            <a:ext cx="375936" cy="386963"/>
            <a:chOff x="6464808" y="566927"/>
            <a:chExt cx="454659" cy="467995"/>
          </a:xfrm>
        </p:grpSpPr>
        <p:pic>
          <p:nvPicPr>
            <p:cNvPr id="15" name="object 15"/>
            <p:cNvPicPr/>
            <p:nvPr/>
          </p:nvPicPr>
          <p:blipFill>
            <a:blip r:embed="rId7" cstate="print"/>
            <a:stretch>
              <a:fillRect/>
            </a:stretch>
          </p:blipFill>
          <p:spPr>
            <a:xfrm>
              <a:off x="6467856" y="569975"/>
              <a:ext cx="448055" cy="461772"/>
            </a:xfrm>
            <a:prstGeom prst="rect">
              <a:avLst/>
            </a:prstGeom>
          </p:spPr>
        </p:pic>
        <p:sp>
          <p:nvSpPr>
            <p:cNvPr id="16" name="object 16"/>
            <p:cNvSpPr/>
            <p:nvPr/>
          </p:nvSpPr>
          <p:spPr>
            <a:xfrm>
              <a:off x="6467856" y="569975"/>
              <a:ext cx="448309" cy="462280"/>
            </a:xfrm>
            <a:custGeom>
              <a:avLst/>
              <a:gdLst/>
              <a:ahLst/>
              <a:cxnLst/>
              <a:rect l="l" t="t" r="r" b="b"/>
              <a:pathLst>
                <a:path w="448309" h="462280">
                  <a:moveTo>
                    <a:pt x="0" y="461772"/>
                  </a:moveTo>
                  <a:lnTo>
                    <a:pt x="448055" y="461772"/>
                  </a:lnTo>
                  <a:lnTo>
                    <a:pt x="448055" y="0"/>
                  </a:lnTo>
                  <a:lnTo>
                    <a:pt x="0" y="0"/>
                  </a:lnTo>
                  <a:lnTo>
                    <a:pt x="0" y="461772"/>
                  </a:lnTo>
                  <a:close/>
                </a:path>
              </a:pathLst>
            </a:custGeom>
            <a:ln w="6095">
              <a:solidFill>
                <a:srgbClr val="EC7C30"/>
              </a:solidFill>
            </a:ln>
          </p:spPr>
          <p:txBody>
            <a:bodyPr wrap="square" lIns="0" tIns="0" rIns="0" bIns="0" rtlCol="0"/>
            <a:lstStyle/>
            <a:p>
              <a:endParaRPr sz="1488"/>
            </a:p>
          </p:txBody>
        </p:sp>
      </p:grpSp>
      <p:sp>
        <p:nvSpPr>
          <p:cNvPr id="17" name="object 17"/>
          <p:cNvSpPr txBox="1"/>
          <p:nvPr/>
        </p:nvSpPr>
        <p:spPr>
          <a:xfrm>
            <a:off x="6152908" y="482166"/>
            <a:ext cx="716695" cy="316072"/>
          </a:xfrm>
          <a:prstGeom prst="rect">
            <a:avLst/>
          </a:prstGeom>
        </p:spPr>
        <p:txBody>
          <a:bodyPr vert="horz" wrap="square" lIns="0" tIns="10501" rIns="0" bIns="0" rtlCol="0">
            <a:spAutoFit/>
          </a:bodyPr>
          <a:lstStyle/>
          <a:p>
            <a:pPr marL="10502">
              <a:spcBef>
                <a:spcPts val="83"/>
              </a:spcBef>
              <a:tabLst>
                <a:tab pos="578115" algn="l"/>
              </a:tabLst>
            </a:pPr>
            <a:r>
              <a:rPr sz="1985" dirty="0">
                <a:latin typeface="Calibri"/>
                <a:cs typeface="Calibri"/>
              </a:rPr>
              <a:t>0	0</a:t>
            </a:r>
            <a:endParaRPr sz="1985">
              <a:latin typeface="Calibri"/>
              <a:cs typeface="Calibri"/>
            </a:endParaRPr>
          </a:p>
        </p:txBody>
      </p:sp>
      <p:sp>
        <p:nvSpPr>
          <p:cNvPr id="18" name="object 18"/>
          <p:cNvSpPr txBox="1"/>
          <p:nvPr/>
        </p:nvSpPr>
        <p:spPr>
          <a:xfrm>
            <a:off x="7192930" y="4356242"/>
            <a:ext cx="370685" cy="938672"/>
          </a:xfrm>
          <a:prstGeom prst="rect">
            <a:avLst/>
          </a:prstGeom>
          <a:ln w="6096">
            <a:solidFill>
              <a:srgbClr val="FFC000"/>
            </a:solidFill>
          </a:ln>
        </p:spPr>
        <p:txBody>
          <a:bodyPr vert="horz" wrap="square" lIns="0" tIns="22052" rIns="0" bIns="0" rtlCol="0">
            <a:spAutoFit/>
          </a:bodyPr>
          <a:lstStyle/>
          <a:p>
            <a:pPr marL="121819">
              <a:spcBef>
                <a:spcPts val="174"/>
              </a:spcBef>
            </a:pPr>
            <a:r>
              <a:rPr sz="1985" dirty="0">
                <a:latin typeface="Calibri"/>
                <a:cs typeface="Calibri"/>
              </a:rPr>
              <a:t>2</a:t>
            </a:r>
            <a:endParaRPr sz="1985">
              <a:latin typeface="Calibri"/>
              <a:cs typeface="Calibri"/>
            </a:endParaRPr>
          </a:p>
          <a:p>
            <a:pPr marL="121819"/>
            <a:r>
              <a:rPr sz="1985" dirty="0">
                <a:latin typeface="Calibri"/>
                <a:cs typeface="Calibri"/>
              </a:rPr>
              <a:t>0</a:t>
            </a:r>
            <a:endParaRPr sz="1985">
              <a:latin typeface="Calibri"/>
              <a:cs typeface="Calibri"/>
            </a:endParaRPr>
          </a:p>
          <a:p>
            <a:pPr marL="121819"/>
            <a:r>
              <a:rPr sz="1985" dirty="0">
                <a:latin typeface="Calibri"/>
                <a:cs typeface="Calibri"/>
              </a:rPr>
              <a:t>0</a:t>
            </a:r>
            <a:endParaRPr sz="1985">
              <a:latin typeface="Calibri"/>
              <a:cs typeface="Calibri"/>
            </a:endParaRPr>
          </a:p>
        </p:txBody>
      </p:sp>
      <p:grpSp>
        <p:nvGrpSpPr>
          <p:cNvPr id="19" name="object 19"/>
          <p:cNvGrpSpPr/>
          <p:nvPr/>
        </p:nvGrpSpPr>
        <p:grpSpPr>
          <a:xfrm>
            <a:off x="7155125" y="485148"/>
            <a:ext cx="375936" cy="386963"/>
            <a:chOff x="7127747" y="586740"/>
            <a:chExt cx="454659" cy="467995"/>
          </a:xfrm>
        </p:grpSpPr>
        <p:pic>
          <p:nvPicPr>
            <p:cNvPr id="20" name="object 20"/>
            <p:cNvPicPr/>
            <p:nvPr/>
          </p:nvPicPr>
          <p:blipFill>
            <a:blip r:embed="rId8" cstate="print"/>
            <a:stretch>
              <a:fillRect/>
            </a:stretch>
          </p:blipFill>
          <p:spPr>
            <a:xfrm>
              <a:off x="7130795" y="589788"/>
              <a:ext cx="448055" cy="461772"/>
            </a:xfrm>
            <a:prstGeom prst="rect">
              <a:avLst/>
            </a:prstGeom>
          </p:spPr>
        </p:pic>
        <p:sp>
          <p:nvSpPr>
            <p:cNvPr id="21" name="object 21"/>
            <p:cNvSpPr/>
            <p:nvPr/>
          </p:nvSpPr>
          <p:spPr>
            <a:xfrm>
              <a:off x="7130795" y="589788"/>
              <a:ext cx="448309" cy="462280"/>
            </a:xfrm>
            <a:custGeom>
              <a:avLst/>
              <a:gdLst/>
              <a:ahLst/>
              <a:cxnLst/>
              <a:rect l="l" t="t" r="r" b="b"/>
              <a:pathLst>
                <a:path w="448309" h="462280">
                  <a:moveTo>
                    <a:pt x="0" y="461772"/>
                  </a:moveTo>
                  <a:lnTo>
                    <a:pt x="448055" y="461772"/>
                  </a:lnTo>
                  <a:lnTo>
                    <a:pt x="448055" y="0"/>
                  </a:lnTo>
                  <a:lnTo>
                    <a:pt x="0" y="0"/>
                  </a:lnTo>
                  <a:lnTo>
                    <a:pt x="0" y="461772"/>
                  </a:lnTo>
                  <a:close/>
                </a:path>
              </a:pathLst>
            </a:custGeom>
            <a:ln w="6095">
              <a:solidFill>
                <a:srgbClr val="EC7C30"/>
              </a:solidFill>
            </a:ln>
          </p:spPr>
          <p:txBody>
            <a:bodyPr wrap="square" lIns="0" tIns="0" rIns="0" bIns="0" rtlCol="0"/>
            <a:lstStyle/>
            <a:p>
              <a:endParaRPr sz="1488"/>
            </a:p>
          </p:txBody>
        </p:sp>
      </p:grpSp>
      <p:sp>
        <p:nvSpPr>
          <p:cNvPr id="22" name="object 22"/>
          <p:cNvSpPr txBox="1"/>
          <p:nvPr/>
        </p:nvSpPr>
        <p:spPr>
          <a:xfrm>
            <a:off x="7268851" y="499323"/>
            <a:ext cx="149114" cy="316072"/>
          </a:xfrm>
          <a:prstGeom prst="rect">
            <a:avLst/>
          </a:prstGeom>
        </p:spPr>
        <p:txBody>
          <a:bodyPr vert="horz" wrap="square" lIns="0" tIns="10501" rIns="0" bIns="0" rtlCol="0">
            <a:spAutoFit/>
          </a:bodyPr>
          <a:lstStyle/>
          <a:p>
            <a:pPr marL="10502">
              <a:spcBef>
                <a:spcPts val="83"/>
              </a:spcBef>
            </a:pPr>
            <a:r>
              <a:rPr sz="1985" dirty="0">
                <a:latin typeface="Calibri"/>
                <a:cs typeface="Calibri"/>
              </a:rPr>
              <a:t>0</a:t>
            </a:r>
            <a:endParaRPr sz="1985">
              <a:latin typeface="Calibri"/>
              <a:cs typeface="Calibri"/>
            </a:endParaRPr>
          </a:p>
        </p:txBody>
      </p:sp>
      <p:pic>
        <p:nvPicPr>
          <p:cNvPr id="23" name="object 23"/>
          <p:cNvPicPr/>
          <p:nvPr/>
        </p:nvPicPr>
        <p:blipFill>
          <a:blip r:embed="rId9" cstate="print"/>
          <a:stretch>
            <a:fillRect/>
          </a:stretch>
        </p:blipFill>
        <p:spPr>
          <a:xfrm>
            <a:off x="7734782" y="4363803"/>
            <a:ext cx="370475" cy="991716"/>
          </a:xfrm>
          <a:prstGeom prst="rect">
            <a:avLst/>
          </a:prstGeom>
        </p:spPr>
      </p:pic>
      <p:sp>
        <p:nvSpPr>
          <p:cNvPr id="24" name="object 24"/>
          <p:cNvSpPr txBox="1"/>
          <p:nvPr/>
        </p:nvSpPr>
        <p:spPr>
          <a:xfrm>
            <a:off x="7734782" y="4363803"/>
            <a:ext cx="370685" cy="938672"/>
          </a:xfrm>
          <a:prstGeom prst="rect">
            <a:avLst/>
          </a:prstGeom>
          <a:ln w="6096">
            <a:solidFill>
              <a:srgbClr val="FFC000"/>
            </a:solidFill>
          </a:ln>
        </p:spPr>
        <p:txBody>
          <a:bodyPr vert="horz" wrap="square" lIns="0" tIns="22052" rIns="0" bIns="0" rtlCol="0">
            <a:spAutoFit/>
          </a:bodyPr>
          <a:lstStyle/>
          <a:p>
            <a:pPr marL="121294">
              <a:spcBef>
                <a:spcPts val="174"/>
              </a:spcBef>
            </a:pPr>
            <a:r>
              <a:rPr sz="1985" dirty="0">
                <a:latin typeface="Calibri"/>
                <a:cs typeface="Calibri"/>
              </a:rPr>
              <a:t>1</a:t>
            </a:r>
            <a:endParaRPr sz="1985">
              <a:latin typeface="Calibri"/>
              <a:cs typeface="Calibri"/>
            </a:endParaRPr>
          </a:p>
          <a:p>
            <a:pPr marL="121294"/>
            <a:r>
              <a:rPr sz="1985" dirty="0">
                <a:latin typeface="Calibri"/>
                <a:cs typeface="Calibri"/>
              </a:rPr>
              <a:t>0</a:t>
            </a:r>
            <a:endParaRPr sz="1985">
              <a:latin typeface="Calibri"/>
              <a:cs typeface="Calibri"/>
            </a:endParaRPr>
          </a:p>
          <a:p>
            <a:pPr marL="121294"/>
            <a:r>
              <a:rPr sz="1985" dirty="0">
                <a:latin typeface="Calibri"/>
                <a:cs typeface="Calibri"/>
              </a:rPr>
              <a:t>1</a:t>
            </a:r>
            <a:endParaRPr sz="1985">
              <a:latin typeface="Calibri"/>
              <a:cs typeface="Calibri"/>
            </a:endParaRPr>
          </a:p>
        </p:txBody>
      </p:sp>
      <p:grpSp>
        <p:nvGrpSpPr>
          <p:cNvPr id="25" name="object 25"/>
          <p:cNvGrpSpPr/>
          <p:nvPr/>
        </p:nvGrpSpPr>
        <p:grpSpPr>
          <a:xfrm>
            <a:off x="7701912" y="477481"/>
            <a:ext cx="376987" cy="387488"/>
            <a:chOff x="7789036" y="577469"/>
            <a:chExt cx="455930" cy="468630"/>
          </a:xfrm>
        </p:grpSpPr>
        <p:pic>
          <p:nvPicPr>
            <p:cNvPr id="26" name="object 26"/>
            <p:cNvPicPr/>
            <p:nvPr/>
          </p:nvPicPr>
          <p:blipFill>
            <a:blip r:embed="rId10" cstate="print"/>
            <a:stretch>
              <a:fillRect/>
            </a:stretch>
          </p:blipFill>
          <p:spPr>
            <a:xfrm>
              <a:off x="7792211" y="580644"/>
              <a:ext cx="449579" cy="461772"/>
            </a:xfrm>
            <a:prstGeom prst="rect">
              <a:avLst/>
            </a:prstGeom>
          </p:spPr>
        </p:pic>
        <p:sp>
          <p:nvSpPr>
            <p:cNvPr id="27" name="object 27"/>
            <p:cNvSpPr/>
            <p:nvPr/>
          </p:nvSpPr>
          <p:spPr>
            <a:xfrm>
              <a:off x="7792211" y="580644"/>
              <a:ext cx="449580" cy="462280"/>
            </a:xfrm>
            <a:custGeom>
              <a:avLst/>
              <a:gdLst/>
              <a:ahLst/>
              <a:cxnLst/>
              <a:rect l="l" t="t" r="r" b="b"/>
              <a:pathLst>
                <a:path w="449579" h="462280">
                  <a:moveTo>
                    <a:pt x="0" y="461772"/>
                  </a:moveTo>
                  <a:lnTo>
                    <a:pt x="449579" y="461772"/>
                  </a:lnTo>
                  <a:lnTo>
                    <a:pt x="449579" y="0"/>
                  </a:lnTo>
                  <a:lnTo>
                    <a:pt x="0" y="0"/>
                  </a:lnTo>
                  <a:lnTo>
                    <a:pt x="0" y="461772"/>
                  </a:lnTo>
                  <a:close/>
                </a:path>
              </a:pathLst>
            </a:custGeom>
            <a:ln w="6096">
              <a:solidFill>
                <a:srgbClr val="EC7C30"/>
              </a:solidFill>
            </a:ln>
          </p:spPr>
          <p:txBody>
            <a:bodyPr wrap="square" lIns="0" tIns="0" rIns="0" bIns="0" rtlCol="0"/>
            <a:lstStyle/>
            <a:p>
              <a:endParaRPr sz="1488"/>
            </a:p>
          </p:txBody>
        </p:sp>
      </p:grpSp>
      <p:pic>
        <p:nvPicPr>
          <p:cNvPr id="28" name="object 28"/>
          <p:cNvPicPr/>
          <p:nvPr/>
        </p:nvPicPr>
        <p:blipFill>
          <a:blip r:embed="rId11" cstate="print"/>
          <a:stretch>
            <a:fillRect/>
          </a:stretch>
        </p:blipFill>
        <p:spPr>
          <a:xfrm>
            <a:off x="8269074" y="4363803"/>
            <a:ext cx="370475" cy="992976"/>
          </a:xfrm>
          <a:prstGeom prst="rect">
            <a:avLst/>
          </a:prstGeom>
        </p:spPr>
      </p:pic>
      <p:sp>
        <p:nvSpPr>
          <p:cNvPr id="29" name="object 29"/>
          <p:cNvSpPr txBox="1"/>
          <p:nvPr/>
        </p:nvSpPr>
        <p:spPr>
          <a:xfrm>
            <a:off x="8269074" y="4363803"/>
            <a:ext cx="370685" cy="939202"/>
          </a:xfrm>
          <a:prstGeom prst="rect">
            <a:avLst/>
          </a:prstGeom>
          <a:ln w="6096">
            <a:solidFill>
              <a:srgbClr val="FFC000"/>
            </a:solidFill>
          </a:ln>
        </p:spPr>
        <p:txBody>
          <a:bodyPr vert="horz" wrap="square" lIns="0" tIns="22577" rIns="0" bIns="0" rtlCol="0">
            <a:spAutoFit/>
          </a:bodyPr>
          <a:lstStyle/>
          <a:p>
            <a:pPr marL="122344">
              <a:spcBef>
                <a:spcPts val="178"/>
              </a:spcBef>
            </a:pPr>
            <a:r>
              <a:rPr sz="1985" dirty="0">
                <a:latin typeface="Calibri"/>
                <a:cs typeface="Calibri"/>
              </a:rPr>
              <a:t>3</a:t>
            </a:r>
            <a:endParaRPr sz="1985">
              <a:latin typeface="Calibri"/>
              <a:cs typeface="Calibri"/>
            </a:endParaRPr>
          </a:p>
          <a:p>
            <a:pPr marL="84538"/>
            <a:r>
              <a:rPr sz="1985" spc="-4" dirty="0">
                <a:latin typeface="Calibri"/>
                <a:cs typeface="Calibri"/>
              </a:rPr>
              <a:t>-1</a:t>
            </a:r>
            <a:endParaRPr sz="1985">
              <a:latin typeface="Calibri"/>
              <a:cs typeface="Calibri"/>
            </a:endParaRPr>
          </a:p>
          <a:p>
            <a:pPr marL="122344"/>
            <a:r>
              <a:rPr sz="1985" dirty="0">
                <a:latin typeface="Calibri"/>
                <a:cs typeface="Calibri"/>
              </a:rPr>
              <a:t>0</a:t>
            </a:r>
            <a:endParaRPr sz="1985">
              <a:latin typeface="Calibri"/>
              <a:cs typeface="Calibri"/>
            </a:endParaRPr>
          </a:p>
        </p:txBody>
      </p:sp>
      <p:grpSp>
        <p:nvGrpSpPr>
          <p:cNvPr id="30" name="object 30"/>
          <p:cNvGrpSpPr/>
          <p:nvPr/>
        </p:nvGrpSpPr>
        <p:grpSpPr>
          <a:xfrm>
            <a:off x="8232531" y="477587"/>
            <a:ext cx="375936" cy="386963"/>
            <a:chOff x="8430768" y="577595"/>
            <a:chExt cx="454659" cy="467995"/>
          </a:xfrm>
        </p:grpSpPr>
        <p:pic>
          <p:nvPicPr>
            <p:cNvPr id="31" name="object 31"/>
            <p:cNvPicPr/>
            <p:nvPr/>
          </p:nvPicPr>
          <p:blipFill>
            <a:blip r:embed="rId12" cstate="print"/>
            <a:stretch>
              <a:fillRect/>
            </a:stretch>
          </p:blipFill>
          <p:spPr>
            <a:xfrm>
              <a:off x="8433816" y="580643"/>
              <a:ext cx="448055" cy="461772"/>
            </a:xfrm>
            <a:prstGeom prst="rect">
              <a:avLst/>
            </a:prstGeom>
          </p:spPr>
        </p:pic>
        <p:sp>
          <p:nvSpPr>
            <p:cNvPr id="32" name="object 32"/>
            <p:cNvSpPr/>
            <p:nvPr/>
          </p:nvSpPr>
          <p:spPr>
            <a:xfrm>
              <a:off x="8433816" y="580643"/>
              <a:ext cx="448309" cy="462280"/>
            </a:xfrm>
            <a:custGeom>
              <a:avLst/>
              <a:gdLst/>
              <a:ahLst/>
              <a:cxnLst/>
              <a:rect l="l" t="t" r="r" b="b"/>
              <a:pathLst>
                <a:path w="448309" h="462280">
                  <a:moveTo>
                    <a:pt x="0" y="461772"/>
                  </a:moveTo>
                  <a:lnTo>
                    <a:pt x="448055" y="461772"/>
                  </a:lnTo>
                  <a:lnTo>
                    <a:pt x="448055" y="0"/>
                  </a:lnTo>
                  <a:lnTo>
                    <a:pt x="0" y="0"/>
                  </a:lnTo>
                  <a:lnTo>
                    <a:pt x="0" y="461772"/>
                  </a:lnTo>
                  <a:close/>
                </a:path>
              </a:pathLst>
            </a:custGeom>
            <a:ln w="6095">
              <a:solidFill>
                <a:srgbClr val="EC7C30"/>
              </a:solidFill>
            </a:ln>
          </p:spPr>
          <p:txBody>
            <a:bodyPr wrap="square" lIns="0" tIns="0" rIns="0" bIns="0" rtlCol="0"/>
            <a:lstStyle/>
            <a:p>
              <a:endParaRPr sz="1488"/>
            </a:p>
          </p:txBody>
        </p:sp>
      </p:grpSp>
      <p:sp>
        <p:nvSpPr>
          <p:cNvPr id="33" name="object 33"/>
          <p:cNvSpPr txBox="1"/>
          <p:nvPr/>
        </p:nvSpPr>
        <p:spPr>
          <a:xfrm>
            <a:off x="7817005" y="490817"/>
            <a:ext cx="678891" cy="316072"/>
          </a:xfrm>
          <a:prstGeom prst="rect">
            <a:avLst/>
          </a:prstGeom>
        </p:spPr>
        <p:txBody>
          <a:bodyPr vert="horz" wrap="square" lIns="0" tIns="10501" rIns="0" bIns="0" rtlCol="0">
            <a:spAutoFit/>
          </a:bodyPr>
          <a:lstStyle/>
          <a:p>
            <a:pPr marL="10502">
              <a:spcBef>
                <a:spcPts val="83"/>
              </a:spcBef>
              <a:tabLst>
                <a:tab pos="539784" algn="l"/>
              </a:tabLst>
            </a:pPr>
            <a:r>
              <a:rPr sz="1985" dirty="0">
                <a:latin typeface="Calibri"/>
                <a:cs typeface="Calibri"/>
              </a:rPr>
              <a:t>7	0</a:t>
            </a:r>
            <a:endParaRPr sz="1985">
              <a:latin typeface="Calibri"/>
              <a:cs typeface="Calibri"/>
            </a:endParaRPr>
          </a:p>
        </p:txBody>
      </p:sp>
      <p:sp>
        <p:nvSpPr>
          <p:cNvPr id="34" name="object 34"/>
          <p:cNvSpPr/>
          <p:nvPr/>
        </p:nvSpPr>
        <p:spPr>
          <a:xfrm>
            <a:off x="6092211" y="4698366"/>
            <a:ext cx="263576" cy="289828"/>
          </a:xfrm>
          <a:custGeom>
            <a:avLst/>
            <a:gdLst/>
            <a:ahLst/>
            <a:cxnLst/>
            <a:rect l="l" t="t" r="r" b="b"/>
            <a:pathLst>
              <a:path w="318770" h="350520">
                <a:moveTo>
                  <a:pt x="0" y="350520"/>
                </a:moveTo>
                <a:lnTo>
                  <a:pt x="318515" y="350520"/>
                </a:lnTo>
                <a:lnTo>
                  <a:pt x="318515" y="0"/>
                </a:lnTo>
                <a:lnTo>
                  <a:pt x="0" y="0"/>
                </a:lnTo>
                <a:lnTo>
                  <a:pt x="0" y="350520"/>
                </a:lnTo>
                <a:close/>
              </a:path>
            </a:pathLst>
          </a:custGeom>
          <a:ln w="38100">
            <a:solidFill>
              <a:srgbClr val="0000FF"/>
            </a:solidFill>
          </a:ln>
        </p:spPr>
        <p:txBody>
          <a:bodyPr wrap="square" lIns="0" tIns="0" rIns="0" bIns="0" rtlCol="0"/>
          <a:lstStyle/>
          <a:p>
            <a:endParaRPr sz="1488"/>
          </a:p>
        </p:txBody>
      </p:sp>
      <p:sp>
        <p:nvSpPr>
          <p:cNvPr id="35" name="object 35"/>
          <p:cNvSpPr/>
          <p:nvPr/>
        </p:nvSpPr>
        <p:spPr>
          <a:xfrm>
            <a:off x="6683208" y="4694585"/>
            <a:ext cx="264626" cy="289828"/>
          </a:xfrm>
          <a:custGeom>
            <a:avLst/>
            <a:gdLst/>
            <a:ahLst/>
            <a:cxnLst/>
            <a:rect l="l" t="t" r="r" b="b"/>
            <a:pathLst>
              <a:path w="320040" h="350520">
                <a:moveTo>
                  <a:pt x="0" y="350519"/>
                </a:moveTo>
                <a:lnTo>
                  <a:pt x="320040" y="350519"/>
                </a:lnTo>
                <a:lnTo>
                  <a:pt x="320040" y="0"/>
                </a:lnTo>
                <a:lnTo>
                  <a:pt x="0" y="0"/>
                </a:lnTo>
                <a:lnTo>
                  <a:pt x="0" y="350519"/>
                </a:lnTo>
                <a:close/>
              </a:path>
            </a:pathLst>
          </a:custGeom>
          <a:ln w="38099">
            <a:solidFill>
              <a:srgbClr val="0000FF"/>
            </a:solidFill>
          </a:ln>
        </p:spPr>
        <p:txBody>
          <a:bodyPr wrap="square" lIns="0" tIns="0" rIns="0" bIns="0" rtlCol="0"/>
          <a:lstStyle/>
          <a:p>
            <a:endParaRPr sz="1488"/>
          </a:p>
        </p:txBody>
      </p:sp>
      <p:sp>
        <p:nvSpPr>
          <p:cNvPr id="36" name="object 36"/>
          <p:cNvSpPr/>
          <p:nvPr/>
        </p:nvSpPr>
        <p:spPr>
          <a:xfrm>
            <a:off x="7788335" y="5028517"/>
            <a:ext cx="263576" cy="289828"/>
          </a:xfrm>
          <a:custGeom>
            <a:avLst/>
            <a:gdLst/>
            <a:ahLst/>
            <a:cxnLst/>
            <a:rect l="l" t="t" r="r" b="b"/>
            <a:pathLst>
              <a:path w="318770" h="350520">
                <a:moveTo>
                  <a:pt x="0" y="350519"/>
                </a:moveTo>
                <a:lnTo>
                  <a:pt x="318516" y="350519"/>
                </a:lnTo>
                <a:lnTo>
                  <a:pt x="318516" y="0"/>
                </a:lnTo>
                <a:lnTo>
                  <a:pt x="0" y="0"/>
                </a:lnTo>
                <a:lnTo>
                  <a:pt x="0" y="350519"/>
                </a:lnTo>
                <a:close/>
              </a:path>
            </a:pathLst>
          </a:custGeom>
          <a:ln w="38100">
            <a:solidFill>
              <a:srgbClr val="00AF50"/>
            </a:solidFill>
          </a:ln>
        </p:spPr>
        <p:txBody>
          <a:bodyPr wrap="square" lIns="0" tIns="0" rIns="0" bIns="0" rtlCol="0"/>
          <a:lstStyle/>
          <a:p>
            <a:endParaRPr sz="1488"/>
          </a:p>
        </p:txBody>
      </p:sp>
      <p:sp>
        <p:nvSpPr>
          <p:cNvPr id="37" name="object 37"/>
          <p:cNvSpPr/>
          <p:nvPr/>
        </p:nvSpPr>
        <p:spPr>
          <a:xfrm>
            <a:off x="7759353" y="523581"/>
            <a:ext cx="263576" cy="289828"/>
          </a:xfrm>
          <a:custGeom>
            <a:avLst/>
            <a:gdLst/>
            <a:ahLst/>
            <a:cxnLst/>
            <a:rect l="l" t="t" r="r" b="b"/>
            <a:pathLst>
              <a:path w="318770" h="350519">
                <a:moveTo>
                  <a:pt x="0" y="350520"/>
                </a:moveTo>
                <a:lnTo>
                  <a:pt x="318516" y="350520"/>
                </a:lnTo>
                <a:lnTo>
                  <a:pt x="318516" y="0"/>
                </a:lnTo>
                <a:lnTo>
                  <a:pt x="0" y="0"/>
                </a:lnTo>
                <a:lnTo>
                  <a:pt x="0" y="350520"/>
                </a:lnTo>
                <a:close/>
              </a:path>
            </a:pathLst>
          </a:custGeom>
          <a:ln w="38100">
            <a:solidFill>
              <a:srgbClr val="FF0000"/>
            </a:solidFill>
          </a:ln>
        </p:spPr>
        <p:txBody>
          <a:bodyPr wrap="square" lIns="0" tIns="0" rIns="0" bIns="0" rtlCol="0"/>
          <a:lstStyle/>
          <a:p>
            <a:endParaRPr sz="1488"/>
          </a:p>
        </p:txBody>
      </p:sp>
      <p:sp>
        <p:nvSpPr>
          <p:cNvPr id="38" name="object 38"/>
          <p:cNvSpPr/>
          <p:nvPr/>
        </p:nvSpPr>
        <p:spPr>
          <a:xfrm>
            <a:off x="8328929" y="4719787"/>
            <a:ext cx="263576" cy="289828"/>
          </a:xfrm>
          <a:custGeom>
            <a:avLst/>
            <a:gdLst/>
            <a:ahLst/>
            <a:cxnLst/>
            <a:rect l="l" t="t" r="r" b="b"/>
            <a:pathLst>
              <a:path w="318770" h="350520">
                <a:moveTo>
                  <a:pt x="0" y="350519"/>
                </a:moveTo>
                <a:lnTo>
                  <a:pt x="318516" y="350519"/>
                </a:lnTo>
                <a:lnTo>
                  <a:pt x="318516" y="0"/>
                </a:lnTo>
                <a:lnTo>
                  <a:pt x="0" y="0"/>
                </a:lnTo>
                <a:lnTo>
                  <a:pt x="0" y="350519"/>
                </a:lnTo>
                <a:close/>
              </a:path>
            </a:pathLst>
          </a:custGeom>
          <a:ln w="38099">
            <a:solidFill>
              <a:srgbClr val="0000FF"/>
            </a:solidFill>
          </a:ln>
        </p:spPr>
        <p:txBody>
          <a:bodyPr wrap="square" lIns="0" tIns="0" rIns="0" bIns="0" rtlCol="0"/>
          <a:lstStyle/>
          <a:p>
            <a:endParaRPr sz="1488"/>
          </a:p>
        </p:txBody>
      </p:sp>
      <p:sp>
        <p:nvSpPr>
          <p:cNvPr id="39" name="object 39"/>
          <p:cNvSpPr txBox="1"/>
          <p:nvPr/>
        </p:nvSpPr>
        <p:spPr>
          <a:xfrm>
            <a:off x="3975941" y="4203138"/>
            <a:ext cx="147014" cy="316072"/>
          </a:xfrm>
          <a:prstGeom prst="rect">
            <a:avLst/>
          </a:prstGeom>
        </p:spPr>
        <p:txBody>
          <a:bodyPr vert="horz" wrap="square" lIns="0" tIns="10501" rIns="0" bIns="0" rtlCol="0">
            <a:spAutoFit/>
          </a:bodyPr>
          <a:lstStyle/>
          <a:p>
            <a:pPr marL="10502">
              <a:spcBef>
                <a:spcPts val="83"/>
              </a:spcBef>
            </a:pPr>
            <a:r>
              <a:rPr sz="1985" dirty="0">
                <a:latin typeface="Calibri"/>
                <a:cs typeface="Calibri"/>
              </a:rPr>
              <a:t>+</a:t>
            </a:r>
            <a:endParaRPr sz="1985">
              <a:latin typeface="Calibri"/>
              <a:cs typeface="Calibri"/>
            </a:endParaRPr>
          </a:p>
        </p:txBody>
      </p:sp>
      <p:grpSp>
        <p:nvGrpSpPr>
          <p:cNvPr id="40" name="object 40"/>
          <p:cNvGrpSpPr/>
          <p:nvPr/>
        </p:nvGrpSpPr>
        <p:grpSpPr>
          <a:xfrm>
            <a:off x="2380417" y="3051911"/>
            <a:ext cx="262525" cy="232073"/>
            <a:chOff x="1353185" y="3691001"/>
            <a:chExt cx="317500" cy="280670"/>
          </a:xfrm>
        </p:grpSpPr>
        <p:pic>
          <p:nvPicPr>
            <p:cNvPr id="41" name="object 41"/>
            <p:cNvPicPr/>
            <p:nvPr/>
          </p:nvPicPr>
          <p:blipFill>
            <a:blip r:embed="rId13" cstate="print"/>
            <a:stretch>
              <a:fillRect/>
            </a:stretch>
          </p:blipFill>
          <p:spPr>
            <a:xfrm>
              <a:off x="1356360" y="3694176"/>
              <a:ext cx="310896" cy="274319"/>
            </a:xfrm>
            <a:prstGeom prst="rect">
              <a:avLst/>
            </a:prstGeom>
          </p:spPr>
        </p:pic>
        <p:sp>
          <p:nvSpPr>
            <p:cNvPr id="42" name="object 42"/>
            <p:cNvSpPr/>
            <p:nvPr/>
          </p:nvSpPr>
          <p:spPr>
            <a:xfrm>
              <a:off x="1356360" y="3694176"/>
              <a:ext cx="311150" cy="274320"/>
            </a:xfrm>
            <a:custGeom>
              <a:avLst/>
              <a:gdLst/>
              <a:ahLst/>
              <a:cxnLst/>
              <a:rect l="l" t="t" r="r" b="b"/>
              <a:pathLst>
                <a:path w="311150" h="274320">
                  <a:moveTo>
                    <a:pt x="0" y="274319"/>
                  </a:moveTo>
                  <a:lnTo>
                    <a:pt x="310896" y="274319"/>
                  </a:lnTo>
                  <a:lnTo>
                    <a:pt x="310896" y="0"/>
                  </a:lnTo>
                  <a:lnTo>
                    <a:pt x="0" y="0"/>
                  </a:lnTo>
                  <a:lnTo>
                    <a:pt x="0" y="274319"/>
                  </a:lnTo>
                  <a:close/>
                </a:path>
              </a:pathLst>
            </a:custGeom>
            <a:ln w="6096">
              <a:solidFill>
                <a:srgbClr val="A4A4A4"/>
              </a:solidFill>
            </a:ln>
          </p:spPr>
          <p:txBody>
            <a:bodyPr wrap="square" lIns="0" tIns="0" rIns="0" bIns="0" rtlCol="0"/>
            <a:lstStyle/>
            <a:p>
              <a:endParaRPr sz="1488"/>
            </a:p>
          </p:txBody>
        </p:sp>
      </p:grpSp>
      <p:sp>
        <p:nvSpPr>
          <p:cNvPr id="43" name="object 43"/>
          <p:cNvSpPr txBox="1"/>
          <p:nvPr/>
        </p:nvSpPr>
        <p:spPr>
          <a:xfrm>
            <a:off x="2438068" y="2988799"/>
            <a:ext cx="147014" cy="316072"/>
          </a:xfrm>
          <a:prstGeom prst="rect">
            <a:avLst/>
          </a:prstGeom>
        </p:spPr>
        <p:txBody>
          <a:bodyPr vert="horz" wrap="square" lIns="0" tIns="10501" rIns="0" bIns="0" rtlCol="0">
            <a:spAutoFit/>
          </a:bodyPr>
          <a:lstStyle/>
          <a:p>
            <a:pPr marL="10502">
              <a:spcBef>
                <a:spcPts val="83"/>
              </a:spcBef>
            </a:pPr>
            <a:r>
              <a:rPr sz="1985" dirty="0">
                <a:latin typeface="Calibri"/>
                <a:cs typeface="Calibri"/>
              </a:rPr>
              <a:t>+</a:t>
            </a:r>
            <a:endParaRPr sz="1985">
              <a:latin typeface="Calibri"/>
              <a:cs typeface="Calibri"/>
            </a:endParaRPr>
          </a:p>
        </p:txBody>
      </p:sp>
      <p:grpSp>
        <p:nvGrpSpPr>
          <p:cNvPr id="44" name="object 44"/>
          <p:cNvGrpSpPr/>
          <p:nvPr/>
        </p:nvGrpSpPr>
        <p:grpSpPr>
          <a:xfrm>
            <a:off x="2374116" y="796292"/>
            <a:ext cx="262525" cy="231022"/>
            <a:chOff x="1345564" y="963041"/>
            <a:chExt cx="317500" cy="279400"/>
          </a:xfrm>
        </p:grpSpPr>
        <p:pic>
          <p:nvPicPr>
            <p:cNvPr id="45" name="object 45"/>
            <p:cNvPicPr/>
            <p:nvPr/>
          </p:nvPicPr>
          <p:blipFill>
            <a:blip r:embed="rId14" cstate="print"/>
            <a:stretch>
              <a:fillRect/>
            </a:stretch>
          </p:blipFill>
          <p:spPr>
            <a:xfrm>
              <a:off x="1348739" y="966216"/>
              <a:ext cx="310896" cy="272796"/>
            </a:xfrm>
            <a:prstGeom prst="rect">
              <a:avLst/>
            </a:prstGeom>
          </p:spPr>
        </p:pic>
        <p:sp>
          <p:nvSpPr>
            <p:cNvPr id="46" name="object 46"/>
            <p:cNvSpPr/>
            <p:nvPr/>
          </p:nvSpPr>
          <p:spPr>
            <a:xfrm>
              <a:off x="1348739" y="966216"/>
              <a:ext cx="311150" cy="273050"/>
            </a:xfrm>
            <a:custGeom>
              <a:avLst/>
              <a:gdLst/>
              <a:ahLst/>
              <a:cxnLst/>
              <a:rect l="l" t="t" r="r" b="b"/>
              <a:pathLst>
                <a:path w="311150" h="273050">
                  <a:moveTo>
                    <a:pt x="0" y="272796"/>
                  </a:moveTo>
                  <a:lnTo>
                    <a:pt x="310896" y="272796"/>
                  </a:lnTo>
                  <a:lnTo>
                    <a:pt x="310896" y="0"/>
                  </a:lnTo>
                  <a:lnTo>
                    <a:pt x="0" y="0"/>
                  </a:lnTo>
                  <a:lnTo>
                    <a:pt x="0" y="272796"/>
                  </a:lnTo>
                  <a:close/>
                </a:path>
              </a:pathLst>
            </a:custGeom>
            <a:ln w="6096">
              <a:solidFill>
                <a:srgbClr val="A4A4A4"/>
              </a:solidFill>
            </a:ln>
          </p:spPr>
          <p:txBody>
            <a:bodyPr wrap="square" lIns="0" tIns="0" rIns="0" bIns="0" rtlCol="0"/>
            <a:lstStyle/>
            <a:p>
              <a:endParaRPr sz="1488"/>
            </a:p>
          </p:txBody>
        </p:sp>
      </p:grpSp>
      <p:sp>
        <p:nvSpPr>
          <p:cNvPr id="47" name="object 47"/>
          <p:cNvSpPr txBox="1"/>
          <p:nvPr/>
        </p:nvSpPr>
        <p:spPr>
          <a:xfrm>
            <a:off x="2432291" y="731460"/>
            <a:ext cx="147014" cy="316072"/>
          </a:xfrm>
          <a:prstGeom prst="rect">
            <a:avLst/>
          </a:prstGeom>
        </p:spPr>
        <p:txBody>
          <a:bodyPr vert="horz" wrap="square" lIns="0" tIns="10501" rIns="0" bIns="0" rtlCol="0">
            <a:spAutoFit/>
          </a:bodyPr>
          <a:lstStyle/>
          <a:p>
            <a:pPr marL="10502">
              <a:spcBef>
                <a:spcPts val="83"/>
              </a:spcBef>
            </a:pPr>
            <a:r>
              <a:rPr sz="1985" dirty="0">
                <a:latin typeface="Calibri"/>
                <a:cs typeface="Calibri"/>
              </a:rPr>
              <a:t>+</a:t>
            </a:r>
            <a:endParaRPr sz="1985">
              <a:latin typeface="Calibri"/>
              <a:cs typeface="Calibri"/>
            </a:endParaRPr>
          </a:p>
        </p:txBody>
      </p:sp>
      <p:grpSp>
        <p:nvGrpSpPr>
          <p:cNvPr id="48" name="object 48"/>
          <p:cNvGrpSpPr/>
          <p:nvPr/>
        </p:nvGrpSpPr>
        <p:grpSpPr>
          <a:xfrm>
            <a:off x="5384548" y="2288277"/>
            <a:ext cx="262525" cy="232073"/>
            <a:chOff x="4986401" y="2767457"/>
            <a:chExt cx="317500" cy="280670"/>
          </a:xfrm>
        </p:grpSpPr>
        <p:pic>
          <p:nvPicPr>
            <p:cNvPr id="49" name="object 49"/>
            <p:cNvPicPr/>
            <p:nvPr/>
          </p:nvPicPr>
          <p:blipFill>
            <a:blip r:embed="rId15" cstate="print"/>
            <a:stretch>
              <a:fillRect/>
            </a:stretch>
          </p:blipFill>
          <p:spPr>
            <a:xfrm>
              <a:off x="4989576" y="2770632"/>
              <a:ext cx="310896" cy="274320"/>
            </a:xfrm>
            <a:prstGeom prst="rect">
              <a:avLst/>
            </a:prstGeom>
          </p:spPr>
        </p:pic>
        <p:sp>
          <p:nvSpPr>
            <p:cNvPr id="50" name="object 50"/>
            <p:cNvSpPr/>
            <p:nvPr/>
          </p:nvSpPr>
          <p:spPr>
            <a:xfrm>
              <a:off x="4989576" y="2770632"/>
              <a:ext cx="311150" cy="274320"/>
            </a:xfrm>
            <a:custGeom>
              <a:avLst/>
              <a:gdLst/>
              <a:ahLst/>
              <a:cxnLst/>
              <a:rect l="l" t="t" r="r" b="b"/>
              <a:pathLst>
                <a:path w="311150" h="274319">
                  <a:moveTo>
                    <a:pt x="0" y="274320"/>
                  </a:moveTo>
                  <a:lnTo>
                    <a:pt x="310896" y="274320"/>
                  </a:lnTo>
                  <a:lnTo>
                    <a:pt x="310896" y="0"/>
                  </a:lnTo>
                  <a:lnTo>
                    <a:pt x="0" y="0"/>
                  </a:lnTo>
                  <a:lnTo>
                    <a:pt x="0" y="274320"/>
                  </a:lnTo>
                  <a:close/>
                </a:path>
              </a:pathLst>
            </a:custGeom>
            <a:ln w="6096">
              <a:solidFill>
                <a:srgbClr val="A4A4A4"/>
              </a:solidFill>
            </a:ln>
          </p:spPr>
          <p:txBody>
            <a:bodyPr wrap="square" lIns="0" tIns="0" rIns="0" bIns="0" rtlCol="0"/>
            <a:lstStyle/>
            <a:p>
              <a:endParaRPr sz="1488"/>
            </a:p>
          </p:txBody>
        </p:sp>
      </p:grpSp>
      <p:sp>
        <p:nvSpPr>
          <p:cNvPr id="51" name="object 51"/>
          <p:cNvSpPr txBox="1"/>
          <p:nvPr/>
        </p:nvSpPr>
        <p:spPr>
          <a:xfrm>
            <a:off x="5442934" y="2224956"/>
            <a:ext cx="147014" cy="316072"/>
          </a:xfrm>
          <a:prstGeom prst="rect">
            <a:avLst/>
          </a:prstGeom>
        </p:spPr>
        <p:txBody>
          <a:bodyPr vert="horz" wrap="square" lIns="0" tIns="10501" rIns="0" bIns="0" rtlCol="0">
            <a:spAutoFit/>
          </a:bodyPr>
          <a:lstStyle/>
          <a:p>
            <a:pPr marL="10502">
              <a:spcBef>
                <a:spcPts val="83"/>
              </a:spcBef>
            </a:pPr>
            <a:r>
              <a:rPr sz="1985" dirty="0">
                <a:latin typeface="Calibri"/>
                <a:cs typeface="Calibri"/>
              </a:rPr>
              <a:t>+</a:t>
            </a:r>
            <a:endParaRPr sz="1985">
              <a:latin typeface="Calibri"/>
              <a:cs typeface="Calibri"/>
            </a:endParaRPr>
          </a:p>
        </p:txBody>
      </p:sp>
      <p:grpSp>
        <p:nvGrpSpPr>
          <p:cNvPr id="52" name="object 52"/>
          <p:cNvGrpSpPr/>
          <p:nvPr/>
        </p:nvGrpSpPr>
        <p:grpSpPr>
          <a:xfrm>
            <a:off x="3176813" y="5031562"/>
            <a:ext cx="404813" cy="387488"/>
            <a:chOff x="2316352" y="6085204"/>
            <a:chExt cx="489584" cy="468630"/>
          </a:xfrm>
        </p:grpSpPr>
        <p:pic>
          <p:nvPicPr>
            <p:cNvPr id="53" name="object 53"/>
            <p:cNvPicPr/>
            <p:nvPr/>
          </p:nvPicPr>
          <p:blipFill>
            <a:blip r:embed="rId16" cstate="print"/>
            <a:stretch>
              <a:fillRect/>
            </a:stretch>
          </p:blipFill>
          <p:spPr>
            <a:xfrm>
              <a:off x="2319527" y="6088379"/>
              <a:ext cx="483107" cy="461772"/>
            </a:xfrm>
            <a:prstGeom prst="rect">
              <a:avLst/>
            </a:prstGeom>
          </p:spPr>
        </p:pic>
        <p:sp>
          <p:nvSpPr>
            <p:cNvPr id="54" name="object 54"/>
            <p:cNvSpPr/>
            <p:nvPr/>
          </p:nvSpPr>
          <p:spPr>
            <a:xfrm>
              <a:off x="2319527" y="6088379"/>
              <a:ext cx="483234" cy="462280"/>
            </a:xfrm>
            <a:custGeom>
              <a:avLst/>
              <a:gdLst/>
              <a:ahLst/>
              <a:cxnLst/>
              <a:rect l="l" t="t" r="r" b="b"/>
              <a:pathLst>
                <a:path w="483235" h="462279">
                  <a:moveTo>
                    <a:pt x="0" y="461772"/>
                  </a:moveTo>
                  <a:lnTo>
                    <a:pt x="483107" y="461772"/>
                  </a:lnTo>
                  <a:lnTo>
                    <a:pt x="483107" y="0"/>
                  </a:lnTo>
                  <a:lnTo>
                    <a:pt x="0" y="0"/>
                  </a:lnTo>
                  <a:lnTo>
                    <a:pt x="0" y="461772"/>
                  </a:lnTo>
                  <a:close/>
                </a:path>
              </a:pathLst>
            </a:custGeom>
            <a:ln w="6096">
              <a:solidFill>
                <a:srgbClr val="FFC000"/>
              </a:solidFill>
            </a:ln>
          </p:spPr>
          <p:txBody>
            <a:bodyPr wrap="square" lIns="0" tIns="0" rIns="0" bIns="0" rtlCol="0"/>
            <a:lstStyle/>
            <a:p>
              <a:endParaRPr sz="1488"/>
            </a:p>
          </p:txBody>
        </p:sp>
      </p:grpSp>
      <p:sp>
        <p:nvSpPr>
          <p:cNvPr id="55" name="object 55"/>
          <p:cNvSpPr txBox="1"/>
          <p:nvPr/>
        </p:nvSpPr>
        <p:spPr>
          <a:xfrm>
            <a:off x="3305556" y="5046621"/>
            <a:ext cx="149114" cy="316072"/>
          </a:xfrm>
          <a:prstGeom prst="rect">
            <a:avLst/>
          </a:prstGeom>
        </p:spPr>
        <p:txBody>
          <a:bodyPr vert="horz" wrap="square" lIns="0" tIns="10501" rIns="0" bIns="0" rtlCol="0">
            <a:spAutoFit/>
          </a:bodyPr>
          <a:lstStyle/>
          <a:p>
            <a:pPr marL="10502">
              <a:spcBef>
                <a:spcPts val="83"/>
              </a:spcBef>
            </a:pPr>
            <a:r>
              <a:rPr sz="1985" dirty="0">
                <a:latin typeface="Calibri"/>
                <a:cs typeface="Calibri"/>
              </a:rPr>
              <a:t>4</a:t>
            </a:r>
            <a:endParaRPr sz="1985">
              <a:latin typeface="Calibri"/>
              <a:cs typeface="Calibri"/>
            </a:endParaRPr>
          </a:p>
        </p:txBody>
      </p:sp>
      <p:grpSp>
        <p:nvGrpSpPr>
          <p:cNvPr id="56" name="object 56"/>
          <p:cNvGrpSpPr/>
          <p:nvPr/>
        </p:nvGrpSpPr>
        <p:grpSpPr>
          <a:xfrm>
            <a:off x="3798054" y="5031562"/>
            <a:ext cx="418991" cy="387488"/>
            <a:chOff x="3067685" y="6085204"/>
            <a:chExt cx="506730" cy="468630"/>
          </a:xfrm>
        </p:grpSpPr>
        <p:pic>
          <p:nvPicPr>
            <p:cNvPr id="57" name="object 57"/>
            <p:cNvPicPr/>
            <p:nvPr/>
          </p:nvPicPr>
          <p:blipFill>
            <a:blip r:embed="rId17" cstate="print"/>
            <a:stretch>
              <a:fillRect/>
            </a:stretch>
          </p:blipFill>
          <p:spPr>
            <a:xfrm>
              <a:off x="3070860" y="6088379"/>
              <a:ext cx="499872" cy="461772"/>
            </a:xfrm>
            <a:prstGeom prst="rect">
              <a:avLst/>
            </a:prstGeom>
          </p:spPr>
        </p:pic>
        <p:sp>
          <p:nvSpPr>
            <p:cNvPr id="58" name="object 58"/>
            <p:cNvSpPr/>
            <p:nvPr/>
          </p:nvSpPr>
          <p:spPr>
            <a:xfrm>
              <a:off x="3070860" y="6088379"/>
              <a:ext cx="500380" cy="462280"/>
            </a:xfrm>
            <a:custGeom>
              <a:avLst/>
              <a:gdLst/>
              <a:ahLst/>
              <a:cxnLst/>
              <a:rect l="l" t="t" r="r" b="b"/>
              <a:pathLst>
                <a:path w="500379" h="462279">
                  <a:moveTo>
                    <a:pt x="0" y="461772"/>
                  </a:moveTo>
                  <a:lnTo>
                    <a:pt x="499872" y="461772"/>
                  </a:lnTo>
                  <a:lnTo>
                    <a:pt x="499872" y="0"/>
                  </a:lnTo>
                  <a:lnTo>
                    <a:pt x="0" y="0"/>
                  </a:lnTo>
                  <a:lnTo>
                    <a:pt x="0" y="461772"/>
                  </a:lnTo>
                  <a:close/>
                </a:path>
              </a:pathLst>
            </a:custGeom>
            <a:ln w="6095">
              <a:solidFill>
                <a:srgbClr val="FFC000"/>
              </a:solidFill>
            </a:ln>
          </p:spPr>
          <p:txBody>
            <a:bodyPr wrap="square" lIns="0" tIns="0" rIns="0" bIns="0" rtlCol="0"/>
            <a:lstStyle/>
            <a:p>
              <a:endParaRPr sz="1488"/>
            </a:p>
          </p:txBody>
        </p:sp>
      </p:grpSp>
      <p:sp>
        <p:nvSpPr>
          <p:cNvPr id="59" name="object 59"/>
          <p:cNvSpPr txBox="1"/>
          <p:nvPr/>
        </p:nvSpPr>
        <p:spPr>
          <a:xfrm>
            <a:off x="3933623" y="5046621"/>
            <a:ext cx="149114" cy="316072"/>
          </a:xfrm>
          <a:prstGeom prst="rect">
            <a:avLst/>
          </a:prstGeom>
        </p:spPr>
        <p:txBody>
          <a:bodyPr vert="horz" wrap="square" lIns="0" tIns="10501" rIns="0" bIns="0" rtlCol="0">
            <a:spAutoFit/>
          </a:bodyPr>
          <a:lstStyle/>
          <a:p>
            <a:pPr marL="10502">
              <a:spcBef>
                <a:spcPts val="83"/>
              </a:spcBef>
            </a:pPr>
            <a:r>
              <a:rPr sz="1985" dirty="0">
                <a:latin typeface="Calibri"/>
                <a:cs typeface="Calibri"/>
              </a:rPr>
              <a:t>1</a:t>
            </a:r>
            <a:endParaRPr sz="1985">
              <a:latin typeface="Calibri"/>
              <a:cs typeface="Calibri"/>
            </a:endParaRPr>
          </a:p>
        </p:txBody>
      </p:sp>
      <p:grpSp>
        <p:nvGrpSpPr>
          <p:cNvPr id="60" name="object 60"/>
          <p:cNvGrpSpPr/>
          <p:nvPr/>
        </p:nvGrpSpPr>
        <p:grpSpPr>
          <a:xfrm>
            <a:off x="4414254" y="5031562"/>
            <a:ext cx="418991" cy="387488"/>
            <a:chOff x="3812921" y="6085204"/>
            <a:chExt cx="506730" cy="468630"/>
          </a:xfrm>
        </p:grpSpPr>
        <p:pic>
          <p:nvPicPr>
            <p:cNvPr id="61" name="object 61"/>
            <p:cNvPicPr/>
            <p:nvPr/>
          </p:nvPicPr>
          <p:blipFill>
            <a:blip r:embed="rId17" cstate="print"/>
            <a:stretch>
              <a:fillRect/>
            </a:stretch>
          </p:blipFill>
          <p:spPr>
            <a:xfrm>
              <a:off x="3816096" y="6088379"/>
              <a:ext cx="499872" cy="461772"/>
            </a:xfrm>
            <a:prstGeom prst="rect">
              <a:avLst/>
            </a:prstGeom>
          </p:spPr>
        </p:pic>
        <p:sp>
          <p:nvSpPr>
            <p:cNvPr id="62" name="object 62"/>
            <p:cNvSpPr/>
            <p:nvPr/>
          </p:nvSpPr>
          <p:spPr>
            <a:xfrm>
              <a:off x="3816096" y="6088379"/>
              <a:ext cx="500380" cy="462280"/>
            </a:xfrm>
            <a:custGeom>
              <a:avLst/>
              <a:gdLst/>
              <a:ahLst/>
              <a:cxnLst/>
              <a:rect l="l" t="t" r="r" b="b"/>
              <a:pathLst>
                <a:path w="500379" h="462279">
                  <a:moveTo>
                    <a:pt x="0" y="461772"/>
                  </a:moveTo>
                  <a:lnTo>
                    <a:pt x="499872" y="461772"/>
                  </a:lnTo>
                  <a:lnTo>
                    <a:pt x="499872" y="0"/>
                  </a:lnTo>
                  <a:lnTo>
                    <a:pt x="0" y="0"/>
                  </a:lnTo>
                  <a:lnTo>
                    <a:pt x="0" y="461772"/>
                  </a:lnTo>
                  <a:close/>
                </a:path>
              </a:pathLst>
            </a:custGeom>
            <a:ln w="6095">
              <a:solidFill>
                <a:srgbClr val="FFC000"/>
              </a:solidFill>
            </a:ln>
          </p:spPr>
          <p:txBody>
            <a:bodyPr wrap="square" lIns="0" tIns="0" rIns="0" bIns="0" rtlCol="0"/>
            <a:lstStyle/>
            <a:p>
              <a:endParaRPr sz="1488"/>
            </a:p>
          </p:txBody>
        </p:sp>
      </p:grpSp>
      <p:sp>
        <p:nvSpPr>
          <p:cNvPr id="63" name="object 63"/>
          <p:cNvSpPr txBox="1"/>
          <p:nvPr/>
        </p:nvSpPr>
        <p:spPr>
          <a:xfrm>
            <a:off x="4419399" y="5046621"/>
            <a:ext cx="408490" cy="316072"/>
          </a:xfrm>
          <a:prstGeom prst="rect">
            <a:avLst/>
          </a:prstGeom>
        </p:spPr>
        <p:txBody>
          <a:bodyPr vert="horz" wrap="square" lIns="0" tIns="10501" rIns="0" bIns="0" rtlCol="0">
            <a:spAutoFit/>
          </a:bodyPr>
          <a:lstStyle/>
          <a:p>
            <a:pPr marL="1050" algn="ctr">
              <a:spcBef>
                <a:spcPts val="83"/>
              </a:spcBef>
            </a:pPr>
            <a:r>
              <a:rPr sz="1985" dirty="0">
                <a:latin typeface="Calibri"/>
                <a:cs typeface="Calibri"/>
              </a:rPr>
              <a:t>0</a:t>
            </a:r>
            <a:endParaRPr sz="1985">
              <a:latin typeface="Calibri"/>
              <a:cs typeface="Calibri"/>
            </a:endParaRPr>
          </a:p>
        </p:txBody>
      </p:sp>
      <p:grpSp>
        <p:nvGrpSpPr>
          <p:cNvPr id="64" name="object 64"/>
          <p:cNvGrpSpPr/>
          <p:nvPr/>
        </p:nvGrpSpPr>
        <p:grpSpPr>
          <a:xfrm>
            <a:off x="1378619" y="2395387"/>
            <a:ext cx="404813" cy="387488"/>
            <a:chOff x="141604" y="2896997"/>
            <a:chExt cx="489584" cy="468630"/>
          </a:xfrm>
        </p:grpSpPr>
        <p:pic>
          <p:nvPicPr>
            <p:cNvPr id="65" name="object 65"/>
            <p:cNvPicPr/>
            <p:nvPr/>
          </p:nvPicPr>
          <p:blipFill>
            <a:blip r:embed="rId18" cstate="print"/>
            <a:stretch>
              <a:fillRect/>
            </a:stretch>
          </p:blipFill>
          <p:spPr>
            <a:xfrm>
              <a:off x="144779" y="2900172"/>
              <a:ext cx="483108" cy="461772"/>
            </a:xfrm>
            <a:prstGeom prst="rect">
              <a:avLst/>
            </a:prstGeom>
          </p:spPr>
        </p:pic>
        <p:sp>
          <p:nvSpPr>
            <p:cNvPr id="66" name="object 66"/>
            <p:cNvSpPr/>
            <p:nvPr/>
          </p:nvSpPr>
          <p:spPr>
            <a:xfrm>
              <a:off x="144779" y="2900172"/>
              <a:ext cx="483234" cy="462280"/>
            </a:xfrm>
            <a:custGeom>
              <a:avLst/>
              <a:gdLst/>
              <a:ahLst/>
              <a:cxnLst/>
              <a:rect l="l" t="t" r="r" b="b"/>
              <a:pathLst>
                <a:path w="483234" h="462279">
                  <a:moveTo>
                    <a:pt x="0" y="461772"/>
                  </a:moveTo>
                  <a:lnTo>
                    <a:pt x="483108" y="461772"/>
                  </a:lnTo>
                  <a:lnTo>
                    <a:pt x="483108" y="0"/>
                  </a:lnTo>
                  <a:lnTo>
                    <a:pt x="0" y="0"/>
                  </a:lnTo>
                  <a:lnTo>
                    <a:pt x="0" y="461772"/>
                  </a:lnTo>
                  <a:close/>
                </a:path>
              </a:pathLst>
            </a:custGeom>
            <a:ln w="6096">
              <a:solidFill>
                <a:srgbClr val="FFC000"/>
              </a:solidFill>
            </a:ln>
          </p:spPr>
          <p:txBody>
            <a:bodyPr wrap="square" lIns="0" tIns="0" rIns="0" bIns="0" rtlCol="0"/>
            <a:lstStyle/>
            <a:p>
              <a:endParaRPr sz="1488"/>
            </a:p>
          </p:txBody>
        </p:sp>
      </p:grpSp>
      <p:sp>
        <p:nvSpPr>
          <p:cNvPr id="67" name="object 67"/>
          <p:cNvSpPr txBox="1"/>
          <p:nvPr/>
        </p:nvSpPr>
        <p:spPr>
          <a:xfrm>
            <a:off x="1506837" y="2409459"/>
            <a:ext cx="149114" cy="316072"/>
          </a:xfrm>
          <a:prstGeom prst="rect">
            <a:avLst/>
          </a:prstGeom>
        </p:spPr>
        <p:txBody>
          <a:bodyPr vert="horz" wrap="square" lIns="0" tIns="10501" rIns="0" bIns="0" rtlCol="0">
            <a:spAutoFit/>
          </a:bodyPr>
          <a:lstStyle/>
          <a:p>
            <a:pPr marL="10502">
              <a:spcBef>
                <a:spcPts val="83"/>
              </a:spcBef>
            </a:pPr>
            <a:r>
              <a:rPr sz="1985" dirty="0">
                <a:latin typeface="Calibri"/>
                <a:cs typeface="Calibri"/>
              </a:rPr>
              <a:t>4</a:t>
            </a:r>
            <a:endParaRPr sz="1985">
              <a:latin typeface="Calibri"/>
              <a:cs typeface="Calibri"/>
            </a:endParaRPr>
          </a:p>
        </p:txBody>
      </p:sp>
      <p:grpSp>
        <p:nvGrpSpPr>
          <p:cNvPr id="68" name="object 68"/>
          <p:cNvGrpSpPr/>
          <p:nvPr/>
        </p:nvGrpSpPr>
        <p:grpSpPr>
          <a:xfrm>
            <a:off x="1364757" y="2972523"/>
            <a:ext cx="418991" cy="387488"/>
            <a:chOff x="124840" y="3594989"/>
            <a:chExt cx="506730" cy="468630"/>
          </a:xfrm>
        </p:grpSpPr>
        <p:pic>
          <p:nvPicPr>
            <p:cNvPr id="69" name="object 69"/>
            <p:cNvPicPr/>
            <p:nvPr/>
          </p:nvPicPr>
          <p:blipFill>
            <a:blip r:embed="rId19" cstate="print"/>
            <a:stretch>
              <a:fillRect/>
            </a:stretch>
          </p:blipFill>
          <p:spPr>
            <a:xfrm>
              <a:off x="128015" y="3598164"/>
              <a:ext cx="499872" cy="461772"/>
            </a:xfrm>
            <a:prstGeom prst="rect">
              <a:avLst/>
            </a:prstGeom>
          </p:spPr>
        </p:pic>
        <p:sp>
          <p:nvSpPr>
            <p:cNvPr id="70" name="object 70"/>
            <p:cNvSpPr/>
            <p:nvPr/>
          </p:nvSpPr>
          <p:spPr>
            <a:xfrm>
              <a:off x="128015" y="3598164"/>
              <a:ext cx="500380" cy="462280"/>
            </a:xfrm>
            <a:custGeom>
              <a:avLst/>
              <a:gdLst/>
              <a:ahLst/>
              <a:cxnLst/>
              <a:rect l="l" t="t" r="r" b="b"/>
              <a:pathLst>
                <a:path w="500380" h="462279">
                  <a:moveTo>
                    <a:pt x="0" y="461772"/>
                  </a:moveTo>
                  <a:lnTo>
                    <a:pt x="499872" y="461772"/>
                  </a:lnTo>
                  <a:lnTo>
                    <a:pt x="499872" y="0"/>
                  </a:lnTo>
                  <a:lnTo>
                    <a:pt x="0" y="0"/>
                  </a:lnTo>
                  <a:lnTo>
                    <a:pt x="0" y="461772"/>
                  </a:lnTo>
                  <a:close/>
                </a:path>
              </a:pathLst>
            </a:custGeom>
            <a:ln w="6096">
              <a:solidFill>
                <a:srgbClr val="FFC000"/>
              </a:solidFill>
            </a:ln>
          </p:spPr>
          <p:txBody>
            <a:bodyPr wrap="square" lIns="0" tIns="0" rIns="0" bIns="0" rtlCol="0"/>
            <a:lstStyle/>
            <a:p>
              <a:endParaRPr sz="1488"/>
            </a:p>
          </p:txBody>
        </p:sp>
      </p:grpSp>
      <p:sp>
        <p:nvSpPr>
          <p:cNvPr id="71" name="object 71"/>
          <p:cNvSpPr txBox="1"/>
          <p:nvPr/>
        </p:nvSpPr>
        <p:spPr>
          <a:xfrm>
            <a:off x="1499780" y="2986343"/>
            <a:ext cx="149114" cy="316072"/>
          </a:xfrm>
          <a:prstGeom prst="rect">
            <a:avLst/>
          </a:prstGeom>
        </p:spPr>
        <p:txBody>
          <a:bodyPr vert="horz" wrap="square" lIns="0" tIns="10501" rIns="0" bIns="0" rtlCol="0">
            <a:spAutoFit/>
          </a:bodyPr>
          <a:lstStyle/>
          <a:p>
            <a:pPr marL="10502">
              <a:spcBef>
                <a:spcPts val="83"/>
              </a:spcBef>
            </a:pPr>
            <a:r>
              <a:rPr sz="1985" dirty="0">
                <a:latin typeface="Calibri"/>
                <a:cs typeface="Calibri"/>
              </a:rPr>
              <a:t>1</a:t>
            </a:r>
            <a:endParaRPr sz="1985">
              <a:latin typeface="Calibri"/>
              <a:cs typeface="Calibri"/>
            </a:endParaRPr>
          </a:p>
        </p:txBody>
      </p:sp>
      <p:grpSp>
        <p:nvGrpSpPr>
          <p:cNvPr id="72" name="object 72"/>
          <p:cNvGrpSpPr/>
          <p:nvPr/>
        </p:nvGrpSpPr>
        <p:grpSpPr>
          <a:xfrm>
            <a:off x="1355936" y="3549658"/>
            <a:ext cx="418991" cy="387488"/>
            <a:chOff x="114172" y="4292980"/>
            <a:chExt cx="506730" cy="468630"/>
          </a:xfrm>
        </p:grpSpPr>
        <p:pic>
          <p:nvPicPr>
            <p:cNvPr id="73" name="object 73"/>
            <p:cNvPicPr/>
            <p:nvPr/>
          </p:nvPicPr>
          <p:blipFill>
            <a:blip r:embed="rId20" cstate="print"/>
            <a:stretch>
              <a:fillRect/>
            </a:stretch>
          </p:blipFill>
          <p:spPr>
            <a:xfrm>
              <a:off x="117347" y="4296155"/>
              <a:ext cx="499872" cy="461772"/>
            </a:xfrm>
            <a:prstGeom prst="rect">
              <a:avLst/>
            </a:prstGeom>
          </p:spPr>
        </p:pic>
        <p:sp>
          <p:nvSpPr>
            <p:cNvPr id="74" name="object 74"/>
            <p:cNvSpPr/>
            <p:nvPr/>
          </p:nvSpPr>
          <p:spPr>
            <a:xfrm>
              <a:off x="117347" y="4296155"/>
              <a:ext cx="500380" cy="462280"/>
            </a:xfrm>
            <a:custGeom>
              <a:avLst/>
              <a:gdLst/>
              <a:ahLst/>
              <a:cxnLst/>
              <a:rect l="l" t="t" r="r" b="b"/>
              <a:pathLst>
                <a:path w="500380" h="462279">
                  <a:moveTo>
                    <a:pt x="0" y="461772"/>
                  </a:moveTo>
                  <a:lnTo>
                    <a:pt x="499872" y="461772"/>
                  </a:lnTo>
                  <a:lnTo>
                    <a:pt x="499872" y="0"/>
                  </a:lnTo>
                  <a:lnTo>
                    <a:pt x="0" y="0"/>
                  </a:lnTo>
                  <a:lnTo>
                    <a:pt x="0" y="461772"/>
                  </a:lnTo>
                  <a:close/>
                </a:path>
              </a:pathLst>
            </a:custGeom>
            <a:ln w="6096">
              <a:solidFill>
                <a:srgbClr val="FFC000"/>
              </a:solidFill>
            </a:ln>
          </p:spPr>
          <p:txBody>
            <a:bodyPr wrap="square" lIns="0" tIns="0" rIns="0" bIns="0" rtlCol="0"/>
            <a:lstStyle/>
            <a:p>
              <a:endParaRPr sz="1488"/>
            </a:p>
          </p:txBody>
        </p:sp>
      </p:grpSp>
      <p:sp>
        <p:nvSpPr>
          <p:cNvPr id="75" name="object 75"/>
          <p:cNvSpPr txBox="1"/>
          <p:nvPr/>
        </p:nvSpPr>
        <p:spPr>
          <a:xfrm>
            <a:off x="1491212" y="3563941"/>
            <a:ext cx="149114" cy="316072"/>
          </a:xfrm>
          <a:prstGeom prst="rect">
            <a:avLst/>
          </a:prstGeom>
        </p:spPr>
        <p:txBody>
          <a:bodyPr vert="horz" wrap="square" lIns="0" tIns="10501" rIns="0" bIns="0" rtlCol="0">
            <a:spAutoFit/>
          </a:bodyPr>
          <a:lstStyle/>
          <a:p>
            <a:pPr marL="10502">
              <a:spcBef>
                <a:spcPts val="83"/>
              </a:spcBef>
            </a:pPr>
            <a:r>
              <a:rPr sz="1985" dirty="0">
                <a:latin typeface="Calibri"/>
                <a:cs typeface="Calibri"/>
              </a:rPr>
              <a:t>0</a:t>
            </a:r>
            <a:endParaRPr sz="1985">
              <a:latin typeface="Calibri"/>
              <a:cs typeface="Calibri"/>
            </a:endParaRPr>
          </a:p>
        </p:txBody>
      </p:sp>
      <p:grpSp>
        <p:nvGrpSpPr>
          <p:cNvPr id="76" name="object 76"/>
          <p:cNvGrpSpPr/>
          <p:nvPr/>
        </p:nvGrpSpPr>
        <p:grpSpPr>
          <a:xfrm>
            <a:off x="1417683" y="125906"/>
            <a:ext cx="404813" cy="387488"/>
            <a:chOff x="188848" y="152272"/>
            <a:chExt cx="489584" cy="468630"/>
          </a:xfrm>
        </p:grpSpPr>
        <p:pic>
          <p:nvPicPr>
            <p:cNvPr id="77" name="object 77"/>
            <p:cNvPicPr/>
            <p:nvPr/>
          </p:nvPicPr>
          <p:blipFill>
            <a:blip r:embed="rId18" cstate="print"/>
            <a:stretch>
              <a:fillRect/>
            </a:stretch>
          </p:blipFill>
          <p:spPr>
            <a:xfrm>
              <a:off x="192023" y="155447"/>
              <a:ext cx="483108" cy="461772"/>
            </a:xfrm>
            <a:prstGeom prst="rect">
              <a:avLst/>
            </a:prstGeom>
          </p:spPr>
        </p:pic>
        <p:sp>
          <p:nvSpPr>
            <p:cNvPr id="78" name="object 78"/>
            <p:cNvSpPr/>
            <p:nvPr/>
          </p:nvSpPr>
          <p:spPr>
            <a:xfrm>
              <a:off x="192023" y="155447"/>
              <a:ext cx="483234" cy="462280"/>
            </a:xfrm>
            <a:custGeom>
              <a:avLst/>
              <a:gdLst/>
              <a:ahLst/>
              <a:cxnLst/>
              <a:rect l="l" t="t" r="r" b="b"/>
              <a:pathLst>
                <a:path w="483234" h="462280">
                  <a:moveTo>
                    <a:pt x="0" y="461772"/>
                  </a:moveTo>
                  <a:lnTo>
                    <a:pt x="483108" y="461772"/>
                  </a:lnTo>
                  <a:lnTo>
                    <a:pt x="483108" y="0"/>
                  </a:lnTo>
                  <a:lnTo>
                    <a:pt x="0" y="0"/>
                  </a:lnTo>
                  <a:lnTo>
                    <a:pt x="0" y="461772"/>
                  </a:lnTo>
                  <a:close/>
                </a:path>
              </a:pathLst>
            </a:custGeom>
            <a:ln w="6096">
              <a:solidFill>
                <a:srgbClr val="FFC000"/>
              </a:solidFill>
            </a:ln>
          </p:spPr>
          <p:txBody>
            <a:bodyPr wrap="square" lIns="0" tIns="0" rIns="0" bIns="0" rtlCol="0"/>
            <a:lstStyle/>
            <a:p>
              <a:endParaRPr sz="1488"/>
            </a:p>
          </p:txBody>
        </p:sp>
      </p:grpSp>
      <p:sp>
        <p:nvSpPr>
          <p:cNvPr id="79" name="object 79"/>
          <p:cNvSpPr txBox="1"/>
          <p:nvPr/>
        </p:nvSpPr>
        <p:spPr>
          <a:xfrm>
            <a:off x="1545900" y="140189"/>
            <a:ext cx="149114" cy="316072"/>
          </a:xfrm>
          <a:prstGeom prst="rect">
            <a:avLst/>
          </a:prstGeom>
        </p:spPr>
        <p:txBody>
          <a:bodyPr vert="horz" wrap="square" lIns="0" tIns="10501" rIns="0" bIns="0" rtlCol="0">
            <a:spAutoFit/>
          </a:bodyPr>
          <a:lstStyle/>
          <a:p>
            <a:pPr marL="10502">
              <a:spcBef>
                <a:spcPts val="83"/>
              </a:spcBef>
            </a:pPr>
            <a:r>
              <a:rPr sz="1985" dirty="0">
                <a:latin typeface="Calibri"/>
                <a:cs typeface="Calibri"/>
              </a:rPr>
              <a:t>4</a:t>
            </a:r>
            <a:endParaRPr sz="1985">
              <a:latin typeface="Calibri"/>
              <a:cs typeface="Calibri"/>
            </a:endParaRPr>
          </a:p>
        </p:txBody>
      </p:sp>
      <p:grpSp>
        <p:nvGrpSpPr>
          <p:cNvPr id="80" name="object 80"/>
          <p:cNvGrpSpPr/>
          <p:nvPr/>
        </p:nvGrpSpPr>
        <p:grpSpPr>
          <a:xfrm>
            <a:off x="1403822" y="703042"/>
            <a:ext cx="418991" cy="387488"/>
            <a:chOff x="172085" y="850264"/>
            <a:chExt cx="506730" cy="468630"/>
          </a:xfrm>
        </p:grpSpPr>
        <p:pic>
          <p:nvPicPr>
            <p:cNvPr id="81" name="object 81"/>
            <p:cNvPicPr/>
            <p:nvPr/>
          </p:nvPicPr>
          <p:blipFill>
            <a:blip r:embed="rId20" cstate="print"/>
            <a:stretch>
              <a:fillRect/>
            </a:stretch>
          </p:blipFill>
          <p:spPr>
            <a:xfrm>
              <a:off x="175260" y="853439"/>
              <a:ext cx="499872" cy="461772"/>
            </a:xfrm>
            <a:prstGeom prst="rect">
              <a:avLst/>
            </a:prstGeom>
          </p:spPr>
        </p:pic>
        <p:sp>
          <p:nvSpPr>
            <p:cNvPr id="82" name="object 82"/>
            <p:cNvSpPr/>
            <p:nvPr/>
          </p:nvSpPr>
          <p:spPr>
            <a:xfrm>
              <a:off x="175260" y="853439"/>
              <a:ext cx="500380" cy="462280"/>
            </a:xfrm>
            <a:custGeom>
              <a:avLst/>
              <a:gdLst/>
              <a:ahLst/>
              <a:cxnLst/>
              <a:rect l="l" t="t" r="r" b="b"/>
              <a:pathLst>
                <a:path w="500380" h="462280">
                  <a:moveTo>
                    <a:pt x="0" y="461772"/>
                  </a:moveTo>
                  <a:lnTo>
                    <a:pt x="499872" y="461772"/>
                  </a:lnTo>
                  <a:lnTo>
                    <a:pt x="499872" y="0"/>
                  </a:lnTo>
                  <a:lnTo>
                    <a:pt x="0" y="0"/>
                  </a:lnTo>
                  <a:lnTo>
                    <a:pt x="0" y="461772"/>
                  </a:lnTo>
                  <a:close/>
                </a:path>
              </a:pathLst>
            </a:custGeom>
            <a:ln w="6096">
              <a:solidFill>
                <a:srgbClr val="FFC000"/>
              </a:solidFill>
            </a:ln>
          </p:spPr>
          <p:txBody>
            <a:bodyPr wrap="square" lIns="0" tIns="0" rIns="0" bIns="0" rtlCol="0"/>
            <a:lstStyle/>
            <a:p>
              <a:endParaRPr sz="1488"/>
            </a:p>
          </p:txBody>
        </p:sp>
      </p:grpSp>
      <p:sp>
        <p:nvSpPr>
          <p:cNvPr id="83" name="object 83"/>
          <p:cNvSpPr txBox="1"/>
          <p:nvPr/>
        </p:nvSpPr>
        <p:spPr>
          <a:xfrm>
            <a:off x="1538844" y="717324"/>
            <a:ext cx="149114" cy="316072"/>
          </a:xfrm>
          <a:prstGeom prst="rect">
            <a:avLst/>
          </a:prstGeom>
        </p:spPr>
        <p:txBody>
          <a:bodyPr vert="horz" wrap="square" lIns="0" tIns="10501" rIns="0" bIns="0" rtlCol="0">
            <a:spAutoFit/>
          </a:bodyPr>
          <a:lstStyle/>
          <a:p>
            <a:pPr marL="10502">
              <a:spcBef>
                <a:spcPts val="83"/>
              </a:spcBef>
            </a:pPr>
            <a:r>
              <a:rPr sz="1985" dirty="0">
                <a:latin typeface="Calibri"/>
                <a:cs typeface="Calibri"/>
              </a:rPr>
              <a:t>1</a:t>
            </a:r>
            <a:endParaRPr sz="1985">
              <a:latin typeface="Calibri"/>
              <a:cs typeface="Calibri"/>
            </a:endParaRPr>
          </a:p>
        </p:txBody>
      </p:sp>
      <p:grpSp>
        <p:nvGrpSpPr>
          <p:cNvPr id="84" name="object 84"/>
          <p:cNvGrpSpPr/>
          <p:nvPr/>
        </p:nvGrpSpPr>
        <p:grpSpPr>
          <a:xfrm>
            <a:off x="1395001" y="1280179"/>
            <a:ext cx="418991" cy="387488"/>
            <a:chOff x="161417" y="1548257"/>
            <a:chExt cx="506730" cy="468630"/>
          </a:xfrm>
        </p:grpSpPr>
        <p:pic>
          <p:nvPicPr>
            <p:cNvPr id="85" name="object 85"/>
            <p:cNvPicPr/>
            <p:nvPr/>
          </p:nvPicPr>
          <p:blipFill>
            <a:blip r:embed="rId20" cstate="print"/>
            <a:stretch>
              <a:fillRect/>
            </a:stretch>
          </p:blipFill>
          <p:spPr>
            <a:xfrm>
              <a:off x="164592" y="1551432"/>
              <a:ext cx="499872" cy="461772"/>
            </a:xfrm>
            <a:prstGeom prst="rect">
              <a:avLst/>
            </a:prstGeom>
          </p:spPr>
        </p:pic>
        <p:sp>
          <p:nvSpPr>
            <p:cNvPr id="86" name="object 86"/>
            <p:cNvSpPr/>
            <p:nvPr/>
          </p:nvSpPr>
          <p:spPr>
            <a:xfrm>
              <a:off x="164592" y="1551432"/>
              <a:ext cx="500380" cy="462280"/>
            </a:xfrm>
            <a:custGeom>
              <a:avLst/>
              <a:gdLst/>
              <a:ahLst/>
              <a:cxnLst/>
              <a:rect l="l" t="t" r="r" b="b"/>
              <a:pathLst>
                <a:path w="500380" h="462280">
                  <a:moveTo>
                    <a:pt x="0" y="461772"/>
                  </a:moveTo>
                  <a:lnTo>
                    <a:pt x="499872" y="461772"/>
                  </a:lnTo>
                  <a:lnTo>
                    <a:pt x="499872" y="0"/>
                  </a:lnTo>
                  <a:lnTo>
                    <a:pt x="0" y="0"/>
                  </a:lnTo>
                  <a:lnTo>
                    <a:pt x="0" y="461772"/>
                  </a:lnTo>
                  <a:close/>
                </a:path>
              </a:pathLst>
            </a:custGeom>
            <a:ln w="6096">
              <a:solidFill>
                <a:srgbClr val="FFC000"/>
              </a:solidFill>
            </a:ln>
          </p:spPr>
          <p:txBody>
            <a:bodyPr wrap="square" lIns="0" tIns="0" rIns="0" bIns="0" rtlCol="0"/>
            <a:lstStyle/>
            <a:p>
              <a:endParaRPr sz="1488"/>
            </a:p>
          </p:txBody>
        </p:sp>
      </p:grpSp>
      <p:sp>
        <p:nvSpPr>
          <p:cNvPr id="87" name="object 87"/>
          <p:cNvSpPr txBox="1"/>
          <p:nvPr/>
        </p:nvSpPr>
        <p:spPr>
          <a:xfrm>
            <a:off x="1400147" y="1294460"/>
            <a:ext cx="411115" cy="316072"/>
          </a:xfrm>
          <a:prstGeom prst="rect">
            <a:avLst/>
          </a:prstGeom>
        </p:spPr>
        <p:txBody>
          <a:bodyPr vert="horz" wrap="square" lIns="0" tIns="10501" rIns="0" bIns="0" rtlCol="0">
            <a:spAutoFit/>
          </a:bodyPr>
          <a:lstStyle/>
          <a:p>
            <a:pPr algn="ctr">
              <a:spcBef>
                <a:spcPts val="83"/>
              </a:spcBef>
            </a:pPr>
            <a:r>
              <a:rPr sz="1985" dirty="0">
                <a:latin typeface="Calibri"/>
                <a:cs typeface="Calibri"/>
              </a:rPr>
              <a:t>0</a:t>
            </a:r>
            <a:endParaRPr sz="1985">
              <a:latin typeface="Calibri"/>
              <a:cs typeface="Calibri"/>
            </a:endParaRPr>
          </a:p>
        </p:txBody>
      </p:sp>
      <p:grpSp>
        <p:nvGrpSpPr>
          <p:cNvPr id="88" name="object 88"/>
          <p:cNvGrpSpPr/>
          <p:nvPr/>
        </p:nvGrpSpPr>
        <p:grpSpPr>
          <a:xfrm>
            <a:off x="6320819" y="1627974"/>
            <a:ext cx="404813" cy="385912"/>
            <a:chOff x="6118733" y="1968880"/>
            <a:chExt cx="489584" cy="466725"/>
          </a:xfrm>
        </p:grpSpPr>
        <p:pic>
          <p:nvPicPr>
            <p:cNvPr id="89" name="object 89"/>
            <p:cNvPicPr/>
            <p:nvPr/>
          </p:nvPicPr>
          <p:blipFill>
            <a:blip r:embed="rId21" cstate="print"/>
            <a:stretch>
              <a:fillRect/>
            </a:stretch>
          </p:blipFill>
          <p:spPr>
            <a:xfrm>
              <a:off x="6121908" y="1972055"/>
              <a:ext cx="483108" cy="460248"/>
            </a:xfrm>
            <a:prstGeom prst="rect">
              <a:avLst/>
            </a:prstGeom>
          </p:spPr>
        </p:pic>
        <p:sp>
          <p:nvSpPr>
            <p:cNvPr id="90" name="object 90"/>
            <p:cNvSpPr/>
            <p:nvPr/>
          </p:nvSpPr>
          <p:spPr>
            <a:xfrm>
              <a:off x="6121908" y="1972055"/>
              <a:ext cx="483234" cy="460375"/>
            </a:xfrm>
            <a:custGeom>
              <a:avLst/>
              <a:gdLst/>
              <a:ahLst/>
              <a:cxnLst/>
              <a:rect l="l" t="t" r="r" b="b"/>
              <a:pathLst>
                <a:path w="483234" h="460375">
                  <a:moveTo>
                    <a:pt x="0" y="460248"/>
                  </a:moveTo>
                  <a:lnTo>
                    <a:pt x="483108" y="460248"/>
                  </a:lnTo>
                  <a:lnTo>
                    <a:pt x="483108" y="0"/>
                  </a:lnTo>
                  <a:lnTo>
                    <a:pt x="0" y="0"/>
                  </a:lnTo>
                  <a:lnTo>
                    <a:pt x="0" y="460248"/>
                  </a:lnTo>
                  <a:close/>
                </a:path>
              </a:pathLst>
            </a:custGeom>
            <a:ln w="6096">
              <a:solidFill>
                <a:srgbClr val="FFC000"/>
              </a:solidFill>
            </a:ln>
          </p:spPr>
          <p:txBody>
            <a:bodyPr wrap="square" lIns="0" tIns="0" rIns="0" bIns="0" rtlCol="0"/>
            <a:lstStyle/>
            <a:p>
              <a:endParaRPr sz="1488"/>
            </a:p>
          </p:txBody>
        </p:sp>
      </p:grpSp>
      <p:sp>
        <p:nvSpPr>
          <p:cNvPr id="91" name="object 91"/>
          <p:cNvSpPr txBox="1"/>
          <p:nvPr/>
        </p:nvSpPr>
        <p:spPr>
          <a:xfrm>
            <a:off x="6449772" y="1641519"/>
            <a:ext cx="149114" cy="316072"/>
          </a:xfrm>
          <a:prstGeom prst="rect">
            <a:avLst/>
          </a:prstGeom>
        </p:spPr>
        <p:txBody>
          <a:bodyPr vert="horz" wrap="square" lIns="0" tIns="10501" rIns="0" bIns="0" rtlCol="0">
            <a:spAutoFit/>
          </a:bodyPr>
          <a:lstStyle/>
          <a:p>
            <a:pPr marL="10502">
              <a:spcBef>
                <a:spcPts val="83"/>
              </a:spcBef>
            </a:pPr>
            <a:r>
              <a:rPr sz="1985" dirty="0">
                <a:latin typeface="Calibri"/>
                <a:cs typeface="Calibri"/>
              </a:rPr>
              <a:t>4</a:t>
            </a:r>
            <a:endParaRPr sz="1985">
              <a:latin typeface="Calibri"/>
              <a:cs typeface="Calibri"/>
            </a:endParaRPr>
          </a:p>
        </p:txBody>
      </p:sp>
      <p:grpSp>
        <p:nvGrpSpPr>
          <p:cNvPr id="92" name="object 92"/>
          <p:cNvGrpSpPr/>
          <p:nvPr/>
        </p:nvGrpSpPr>
        <p:grpSpPr>
          <a:xfrm>
            <a:off x="6306958" y="2203848"/>
            <a:ext cx="418991" cy="387488"/>
            <a:chOff x="6101969" y="2665348"/>
            <a:chExt cx="506730" cy="468630"/>
          </a:xfrm>
        </p:grpSpPr>
        <p:pic>
          <p:nvPicPr>
            <p:cNvPr id="93" name="object 93"/>
            <p:cNvPicPr/>
            <p:nvPr/>
          </p:nvPicPr>
          <p:blipFill>
            <a:blip r:embed="rId17" cstate="print"/>
            <a:stretch>
              <a:fillRect/>
            </a:stretch>
          </p:blipFill>
          <p:spPr>
            <a:xfrm>
              <a:off x="6105144" y="2668523"/>
              <a:ext cx="499872" cy="461772"/>
            </a:xfrm>
            <a:prstGeom prst="rect">
              <a:avLst/>
            </a:prstGeom>
          </p:spPr>
        </p:pic>
        <p:sp>
          <p:nvSpPr>
            <p:cNvPr id="94" name="object 94"/>
            <p:cNvSpPr/>
            <p:nvPr/>
          </p:nvSpPr>
          <p:spPr>
            <a:xfrm>
              <a:off x="6105144" y="2668523"/>
              <a:ext cx="500380" cy="462280"/>
            </a:xfrm>
            <a:custGeom>
              <a:avLst/>
              <a:gdLst/>
              <a:ahLst/>
              <a:cxnLst/>
              <a:rect l="l" t="t" r="r" b="b"/>
              <a:pathLst>
                <a:path w="500379" h="462280">
                  <a:moveTo>
                    <a:pt x="0" y="461772"/>
                  </a:moveTo>
                  <a:lnTo>
                    <a:pt x="499872" y="461772"/>
                  </a:lnTo>
                  <a:lnTo>
                    <a:pt x="499872" y="0"/>
                  </a:lnTo>
                  <a:lnTo>
                    <a:pt x="0" y="0"/>
                  </a:lnTo>
                  <a:lnTo>
                    <a:pt x="0" y="461772"/>
                  </a:lnTo>
                  <a:close/>
                </a:path>
              </a:pathLst>
            </a:custGeom>
            <a:ln w="6096">
              <a:solidFill>
                <a:srgbClr val="FFC000"/>
              </a:solidFill>
            </a:ln>
          </p:spPr>
          <p:txBody>
            <a:bodyPr wrap="square" lIns="0" tIns="0" rIns="0" bIns="0" rtlCol="0"/>
            <a:lstStyle/>
            <a:p>
              <a:endParaRPr sz="1488"/>
            </a:p>
          </p:txBody>
        </p:sp>
      </p:grpSp>
      <p:sp>
        <p:nvSpPr>
          <p:cNvPr id="95" name="object 95"/>
          <p:cNvSpPr txBox="1"/>
          <p:nvPr/>
        </p:nvSpPr>
        <p:spPr>
          <a:xfrm>
            <a:off x="6442946" y="2218655"/>
            <a:ext cx="149114" cy="316072"/>
          </a:xfrm>
          <a:prstGeom prst="rect">
            <a:avLst/>
          </a:prstGeom>
        </p:spPr>
        <p:txBody>
          <a:bodyPr vert="horz" wrap="square" lIns="0" tIns="10501" rIns="0" bIns="0" rtlCol="0">
            <a:spAutoFit/>
          </a:bodyPr>
          <a:lstStyle/>
          <a:p>
            <a:pPr marL="10502">
              <a:spcBef>
                <a:spcPts val="83"/>
              </a:spcBef>
            </a:pPr>
            <a:r>
              <a:rPr sz="1985" dirty="0">
                <a:latin typeface="Calibri"/>
                <a:cs typeface="Calibri"/>
              </a:rPr>
              <a:t>1</a:t>
            </a:r>
            <a:endParaRPr sz="1985">
              <a:latin typeface="Calibri"/>
              <a:cs typeface="Calibri"/>
            </a:endParaRPr>
          </a:p>
        </p:txBody>
      </p:sp>
      <p:grpSp>
        <p:nvGrpSpPr>
          <p:cNvPr id="96" name="object 96"/>
          <p:cNvGrpSpPr/>
          <p:nvPr/>
        </p:nvGrpSpPr>
        <p:grpSpPr>
          <a:xfrm>
            <a:off x="6298137" y="2780984"/>
            <a:ext cx="418991" cy="387488"/>
            <a:chOff x="6091301" y="3363340"/>
            <a:chExt cx="506730" cy="468630"/>
          </a:xfrm>
        </p:grpSpPr>
        <p:pic>
          <p:nvPicPr>
            <p:cNvPr id="97" name="object 97"/>
            <p:cNvPicPr/>
            <p:nvPr/>
          </p:nvPicPr>
          <p:blipFill>
            <a:blip r:embed="rId17" cstate="print"/>
            <a:stretch>
              <a:fillRect/>
            </a:stretch>
          </p:blipFill>
          <p:spPr>
            <a:xfrm>
              <a:off x="6094476" y="3366515"/>
              <a:ext cx="499872" cy="461772"/>
            </a:xfrm>
            <a:prstGeom prst="rect">
              <a:avLst/>
            </a:prstGeom>
          </p:spPr>
        </p:pic>
        <p:sp>
          <p:nvSpPr>
            <p:cNvPr id="98" name="object 98"/>
            <p:cNvSpPr/>
            <p:nvPr/>
          </p:nvSpPr>
          <p:spPr>
            <a:xfrm>
              <a:off x="6094476" y="3366515"/>
              <a:ext cx="500380" cy="462280"/>
            </a:xfrm>
            <a:custGeom>
              <a:avLst/>
              <a:gdLst/>
              <a:ahLst/>
              <a:cxnLst/>
              <a:rect l="l" t="t" r="r" b="b"/>
              <a:pathLst>
                <a:path w="500379" h="462279">
                  <a:moveTo>
                    <a:pt x="0" y="461772"/>
                  </a:moveTo>
                  <a:lnTo>
                    <a:pt x="499872" y="461772"/>
                  </a:lnTo>
                  <a:lnTo>
                    <a:pt x="499872" y="0"/>
                  </a:lnTo>
                  <a:lnTo>
                    <a:pt x="0" y="0"/>
                  </a:lnTo>
                  <a:lnTo>
                    <a:pt x="0" y="461772"/>
                  </a:lnTo>
                  <a:close/>
                </a:path>
              </a:pathLst>
            </a:custGeom>
            <a:ln w="6096">
              <a:solidFill>
                <a:srgbClr val="FFC000"/>
              </a:solidFill>
            </a:ln>
          </p:spPr>
          <p:txBody>
            <a:bodyPr wrap="square" lIns="0" tIns="0" rIns="0" bIns="0" rtlCol="0"/>
            <a:lstStyle/>
            <a:p>
              <a:endParaRPr sz="1488"/>
            </a:p>
          </p:txBody>
        </p:sp>
      </p:grpSp>
      <p:sp>
        <p:nvSpPr>
          <p:cNvPr id="99" name="object 99"/>
          <p:cNvSpPr txBox="1"/>
          <p:nvPr/>
        </p:nvSpPr>
        <p:spPr>
          <a:xfrm>
            <a:off x="6434124" y="2795791"/>
            <a:ext cx="149114" cy="316072"/>
          </a:xfrm>
          <a:prstGeom prst="rect">
            <a:avLst/>
          </a:prstGeom>
        </p:spPr>
        <p:txBody>
          <a:bodyPr vert="horz" wrap="square" lIns="0" tIns="10501" rIns="0" bIns="0" rtlCol="0">
            <a:spAutoFit/>
          </a:bodyPr>
          <a:lstStyle/>
          <a:p>
            <a:pPr marL="10502">
              <a:spcBef>
                <a:spcPts val="83"/>
              </a:spcBef>
            </a:pPr>
            <a:r>
              <a:rPr sz="1985" dirty="0">
                <a:latin typeface="Calibri"/>
                <a:cs typeface="Calibri"/>
              </a:rPr>
              <a:t>0</a:t>
            </a:r>
            <a:endParaRPr sz="1985">
              <a:latin typeface="Calibri"/>
              <a:cs typeface="Calibri"/>
            </a:endParaRPr>
          </a:p>
        </p:txBody>
      </p:sp>
      <p:sp>
        <p:nvSpPr>
          <p:cNvPr id="100" name="object 100"/>
          <p:cNvSpPr txBox="1"/>
          <p:nvPr/>
        </p:nvSpPr>
        <p:spPr>
          <a:xfrm>
            <a:off x="3771802" y="241524"/>
            <a:ext cx="135463" cy="316072"/>
          </a:xfrm>
          <a:prstGeom prst="rect">
            <a:avLst/>
          </a:prstGeom>
        </p:spPr>
        <p:txBody>
          <a:bodyPr vert="horz" wrap="square" lIns="0" tIns="10501" rIns="0" bIns="0" rtlCol="0">
            <a:spAutoFit/>
          </a:bodyPr>
          <a:lstStyle/>
          <a:p>
            <a:pPr marL="10502">
              <a:spcBef>
                <a:spcPts val="83"/>
              </a:spcBef>
            </a:pPr>
            <a:r>
              <a:rPr sz="1985" dirty="0">
                <a:latin typeface="Calibri"/>
                <a:cs typeface="Calibri"/>
              </a:rPr>
              <a:t>y</a:t>
            </a:r>
            <a:endParaRPr sz="1985">
              <a:latin typeface="Calibri"/>
              <a:cs typeface="Calibri"/>
            </a:endParaRPr>
          </a:p>
        </p:txBody>
      </p:sp>
      <p:grpSp>
        <p:nvGrpSpPr>
          <p:cNvPr id="101" name="object 101"/>
          <p:cNvGrpSpPr/>
          <p:nvPr/>
        </p:nvGrpSpPr>
        <p:grpSpPr>
          <a:xfrm>
            <a:off x="1807577" y="315241"/>
            <a:ext cx="4522264" cy="5104545"/>
            <a:chOff x="660387" y="381254"/>
            <a:chExt cx="5469255" cy="6173470"/>
          </a:xfrm>
        </p:grpSpPr>
        <p:sp>
          <p:nvSpPr>
            <p:cNvPr id="102" name="object 102"/>
            <p:cNvSpPr/>
            <p:nvPr/>
          </p:nvSpPr>
          <p:spPr>
            <a:xfrm>
              <a:off x="660387" y="381253"/>
              <a:ext cx="5469255" cy="5706745"/>
            </a:xfrm>
            <a:custGeom>
              <a:avLst/>
              <a:gdLst/>
              <a:ahLst/>
              <a:cxnLst/>
              <a:rect l="l" t="t" r="r" b="b"/>
              <a:pathLst>
                <a:path w="5469255" h="5706745">
                  <a:moveTo>
                    <a:pt x="639584" y="3443224"/>
                  </a:moveTo>
                  <a:lnTo>
                    <a:pt x="628510" y="3438055"/>
                  </a:lnTo>
                  <a:lnTo>
                    <a:pt x="639076" y="3442335"/>
                  </a:lnTo>
                  <a:lnTo>
                    <a:pt x="628218" y="3401187"/>
                  </a:lnTo>
                  <a:lnTo>
                    <a:pt x="617359" y="3360039"/>
                  </a:lnTo>
                  <a:lnTo>
                    <a:pt x="596214" y="3378631"/>
                  </a:lnTo>
                  <a:lnTo>
                    <a:pt x="16840" y="2720340"/>
                  </a:lnTo>
                  <a:lnTo>
                    <a:pt x="1968" y="2733548"/>
                  </a:lnTo>
                  <a:lnTo>
                    <a:pt x="581342" y="3391700"/>
                  </a:lnTo>
                  <a:lnTo>
                    <a:pt x="563270" y="3407587"/>
                  </a:lnTo>
                  <a:lnTo>
                    <a:pt x="562381" y="3407156"/>
                  </a:lnTo>
                  <a:lnTo>
                    <a:pt x="562406" y="3408349"/>
                  </a:lnTo>
                  <a:lnTo>
                    <a:pt x="560146" y="3410331"/>
                  </a:lnTo>
                  <a:lnTo>
                    <a:pt x="562483" y="3411283"/>
                  </a:lnTo>
                  <a:lnTo>
                    <a:pt x="563143" y="3435451"/>
                  </a:lnTo>
                  <a:lnTo>
                    <a:pt x="0" y="3450717"/>
                  </a:lnTo>
                  <a:lnTo>
                    <a:pt x="533" y="3470529"/>
                  </a:lnTo>
                  <a:lnTo>
                    <a:pt x="563676" y="3455263"/>
                  </a:lnTo>
                  <a:lnTo>
                    <a:pt x="564159" y="3473183"/>
                  </a:lnTo>
                  <a:lnTo>
                    <a:pt x="559993" y="3474847"/>
                  </a:lnTo>
                  <a:lnTo>
                    <a:pt x="564311" y="3478707"/>
                  </a:lnTo>
                  <a:lnTo>
                    <a:pt x="564451" y="3483356"/>
                  </a:lnTo>
                  <a:lnTo>
                    <a:pt x="567626" y="3481654"/>
                  </a:lnTo>
                  <a:lnTo>
                    <a:pt x="581063" y="3493605"/>
                  </a:lnTo>
                  <a:lnTo>
                    <a:pt x="2006" y="4145026"/>
                  </a:lnTo>
                  <a:lnTo>
                    <a:pt x="16814" y="4158107"/>
                  </a:lnTo>
                  <a:lnTo>
                    <a:pt x="595896" y="3506787"/>
                  </a:lnTo>
                  <a:lnTo>
                    <a:pt x="616978" y="3525520"/>
                  </a:lnTo>
                  <a:lnTo>
                    <a:pt x="628091" y="3484118"/>
                  </a:lnTo>
                  <a:lnTo>
                    <a:pt x="638987" y="3443541"/>
                  </a:lnTo>
                  <a:lnTo>
                    <a:pt x="639584" y="3443224"/>
                  </a:lnTo>
                  <a:close/>
                </a:path>
                <a:path w="5469255" h="5706745">
                  <a:moveTo>
                    <a:pt x="645680" y="721360"/>
                  </a:moveTo>
                  <a:lnTo>
                    <a:pt x="644906" y="721004"/>
                  </a:lnTo>
                  <a:lnTo>
                    <a:pt x="634314" y="680847"/>
                  </a:lnTo>
                  <a:lnTo>
                    <a:pt x="623455" y="639699"/>
                  </a:lnTo>
                  <a:lnTo>
                    <a:pt x="602284" y="658304"/>
                  </a:lnTo>
                  <a:lnTo>
                    <a:pt x="22936" y="0"/>
                  </a:lnTo>
                  <a:lnTo>
                    <a:pt x="8064" y="13208"/>
                  </a:lnTo>
                  <a:lnTo>
                    <a:pt x="587438" y="671360"/>
                  </a:lnTo>
                  <a:lnTo>
                    <a:pt x="570496" y="686244"/>
                  </a:lnTo>
                  <a:lnTo>
                    <a:pt x="568477" y="685292"/>
                  </a:lnTo>
                  <a:lnTo>
                    <a:pt x="568540" y="687971"/>
                  </a:lnTo>
                  <a:lnTo>
                    <a:pt x="566242" y="689991"/>
                  </a:lnTo>
                  <a:lnTo>
                    <a:pt x="568629" y="690968"/>
                  </a:lnTo>
                  <a:lnTo>
                    <a:pt x="569239" y="713587"/>
                  </a:lnTo>
                  <a:lnTo>
                    <a:pt x="6096" y="728853"/>
                  </a:lnTo>
                  <a:lnTo>
                    <a:pt x="6629" y="748665"/>
                  </a:lnTo>
                  <a:lnTo>
                    <a:pt x="569772" y="733399"/>
                  </a:lnTo>
                  <a:lnTo>
                    <a:pt x="570255" y="751319"/>
                  </a:lnTo>
                  <a:lnTo>
                    <a:pt x="566089" y="752983"/>
                  </a:lnTo>
                  <a:lnTo>
                    <a:pt x="570407" y="756843"/>
                  </a:lnTo>
                  <a:lnTo>
                    <a:pt x="570547" y="761492"/>
                  </a:lnTo>
                  <a:lnTo>
                    <a:pt x="573722" y="759790"/>
                  </a:lnTo>
                  <a:lnTo>
                    <a:pt x="587159" y="771740"/>
                  </a:lnTo>
                  <a:lnTo>
                    <a:pt x="8102" y="1423162"/>
                  </a:lnTo>
                  <a:lnTo>
                    <a:pt x="22910" y="1436243"/>
                  </a:lnTo>
                  <a:lnTo>
                    <a:pt x="601980" y="784910"/>
                  </a:lnTo>
                  <a:lnTo>
                    <a:pt x="623074" y="803656"/>
                  </a:lnTo>
                  <a:lnTo>
                    <a:pt x="634187" y="762254"/>
                  </a:lnTo>
                  <a:lnTo>
                    <a:pt x="645007" y="721944"/>
                  </a:lnTo>
                  <a:lnTo>
                    <a:pt x="645172" y="721995"/>
                  </a:lnTo>
                  <a:lnTo>
                    <a:pt x="645083" y="721690"/>
                  </a:lnTo>
                  <a:lnTo>
                    <a:pt x="645680" y="721360"/>
                  </a:lnTo>
                  <a:close/>
                </a:path>
                <a:path w="5469255" h="5706745">
                  <a:moveTo>
                    <a:pt x="2642501" y="5055616"/>
                  </a:moveTo>
                  <a:lnTo>
                    <a:pt x="2560332" y="5077714"/>
                  </a:lnTo>
                  <a:lnTo>
                    <a:pt x="2579052" y="5098847"/>
                  </a:lnTo>
                  <a:lnTo>
                    <a:pt x="1927618" y="5677890"/>
                  </a:lnTo>
                  <a:lnTo>
                    <a:pt x="1940826" y="5692699"/>
                  </a:lnTo>
                  <a:lnTo>
                    <a:pt x="2592120" y="5113591"/>
                  </a:lnTo>
                  <a:lnTo>
                    <a:pt x="2610866" y="5134737"/>
                  </a:lnTo>
                  <a:lnTo>
                    <a:pt x="2628582" y="5090414"/>
                  </a:lnTo>
                  <a:lnTo>
                    <a:pt x="2642501" y="5055616"/>
                  </a:lnTo>
                  <a:close/>
                </a:path>
                <a:path w="5469255" h="5706745">
                  <a:moveTo>
                    <a:pt x="2738894" y="5137404"/>
                  </a:moveTo>
                  <a:lnTo>
                    <a:pt x="2732379" y="5123434"/>
                  </a:lnTo>
                  <a:lnTo>
                    <a:pt x="2702953" y="5060188"/>
                  </a:lnTo>
                  <a:lnTo>
                    <a:pt x="2662694" y="5135372"/>
                  </a:lnTo>
                  <a:lnTo>
                    <a:pt x="2690914" y="5136134"/>
                  </a:lnTo>
                  <a:lnTo>
                    <a:pt x="2675648" y="5699239"/>
                  </a:lnTo>
                  <a:lnTo>
                    <a:pt x="2695460" y="5699785"/>
                  </a:lnTo>
                  <a:lnTo>
                    <a:pt x="2710726" y="5136654"/>
                  </a:lnTo>
                  <a:lnTo>
                    <a:pt x="2738894" y="5137404"/>
                  </a:lnTo>
                  <a:close/>
                </a:path>
                <a:path w="5469255" h="5706745">
                  <a:moveTo>
                    <a:pt x="3488321" y="5691581"/>
                  </a:moveTo>
                  <a:lnTo>
                    <a:pt x="2830068" y="5112270"/>
                  </a:lnTo>
                  <a:lnTo>
                    <a:pt x="2837446" y="5103876"/>
                  </a:lnTo>
                  <a:lnTo>
                    <a:pt x="2848749" y="5091049"/>
                  </a:lnTo>
                  <a:lnTo>
                    <a:pt x="2766326" y="5069332"/>
                  </a:lnTo>
                  <a:lnTo>
                    <a:pt x="2798330" y="5148326"/>
                  </a:lnTo>
                  <a:lnTo>
                    <a:pt x="2816987" y="5127129"/>
                  </a:lnTo>
                  <a:lnTo>
                    <a:pt x="3475240" y="5706453"/>
                  </a:lnTo>
                  <a:lnTo>
                    <a:pt x="3488321" y="5691581"/>
                  </a:lnTo>
                  <a:close/>
                </a:path>
                <a:path w="5469255" h="5706745">
                  <a:moveTo>
                    <a:pt x="5468759" y="1829054"/>
                  </a:moveTo>
                  <a:lnTo>
                    <a:pt x="5455424" y="1814322"/>
                  </a:lnTo>
                  <a:lnTo>
                    <a:pt x="4734801" y="2468626"/>
                  </a:lnTo>
                  <a:lnTo>
                    <a:pt x="4715903" y="2447798"/>
                  </a:lnTo>
                  <a:lnTo>
                    <a:pt x="4686833" y="2522563"/>
                  </a:lnTo>
                  <a:lnTo>
                    <a:pt x="4681994" y="2525014"/>
                  </a:lnTo>
                  <a:lnTo>
                    <a:pt x="4685246" y="2526627"/>
                  </a:lnTo>
                  <a:lnTo>
                    <a:pt x="4685042" y="2527173"/>
                  </a:lnTo>
                  <a:lnTo>
                    <a:pt x="4685893" y="2526944"/>
                  </a:lnTo>
                  <a:lnTo>
                    <a:pt x="4695393" y="2531630"/>
                  </a:lnTo>
                  <a:lnTo>
                    <a:pt x="4722380" y="2604135"/>
                  </a:lnTo>
                  <a:lnTo>
                    <a:pt x="4741672" y="2583434"/>
                  </a:lnTo>
                  <a:lnTo>
                    <a:pt x="5429008" y="3224022"/>
                  </a:lnTo>
                  <a:lnTo>
                    <a:pt x="5442470" y="3209544"/>
                  </a:lnTo>
                  <a:lnTo>
                    <a:pt x="4755146" y="2568968"/>
                  </a:lnTo>
                  <a:lnTo>
                    <a:pt x="4763198" y="2560320"/>
                  </a:lnTo>
                  <a:lnTo>
                    <a:pt x="4774323" y="2548382"/>
                  </a:lnTo>
                  <a:lnTo>
                    <a:pt x="4758309" y="2543657"/>
                  </a:lnTo>
                  <a:lnTo>
                    <a:pt x="4758258" y="2534539"/>
                  </a:lnTo>
                  <a:lnTo>
                    <a:pt x="5445391" y="2529586"/>
                  </a:lnTo>
                  <a:lnTo>
                    <a:pt x="5445137" y="2509774"/>
                  </a:lnTo>
                  <a:lnTo>
                    <a:pt x="4758118" y="2514638"/>
                  </a:lnTo>
                  <a:lnTo>
                    <a:pt x="4758067" y="2506713"/>
                  </a:lnTo>
                  <a:lnTo>
                    <a:pt x="4767084" y="2504186"/>
                  </a:lnTo>
                  <a:lnTo>
                    <a:pt x="4757979" y="2494178"/>
                  </a:lnTo>
                  <a:lnTo>
                    <a:pt x="4757940" y="2486406"/>
                  </a:lnTo>
                  <a:lnTo>
                    <a:pt x="4753140" y="2488844"/>
                  </a:lnTo>
                  <a:lnTo>
                    <a:pt x="4748149" y="2483345"/>
                  </a:lnTo>
                  <a:lnTo>
                    <a:pt x="5468759" y="1829054"/>
                  </a:lnTo>
                  <a:close/>
                </a:path>
              </a:pathLst>
            </a:custGeom>
            <a:solidFill>
              <a:srgbClr val="000000"/>
            </a:solidFill>
          </p:spPr>
          <p:txBody>
            <a:bodyPr wrap="square" lIns="0" tIns="0" rIns="0" bIns="0" rtlCol="0"/>
            <a:lstStyle/>
            <a:p>
              <a:endParaRPr sz="1488"/>
            </a:p>
          </p:txBody>
        </p:sp>
        <p:pic>
          <p:nvPicPr>
            <p:cNvPr id="103" name="object 103"/>
            <p:cNvPicPr/>
            <p:nvPr/>
          </p:nvPicPr>
          <p:blipFill>
            <a:blip r:embed="rId22" cstate="print"/>
            <a:stretch>
              <a:fillRect/>
            </a:stretch>
          </p:blipFill>
          <p:spPr>
            <a:xfrm>
              <a:off x="4506468" y="6092951"/>
              <a:ext cx="499872" cy="461772"/>
            </a:xfrm>
            <a:prstGeom prst="rect">
              <a:avLst/>
            </a:prstGeom>
          </p:spPr>
        </p:pic>
      </p:grpSp>
      <p:sp>
        <p:nvSpPr>
          <p:cNvPr id="104" name="object 104"/>
          <p:cNvSpPr txBox="1"/>
          <p:nvPr/>
        </p:nvSpPr>
        <p:spPr>
          <a:xfrm>
            <a:off x="4987714" y="5037969"/>
            <a:ext cx="413740" cy="328266"/>
          </a:xfrm>
          <a:prstGeom prst="rect">
            <a:avLst/>
          </a:prstGeom>
          <a:ln w="6096">
            <a:solidFill>
              <a:srgbClr val="6FAC46"/>
            </a:solidFill>
          </a:ln>
        </p:spPr>
        <p:txBody>
          <a:bodyPr vert="horz" wrap="square" lIns="0" tIns="22577" rIns="0" bIns="0" rtlCol="0">
            <a:spAutoFit/>
          </a:bodyPr>
          <a:lstStyle/>
          <a:p>
            <a:pPr marL="525" algn="ctr">
              <a:spcBef>
                <a:spcPts val="178"/>
              </a:spcBef>
            </a:pPr>
            <a:r>
              <a:rPr sz="1985" dirty="0">
                <a:latin typeface="Calibri"/>
                <a:cs typeface="Calibri"/>
              </a:rPr>
              <a:t>1</a:t>
            </a:r>
            <a:endParaRPr sz="1985">
              <a:latin typeface="Calibri"/>
              <a:cs typeface="Calibri"/>
            </a:endParaRPr>
          </a:p>
        </p:txBody>
      </p:sp>
      <p:grpSp>
        <p:nvGrpSpPr>
          <p:cNvPr id="105" name="object 105"/>
          <p:cNvGrpSpPr/>
          <p:nvPr/>
        </p:nvGrpSpPr>
        <p:grpSpPr>
          <a:xfrm>
            <a:off x="6306958" y="3320317"/>
            <a:ext cx="418991" cy="387488"/>
            <a:chOff x="6101969" y="4015613"/>
            <a:chExt cx="506730" cy="468630"/>
          </a:xfrm>
        </p:grpSpPr>
        <p:pic>
          <p:nvPicPr>
            <p:cNvPr id="106" name="object 106"/>
            <p:cNvPicPr/>
            <p:nvPr/>
          </p:nvPicPr>
          <p:blipFill>
            <a:blip r:embed="rId23" cstate="print"/>
            <a:stretch>
              <a:fillRect/>
            </a:stretch>
          </p:blipFill>
          <p:spPr>
            <a:xfrm>
              <a:off x="6105144" y="4018788"/>
              <a:ext cx="499872" cy="461772"/>
            </a:xfrm>
            <a:prstGeom prst="rect">
              <a:avLst/>
            </a:prstGeom>
          </p:spPr>
        </p:pic>
        <p:sp>
          <p:nvSpPr>
            <p:cNvPr id="107" name="object 107"/>
            <p:cNvSpPr/>
            <p:nvPr/>
          </p:nvSpPr>
          <p:spPr>
            <a:xfrm>
              <a:off x="6105144" y="4018788"/>
              <a:ext cx="500380" cy="462280"/>
            </a:xfrm>
            <a:custGeom>
              <a:avLst/>
              <a:gdLst/>
              <a:ahLst/>
              <a:cxnLst/>
              <a:rect l="l" t="t" r="r" b="b"/>
              <a:pathLst>
                <a:path w="500379" h="462279">
                  <a:moveTo>
                    <a:pt x="0" y="461772"/>
                  </a:moveTo>
                  <a:lnTo>
                    <a:pt x="499872" y="461772"/>
                  </a:lnTo>
                  <a:lnTo>
                    <a:pt x="499872" y="0"/>
                  </a:lnTo>
                  <a:lnTo>
                    <a:pt x="0" y="0"/>
                  </a:lnTo>
                  <a:lnTo>
                    <a:pt x="0" y="461772"/>
                  </a:lnTo>
                  <a:close/>
                </a:path>
              </a:pathLst>
            </a:custGeom>
            <a:ln w="6096">
              <a:solidFill>
                <a:srgbClr val="6FAC46"/>
              </a:solidFill>
            </a:ln>
          </p:spPr>
          <p:txBody>
            <a:bodyPr wrap="square" lIns="0" tIns="0" rIns="0" bIns="0" rtlCol="0"/>
            <a:lstStyle/>
            <a:p>
              <a:endParaRPr sz="1488"/>
            </a:p>
          </p:txBody>
        </p:sp>
      </p:grpSp>
      <p:sp>
        <p:nvSpPr>
          <p:cNvPr id="108" name="object 108"/>
          <p:cNvSpPr txBox="1"/>
          <p:nvPr/>
        </p:nvSpPr>
        <p:spPr>
          <a:xfrm>
            <a:off x="6442946" y="3334598"/>
            <a:ext cx="149114" cy="316072"/>
          </a:xfrm>
          <a:prstGeom prst="rect">
            <a:avLst/>
          </a:prstGeom>
        </p:spPr>
        <p:txBody>
          <a:bodyPr vert="horz" wrap="square" lIns="0" tIns="10501" rIns="0" bIns="0" rtlCol="0">
            <a:spAutoFit/>
          </a:bodyPr>
          <a:lstStyle/>
          <a:p>
            <a:pPr marL="10502">
              <a:spcBef>
                <a:spcPts val="83"/>
              </a:spcBef>
            </a:pPr>
            <a:r>
              <a:rPr sz="1985" dirty="0">
                <a:latin typeface="Calibri"/>
                <a:cs typeface="Calibri"/>
              </a:rPr>
              <a:t>1</a:t>
            </a:r>
            <a:endParaRPr sz="1985">
              <a:latin typeface="Calibri"/>
              <a:cs typeface="Calibri"/>
            </a:endParaRPr>
          </a:p>
        </p:txBody>
      </p:sp>
      <p:grpSp>
        <p:nvGrpSpPr>
          <p:cNvPr id="109" name="object 109"/>
          <p:cNvGrpSpPr/>
          <p:nvPr/>
        </p:nvGrpSpPr>
        <p:grpSpPr>
          <a:xfrm>
            <a:off x="1355936" y="4067569"/>
            <a:ext cx="418991" cy="387488"/>
            <a:chOff x="114172" y="4919345"/>
            <a:chExt cx="506730" cy="468630"/>
          </a:xfrm>
        </p:grpSpPr>
        <p:pic>
          <p:nvPicPr>
            <p:cNvPr id="110" name="object 110"/>
            <p:cNvPicPr/>
            <p:nvPr/>
          </p:nvPicPr>
          <p:blipFill>
            <a:blip r:embed="rId24" cstate="print"/>
            <a:stretch>
              <a:fillRect/>
            </a:stretch>
          </p:blipFill>
          <p:spPr>
            <a:xfrm>
              <a:off x="117347" y="4922520"/>
              <a:ext cx="499872" cy="461772"/>
            </a:xfrm>
            <a:prstGeom prst="rect">
              <a:avLst/>
            </a:prstGeom>
          </p:spPr>
        </p:pic>
        <p:sp>
          <p:nvSpPr>
            <p:cNvPr id="111" name="object 111"/>
            <p:cNvSpPr/>
            <p:nvPr/>
          </p:nvSpPr>
          <p:spPr>
            <a:xfrm>
              <a:off x="117347" y="4922520"/>
              <a:ext cx="500380" cy="462280"/>
            </a:xfrm>
            <a:custGeom>
              <a:avLst/>
              <a:gdLst/>
              <a:ahLst/>
              <a:cxnLst/>
              <a:rect l="l" t="t" r="r" b="b"/>
              <a:pathLst>
                <a:path w="500380" h="462279">
                  <a:moveTo>
                    <a:pt x="0" y="461771"/>
                  </a:moveTo>
                  <a:lnTo>
                    <a:pt x="499872" y="461771"/>
                  </a:lnTo>
                  <a:lnTo>
                    <a:pt x="499872" y="0"/>
                  </a:lnTo>
                  <a:lnTo>
                    <a:pt x="0" y="0"/>
                  </a:lnTo>
                  <a:lnTo>
                    <a:pt x="0" y="461771"/>
                  </a:lnTo>
                  <a:close/>
                </a:path>
              </a:pathLst>
            </a:custGeom>
            <a:ln w="6096">
              <a:solidFill>
                <a:srgbClr val="6FAC46"/>
              </a:solidFill>
            </a:ln>
          </p:spPr>
          <p:txBody>
            <a:bodyPr wrap="square" lIns="0" tIns="0" rIns="0" bIns="0" rtlCol="0"/>
            <a:lstStyle/>
            <a:p>
              <a:endParaRPr sz="1488"/>
            </a:p>
          </p:txBody>
        </p:sp>
      </p:grpSp>
      <p:sp>
        <p:nvSpPr>
          <p:cNvPr id="112" name="object 112"/>
          <p:cNvSpPr txBox="1"/>
          <p:nvPr/>
        </p:nvSpPr>
        <p:spPr>
          <a:xfrm>
            <a:off x="1491212" y="4082376"/>
            <a:ext cx="149114" cy="316072"/>
          </a:xfrm>
          <a:prstGeom prst="rect">
            <a:avLst/>
          </a:prstGeom>
        </p:spPr>
        <p:txBody>
          <a:bodyPr vert="horz" wrap="square" lIns="0" tIns="10501" rIns="0" bIns="0" rtlCol="0">
            <a:spAutoFit/>
          </a:bodyPr>
          <a:lstStyle/>
          <a:p>
            <a:pPr marL="10502">
              <a:spcBef>
                <a:spcPts val="83"/>
              </a:spcBef>
            </a:pPr>
            <a:r>
              <a:rPr sz="1985" dirty="0">
                <a:latin typeface="Calibri"/>
                <a:cs typeface="Calibri"/>
              </a:rPr>
              <a:t>1</a:t>
            </a:r>
            <a:endParaRPr sz="1985">
              <a:latin typeface="Calibri"/>
              <a:cs typeface="Calibri"/>
            </a:endParaRPr>
          </a:p>
        </p:txBody>
      </p:sp>
      <p:grpSp>
        <p:nvGrpSpPr>
          <p:cNvPr id="113" name="object 113"/>
          <p:cNvGrpSpPr/>
          <p:nvPr/>
        </p:nvGrpSpPr>
        <p:grpSpPr>
          <a:xfrm>
            <a:off x="1378619" y="1828332"/>
            <a:ext cx="418991" cy="387488"/>
            <a:chOff x="141604" y="2211197"/>
            <a:chExt cx="506730" cy="468630"/>
          </a:xfrm>
        </p:grpSpPr>
        <p:pic>
          <p:nvPicPr>
            <p:cNvPr id="114" name="object 114"/>
            <p:cNvPicPr/>
            <p:nvPr/>
          </p:nvPicPr>
          <p:blipFill>
            <a:blip r:embed="rId25" cstate="print"/>
            <a:stretch>
              <a:fillRect/>
            </a:stretch>
          </p:blipFill>
          <p:spPr>
            <a:xfrm>
              <a:off x="144779" y="2214372"/>
              <a:ext cx="499872" cy="461772"/>
            </a:xfrm>
            <a:prstGeom prst="rect">
              <a:avLst/>
            </a:prstGeom>
          </p:spPr>
        </p:pic>
        <p:sp>
          <p:nvSpPr>
            <p:cNvPr id="115" name="object 115"/>
            <p:cNvSpPr/>
            <p:nvPr/>
          </p:nvSpPr>
          <p:spPr>
            <a:xfrm>
              <a:off x="144779" y="2214372"/>
              <a:ext cx="500380" cy="462280"/>
            </a:xfrm>
            <a:custGeom>
              <a:avLst/>
              <a:gdLst/>
              <a:ahLst/>
              <a:cxnLst/>
              <a:rect l="l" t="t" r="r" b="b"/>
              <a:pathLst>
                <a:path w="500380" h="462280">
                  <a:moveTo>
                    <a:pt x="0" y="461772"/>
                  </a:moveTo>
                  <a:lnTo>
                    <a:pt x="499872" y="461772"/>
                  </a:lnTo>
                  <a:lnTo>
                    <a:pt x="499872" y="0"/>
                  </a:lnTo>
                  <a:lnTo>
                    <a:pt x="0" y="0"/>
                  </a:lnTo>
                  <a:lnTo>
                    <a:pt x="0" y="461772"/>
                  </a:lnTo>
                  <a:close/>
                </a:path>
              </a:pathLst>
            </a:custGeom>
            <a:ln w="6096">
              <a:solidFill>
                <a:srgbClr val="6FAC46"/>
              </a:solidFill>
            </a:ln>
          </p:spPr>
          <p:txBody>
            <a:bodyPr wrap="square" lIns="0" tIns="0" rIns="0" bIns="0" rtlCol="0"/>
            <a:lstStyle/>
            <a:p>
              <a:endParaRPr sz="1488"/>
            </a:p>
          </p:txBody>
        </p:sp>
      </p:grpSp>
      <p:sp>
        <p:nvSpPr>
          <p:cNvPr id="116" name="object 116"/>
          <p:cNvSpPr txBox="1"/>
          <p:nvPr/>
        </p:nvSpPr>
        <p:spPr>
          <a:xfrm>
            <a:off x="1513389" y="1842089"/>
            <a:ext cx="149114" cy="316072"/>
          </a:xfrm>
          <a:prstGeom prst="rect">
            <a:avLst/>
          </a:prstGeom>
        </p:spPr>
        <p:txBody>
          <a:bodyPr vert="horz" wrap="square" lIns="0" tIns="10501" rIns="0" bIns="0" rtlCol="0">
            <a:spAutoFit/>
          </a:bodyPr>
          <a:lstStyle/>
          <a:p>
            <a:pPr marL="10502">
              <a:spcBef>
                <a:spcPts val="83"/>
              </a:spcBef>
            </a:pPr>
            <a:r>
              <a:rPr sz="1985" dirty="0">
                <a:latin typeface="Calibri"/>
                <a:cs typeface="Calibri"/>
              </a:rPr>
              <a:t>1</a:t>
            </a:r>
            <a:endParaRPr sz="1985">
              <a:latin typeface="Calibri"/>
              <a:cs typeface="Calibri"/>
            </a:endParaRPr>
          </a:p>
        </p:txBody>
      </p:sp>
      <p:grpSp>
        <p:nvGrpSpPr>
          <p:cNvPr id="117" name="object 117"/>
          <p:cNvGrpSpPr/>
          <p:nvPr/>
        </p:nvGrpSpPr>
        <p:grpSpPr>
          <a:xfrm>
            <a:off x="1765247" y="895317"/>
            <a:ext cx="4544316" cy="4150003"/>
            <a:chOff x="609193" y="1082802"/>
            <a:chExt cx="5495925" cy="5019040"/>
          </a:xfrm>
        </p:grpSpPr>
        <p:sp>
          <p:nvSpPr>
            <p:cNvPr id="118" name="object 118"/>
            <p:cNvSpPr/>
            <p:nvPr/>
          </p:nvSpPr>
          <p:spPr>
            <a:xfrm>
              <a:off x="609193" y="1082801"/>
              <a:ext cx="5495925" cy="5019040"/>
            </a:xfrm>
            <a:custGeom>
              <a:avLst/>
              <a:gdLst/>
              <a:ahLst/>
              <a:cxnLst/>
              <a:rect l="l" t="t" r="r" b="b"/>
              <a:pathLst>
                <a:path w="5495925" h="5019040">
                  <a:moveTo>
                    <a:pt x="686206" y="2772156"/>
                  </a:moveTo>
                  <a:lnTo>
                    <a:pt x="617181" y="2822067"/>
                  </a:lnTo>
                  <a:lnTo>
                    <a:pt x="642175" y="2835122"/>
                  </a:lnTo>
                  <a:lnTo>
                    <a:pt x="0" y="4067175"/>
                  </a:lnTo>
                  <a:lnTo>
                    <a:pt x="17576" y="4076319"/>
                  </a:lnTo>
                  <a:lnTo>
                    <a:pt x="659739" y="2844292"/>
                  </a:lnTo>
                  <a:lnTo>
                    <a:pt x="684809" y="2857373"/>
                  </a:lnTo>
                  <a:lnTo>
                    <a:pt x="685355" y="2823845"/>
                  </a:lnTo>
                  <a:lnTo>
                    <a:pt x="686206" y="2772156"/>
                  </a:lnTo>
                  <a:close/>
                </a:path>
                <a:path w="5495925" h="5019040">
                  <a:moveTo>
                    <a:pt x="692556" y="85217"/>
                  </a:moveTo>
                  <a:lnTo>
                    <a:pt x="692073" y="52959"/>
                  </a:lnTo>
                  <a:lnTo>
                    <a:pt x="691286" y="0"/>
                  </a:lnTo>
                  <a:lnTo>
                    <a:pt x="623900" y="52197"/>
                  </a:lnTo>
                  <a:lnTo>
                    <a:pt x="649300" y="64427"/>
                  </a:lnTo>
                  <a:lnTo>
                    <a:pt x="27292" y="1358773"/>
                  </a:lnTo>
                  <a:lnTo>
                    <a:pt x="45148" y="1367409"/>
                  </a:lnTo>
                  <a:lnTo>
                    <a:pt x="667080" y="72974"/>
                  </a:lnTo>
                  <a:lnTo>
                    <a:pt x="692556" y="85217"/>
                  </a:lnTo>
                  <a:close/>
                </a:path>
                <a:path w="5495925" h="5019040">
                  <a:moveTo>
                    <a:pt x="4151655" y="5001374"/>
                  </a:moveTo>
                  <a:lnTo>
                    <a:pt x="3018955" y="4395000"/>
                  </a:lnTo>
                  <a:lnTo>
                    <a:pt x="3022181" y="4388993"/>
                  </a:lnTo>
                  <a:lnTo>
                    <a:pt x="3032277" y="4370197"/>
                  </a:lnTo>
                  <a:lnTo>
                    <a:pt x="2947060" y="4367784"/>
                  </a:lnTo>
                  <a:lnTo>
                    <a:pt x="2996209" y="4437380"/>
                  </a:lnTo>
                  <a:lnTo>
                    <a:pt x="3009557" y="4412513"/>
                  </a:lnTo>
                  <a:lnTo>
                    <a:pt x="4142384" y="5018837"/>
                  </a:lnTo>
                  <a:lnTo>
                    <a:pt x="4151655" y="5001374"/>
                  </a:lnTo>
                  <a:close/>
                </a:path>
                <a:path w="5495925" h="5019040">
                  <a:moveTo>
                    <a:pt x="5495315" y="3209163"/>
                  </a:moveTo>
                  <a:lnTo>
                    <a:pt x="4781105" y="1888070"/>
                  </a:lnTo>
                  <a:lnTo>
                    <a:pt x="4801717" y="1876933"/>
                  </a:lnTo>
                  <a:lnTo>
                    <a:pt x="4805959" y="1874647"/>
                  </a:lnTo>
                  <a:lnTo>
                    <a:pt x="4736236" y="1825752"/>
                  </a:lnTo>
                  <a:lnTo>
                    <a:pt x="4738903" y="1910842"/>
                  </a:lnTo>
                  <a:lnTo>
                    <a:pt x="4763706" y="1897456"/>
                  </a:lnTo>
                  <a:lnTo>
                    <a:pt x="5477789" y="3218561"/>
                  </a:lnTo>
                  <a:lnTo>
                    <a:pt x="5495315" y="3209163"/>
                  </a:lnTo>
                  <a:close/>
                </a:path>
              </a:pathLst>
            </a:custGeom>
            <a:solidFill>
              <a:srgbClr val="000000"/>
            </a:solidFill>
          </p:spPr>
          <p:txBody>
            <a:bodyPr wrap="square" lIns="0" tIns="0" rIns="0" bIns="0" rtlCol="0"/>
            <a:lstStyle/>
            <a:p>
              <a:endParaRPr sz="1488"/>
            </a:p>
          </p:txBody>
        </p:sp>
        <p:sp>
          <p:nvSpPr>
            <p:cNvPr id="119" name="object 119"/>
            <p:cNvSpPr/>
            <p:nvPr/>
          </p:nvSpPr>
          <p:spPr>
            <a:xfrm>
              <a:off x="3233927" y="1830324"/>
              <a:ext cx="266065" cy="3011805"/>
            </a:xfrm>
            <a:custGeom>
              <a:avLst/>
              <a:gdLst/>
              <a:ahLst/>
              <a:cxnLst/>
              <a:rect l="l" t="t" r="r" b="b"/>
              <a:pathLst>
                <a:path w="266064" h="3011804">
                  <a:moveTo>
                    <a:pt x="256412" y="2755392"/>
                  </a:moveTo>
                  <a:lnTo>
                    <a:pt x="0" y="3011805"/>
                  </a:lnTo>
                </a:path>
                <a:path w="266064" h="3011804">
                  <a:moveTo>
                    <a:pt x="265557" y="0"/>
                  </a:moveTo>
                  <a:lnTo>
                    <a:pt x="9144" y="256412"/>
                  </a:lnTo>
                </a:path>
              </a:pathLst>
            </a:custGeom>
            <a:ln w="76200">
              <a:solidFill>
                <a:srgbClr val="0000FF"/>
              </a:solidFill>
            </a:ln>
          </p:spPr>
          <p:txBody>
            <a:bodyPr wrap="square" lIns="0" tIns="0" rIns="0" bIns="0" rtlCol="0"/>
            <a:lstStyle/>
            <a:p>
              <a:endParaRPr sz="1488"/>
            </a:p>
          </p:txBody>
        </p:sp>
      </p:grpSp>
      <p:sp>
        <p:nvSpPr>
          <p:cNvPr id="120" name="object 120"/>
          <p:cNvSpPr txBox="1"/>
          <p:nvPr/>
        </p:nvSpPr>
        <p:spPr>
          <a:xfrm>
            <a:off x="4093343" y="3354025"/>
            <a:ext cx="149114" cy="316072"/>
          </a:xfrm>
          <a:prstGeom prst="rect">
            <a:avLst/>
          </a:prstGeom>
        </p:spPr>
        <p:txBody>
          <a:bodyPr vert="horz" wrap="square" lIns="0" tIns="10501" rIns="0" bIns="0" rtlCol="0">
            <a:spAutoFit/>
          </a:bodyPr>
          <a:lstStyle/>
          <a:p>
            <a:pPr marL="10502">
              <a:spcBef>
                <a:spcPts val="83"/>
              </a:spcBef>
            </a:pPr>
            <a:r>
              <a:rPr sz="1985" dirty="0">
                <a:solidFill>
                  <a:srgbClr val="FF0000"/>
                </a:solidFill>
                <a:latin typeface="Calibri"/>
                <a:cs typeface="Calibri"/>
              </a:rPr>
              <a:t>4</a:t>
            </a:r>
            <a:endParaRPr sz="1985">
              <a:latin typeface="Calibri"/>
              <a:cs typeface="Calibri"/>
            </a:endParaRPr>
          </a:p>
        </p:txBody>
      </p:sp>
      <p:sp>
        <p:nvSpPr>
          <p:cNvPr id="121" name="object 121"/>
          <p:cNvSpPr txBox="1"/>
          <p:nvPr/>
        </p:nvSpPr>
        <p:spPr>
          <a:xfrm>
            <a:off x="3224910" y="2839160"/>
            <a:ext cx="275652" cy="316072"/>
          </a:xfrm>
          <a:prstGeom prst="rect">
            <a:avLst/>
          </a:prstGeom>
        </p:spPr>
        <p:txBody>
          <a:bodyPr vert="horz" wrap="square" lIns="0" tIns="10501" rIns="0" bIns="0" rtlCol="0">
            <a:spAutoFit/>
          </a:bodyPr>
          <a:lstStyle/>
          <a:p>
            <a:pPr marL="10502">
              <a:spcBef>
                <a:spcPts val="83"/>
              </a:spcBef>
            </a:pPr>
            <a:r>
              <a:rPr sz="1985" dirty="0">
                <a:solidFill>
                  <a:srgbClr val="FF0000"/>
                </a:solidFill>
                <a:latin typeface="Calibri"/>
                <a:cs typeface="Calibri"/>
              </a:rPr>
              <a:t>≈1</a:t>
            </a:r>
            <a:endParaRPr sz="1985">
              <a:latin typeface="Calibri"/>
              <a:cs typeface="Calibri"/>
            </a:endParaRPr>
          </a:p>
        </p:txBody>
      </p:sp>
      <p:sp>
        <p:nvSpPr>
          <p:cNvPr id="122" name="object 122"/>
          <p:cNvSpPr txBox="1"/>
          <p:nvPr/>
        </p:nvSpPr>
        <p:spPr>
          <a:xfrm>
            <a:off x="4100378" y="2861108"/>
            <a:ext cx="149114" cy="316072"/>
          </a:xfrm>
          <a:prstGeom prst="rect">
            <a:avLst/>
          </a:prstGeom>
        </p:spPr>
        <p:txBody>
          <a:bodyPr vert="horz" wrap="square" lIns="0" tIns="10501" rIns="0" bIns="0" rtlCol="0">
            <a:spAutoFit/>
          </a:bodyPr>
          <a:lstStyle/>
          <a:p>
            <a:pPr marL="10502">
              <a:spcBef>
                <a:spcPts val="83"/>
              </a:spcBef>
            </a:pPr>
            <a:r>
              <a:rPr sz="1985" dirty="0">
                <a:solidFill>
                  <a:srgbClr val="FF0000"/>
                </a:solidFill>
                <a:latin typeface="Calibri"/>
                <a:cs typeface="Calibri"/>
              </a:rPr>
              <a:t>4</a:t>
            </a:r>
            <a:endParaRPr sz="1985">
              <a:latin typeface="Calibri"/>
              <a:cs typeface="Calibri"/>
            </a:endParaRPr>
          </a:p>
        </p:txBody>
      </p:sp>
      <p:sp>
        <p:nvSpPr>
          <p:cNvPr id="123" name="object 123"/>
          <p:cNvSpPr txBox="1"/>
          <p:nvPr/>
        </p:nvSpPr>
        <p:spPr>
          <a:xfrm>
            <a:off x="4496372" y="2397802"/>
            <a:ext cx="275652" cy="316072"/>
          </a:xfrm>
          <a:prstGeom prst="rect">
            <a:avLst/>
          </a:prstGeom>
        </p:spPr>
        <p:txBody>
          <a:bodyPr vert="horz" wrap="square" lIns="0" tIns="10501" rIns="0" bIns="0" rtlCol="0">
            <a:spAutoFit/>
          </a:bodyPr>
          <a:lstStyle/>
          <a:p>
            <a:pPr marL="10502">
              <a:spcBef>
                <a:spcPts val="83"/>
              </a:spcBef>
            </a:pPr>
            <a:r>
              <a:rPr sz="1985" dirty="0">
                <a:solidFill>
                  <a:srgbClr val="FF0000"/>
                </a:solidFill>
                <a:latin typeface="Calibri"/>
                <a:cs typeface="Calibri"/>
              </a:rPr>
              <a:t>≈1</a:t>
            </a:r>
            <a:endParaRPr sz="1985">
              <a:latin typeface="Calibri"/>
              <a:cs typeface="Calibri"/>
            </a:endParaRPr>
          </a:p>
        </p:txBody>
      </p:sp>
      <p:sp>
        <p:nvSpPr>
          <p:cNvPr id="124" name="object 124"/>
          <p:cNvSpPr txBox="1"/>
          <p:nvPr/>
        </p:nvSpPr>
        <p:spPr>
          <a:xfrm>
            <a:off x="3994738" y="2287647"/>
            <a:ext cx="128112" cy="249940"/>
          </a:xfrm>
          <a:prstGeom prst="rect">
            <a:avLst/>
          </a:prstGeom>
        </p:spPr>
        <p:txBody>
          <a:bodyPr vert="horz" wrap="square" lIns="0" tIns="0" rIns="0" bIns="0" rtlCol="0">
            <a:spAutoFit/>
          </a:bodyPr>
          <a:lstStyle/>
          <a:p>
            <a:pPr>
              <a:lnSpc>
                <a:spcPts val="1885"/>
              </a:lnSpc>
            </a:pPr>
            <a:r>
              <a:rPr sz="1985" dirty="0">
                <a:solidFill>
                  <a:srgbClr val="FF0000"/>
                </a:solidFill>
                <a:latin typeface="Calibri"/>
                <a:cs typeface="Calibri"/>
              </a:rPr>
              <a:t>3</a:t>
            </a:r>
            <a:endParaRPr sz="1985">
              <a:latin typeface="Calibri"/>
              <a:cs typeface="Calibri"/>
            </a:endParaRPr>
          </a:p>
        </p:txBody>
      </p:sp>
      <p:sp>
        <p:nvSpPr>
          <p:cNvPr id="125" name="object 125"/>
          <p:cNvSpPr txBox="1"/>
          <p:nvPr/>
        </p:nvSpPr>
        <p:spPr>
          <a:xfrm>
            <a:off x="3907791" y="2191352"/>
            <a:ext cx="305055" cy="327204"/>
          </a:xfrm>
          <a:prstGeom prst="rect">
            <a:avLst/>
          </a:prstGeom>
          <a:solidFill>
            <a:srgbClr val="FFFFFF"/>
          </a:solidFill>
        </p:spPr>
        <p:txBody>
          <a:bodyPr vert="horz" wrap="square" lIns="0" tIns="21526" rIns="0" bIns="0" rtlCol="0">
            <a:spAutoFit/>
          </a:bodyPr>
          <a:lstStyle/>
          <a:p>
            <a:pPr marL="92414">
              <a:spcBef>
                <a:spcPts val="169"/>
              </a:spcBef>
            </a:pPr>
            <a:r>
              <a:rPr sz="1985" dirty="0">
                <a:solidFill>
                  <a:srgbClr val="FF0000"/>
                </a:solidFill>
                <a:latin typeface="Calibri"/>
                <a:cs typeface="Calibri"/>
              </a:rPr>
              <a:t>7</a:t>
            </a:r>
            <a:endParaRPr sz="1985">
              <a:latin typeface="Calibri"/>
              <a:cs typeface="Calibri"/>
            </a:endParaRPr>
          </a:p>
        </p:txBody>
      </p:sp>
      <p:sp>
        <p:nvSpPr>
          <p:cNvPr id="126" name="object 126"/>
          <p:cNvSpPr txBox="1"/>
          <p:nvPr/>
        </p:nvSpPr>
        <p:spPr>
          <a:xfrm>
            <a:off x="4069086" y="1020698"/>
            <a:ext cx="298754" cy="326675"/>
          </a:xfrm>
          <a:prstGeom prst="rect">
            <a:avLst/>
          </a:prstGeom>
          <a:solidFill>
            <a:srgbClr val="FFFFFF"/>
          </a:solidFill>
        </p:spPr>
        <p:txBody>
          <a:bodyPr vert="horz" wrap="square" lIns="0" tIns="21002" rIns="0" bIns="0" rtlCol="0">
            <a:spAutoFit/>
          </a:bodyPr>
          <a:lstStyle/>
          <a:p>
            <a:pPr marL="86113">
              <a:spcBef>
                <a:spcPts val="165"/>
              </a:spcBef>
            </a:pPr>
            <a:r>
              <a:rPr sz="1985" dirty="0">
                <a:solidFill>
                  <a:srgbClr val="FF0000"/>
                </a:solidFill>
                <a:latin typeface="Calibri"/>
                <a:cs typeface="Calibri"/>
              </a:rPr>
              <a:t>7</a:t>
            </a:r>
            <a:endParaRPr sz="1985">
              <a:latin typeface="Calibri"/>
              <a:cs typeface="Calibri"/>
            </a:endParaRPr>
          </a:p>
        </p:txBody>
      </p:sp>
      <p:sp>
        <p:nvSpPr>
          <p:cNvPr id="127" name="object 127"/>
          <p:cNvSpPr txBox="1"/>
          <p:nvPr/>
        </p:nvSpPr>
        <p:spPr>
          <a:xfrm>
            <a:off x="3063824" y="1043171"/>
            <a:ext cx="275652" cy="316072"/>
          </a:xfrm>
          <a:prstGeom prst="rect">
            <a:avLst/>
          </a:prstGeom>
        </p:spPr>
        <p:txBody>
          <a:bodyPr vert="horz" wrap="square" lIns="0" tIns="10501" rIns="0" bIns="0" rtlCol="0">
            <a:spAutoFit/>
          </a:bodyPr>
          <a:lstStyle/>
          <a:p>
            <a:pPr marL="10502">
              <a:spcBef>
                <a:spcPts val="83"/>
              </a:spcBef>
            </a:pPr>
            <a:r>
              <a:rPr sz="1985" dirty="0">
                <a:solidFill>
                  <a:srgbClr val="FF0000"/>
                </a:solidFill>
                <a:latin typeface="Calibri"/>
                <a:cs typeface="Calibri"/>
              </a:rPr>
              <a:t>≈0</a:t>
            </a:r>
            <a:endParaRPr sz="1985">
              <a:latin typeface="Calibri"/>
              <a:cs typeface="Calibri"/>
            </a:endParaRPr>
          </a:p>
        </p:txBody>
      </p:sp>
      <p:sp>
        <p:nvSpPr>
          <p:cNvPr id="128" name="object 128"/>
          <p:cNvSpPr txBox="1"/>
          <p:nvPr/>
        </p:nvSpPr>
        <p:spPr>
          <a:xfrm>
            <a:off x="4047769" y="106165"/>
            <a:ext cx="275652" cy="316072"/>
          </a:xfrm>
          <a:prstGeom prst="rect">
            <a:avLst/>
          </a:prstGeom>
        </p:spPr>
        <p:txBody>
          <a:bodyPr vert="horz" wrap="square" lIns="0" tIns="10501" rIns="0" bIns="0" rtlCol="0">
            <a:spAutoFit/>
          </a:bodyPr>
          <a:lstStyle/>
          <a:p>
            <a:pPr marL="10502">
              <a:spcBef>
                <a:spcPts val="83"/>
              </a:spcBef>
            </a:pPr>
            <a:r>
              <a:rPr sz="1985" dirty="0">
                <a:solidFill>
                  <a:srgbClr val="FF0000"/>
                </a:solidFill>
                <a:latin typeface="Calibri"/>
                <a:cs typeface="Calibri"/>
              </a:rPr>
              <a:t>≈0</a:t>
            </a:r>
            <a:endParaRPr sz="1985">
              <a:latin typeface="Calibri"/>
              <a:cs typeface="Calibri"/>
            </a:endParaRPr>
          </a:p>
        </p:txBody>
      </p:sp>
      <p:sp>
        <p:nvSpPr>
          <p:cNvPr id="129" name="object 129"/>
          <p:cNvSpPr txBox="1"/>
          <p:nvPr/>
        </p:nvSpPr>
        <p:spPr>
          <a:xfrm>
            <a:off x="3273529" y="4687738"/>
            <a:ext cx="149114" cy="316072"/>
          </a:xfrm>
          <a:prstGeom prst="rect">
            <a:avLst/>
          </a:prstGeom>
        </p:spPr>
        <p:txBody>
          <a:bodyPr vert="horz" wrap="square" lIns="0" tIns="10501" rIns="0" bIns="0" rtlCol="0">
            <a:spAutoFit/>
          </a:bodyPr>
          <a:lstStyle/>
          <a:p>
            <a:pPr marL="10502">
              <a:spcBef>
                <a:spcPts val="83"/>
              </a:spcBef>
            </a:pPr>
            <a:r>
              <a:rPr sz="1985" b="1" dirty="0">
                <a:solidFill>
                  <a:srgbClr val="0000FF"/>
                </a:solidFill>
                <a:latin typeface="Calibri"/>
                <a:cs typeface="Calibri"/>
              </a:rPr>
              <a:t>1</a:t>
            </a:r>
            <a:endParaRPr sz="1985">
              <a:latin typeface="Calibri"/>
              <a:cs typeface="Calibri"/>
            </a:endParaRPr>
          </a:p>
        </p:txBody>
      </p:sp>
      <p:sp>
        <p:nvSpPr>
          <p:cNvPr id="130" name="object 130"/>
          <p:cNvSpPr txBox="1"/>
          <p:nvPr/>
        </p:nvSpPr>
        <p:spPr>
          <a:xfrm>
            <a:off x="3866522" y="4733858"/>
            <a:ext cx="607484" cy="316072"/>
          </a:xfrm>
          <a:prstGeom prst="rect">
            <a:avLst/>
          </a:prstGeom>
        </p:spPr>
        <p:txBody>
          <a:bodyPr vert="horz" wrap="square" lIns="0" tIns="10501" rIns="0" bIns="0" rtlCol="0">
            <a:spAutoFit/>
          </a:bodyPr>
          <a:lstStyle/>
          <a:p>
            <a:pPr marL="10502">
              <a:spcBef>
                <a:spcPts val="83"/>
              </a:spcBef>
              <a:tabLst>
                <a:tab pos="468898" algn="l"/>
              </a:tabLst>
            </a:pPr>
            <a:r>
              <a:rPr sz="2977" b="1" baseline="1157" dirty="0">
                <a:solidFill>
                  <a:srgbClr val="7E7E7E"/>
                </a:solidFill>
                <a:latin typeface="Calibri"/>
                <a:cs typeface="Calibri"/>
              </a:rPr>
              <a:t>0	</a:t>
            </a:r>
            <a:r>
              <a:rPr sz="1985" b="1" dirty="0">
                <a:solidFill>
                  <a:srgbClr val="7E7E7E"/>
                </a:solidFill>
                <a:latin typeface="Calibri"/>
                <a:cs typeface="Calibri"/>
              </a:rPr>
              <a:t>0</a:t>
            </a:r>
            <a:endParaRPr sz="1985">
              <a:latin typeface="Calibri"/>
              <a:cs typeface="Calibri"/>
            </a:endParaRPr>
          </a:p>
        </p:txBody>
      </p:sp>
      <p:sp>
        <p:nvSpPr>
          <p:cNvPr id="131" name="object 131"/>
          <p:cNvSpPr txBox="1"/>
          <p:nvPr/>
        </p:nvSpPr>
        <p:spPr>
          <a:xfrm>
            <a:off x="1861183" y="1215598"/>
            <a:ext cx="403239" cy="316072"/>
          </a:xfrm>
          <a:prstGeom prst="rect">
            <a:avLst/>
          </a:prstGeom>
        </p:spPr>
        <p:txBody>
          <a:bodyPr vert="horz" wrap="square" lIns="0" tIns="10501" rIns="0" bIns="0" rtlCol="0">
            <a:spAutoFit/>
          </a:bodyPr>
          <a:lstStyle/>
          <a:p>
            <a:pPr marL="10502">
              <a:spcBef>
                <a:spcPts val="83"/>
              </a:spcBef>
            </a:pPr>
            <a:r>
              <a:rPr sz="1985" b="1" spc="-4" dirty="0">
                <a:solidFill>
                  <a:srgbClr val="0000FF"/>
                </a:solidFill>
                <a:latin typeface="Calibri"/>
                <a:cs typeface="Calibri"/>
              </a:rPr>
              <a:t>100</a:t>
            </a:r>
            <a:endParaRPr sz="1985">
              <a:latin typeface="Calibri"/>
              <a:cs typeface="Calibri"/>
            </a:endParaRPr>
          </a:p>
        </p:txBody>
      </p:sp>
      <p:sp>
        <p:nvSpPr>
          <p:cNvPr id="132" name="object 132"/>
          <p:cNvSpPr txBox="1"/>
          <p:nvPr/>
        </p:nvSpPr>
        <p:spPr>
          <a:xfrm>
            <a:off x="6148077" y="1599200"/>
            <a:ext cx="149114" cy="316072"/>
          </a:xfrm>
          <a:prstGeom prst="rect">
            <a:avLst/>
          </a:prstGeom>
        </p:spPr>
        <p:txBody>
          <a:bodyPr vert="horz" wrap="square" lIns="0" tIns="10501" rIns="0" bIns="0" rtlCol="0">
            <a:spAutoFit/>
          </a:bodyPr>
          <a:lstStyle/>
          <a:p>
            <a:pPr marL="10502">
              <a:spcBef>
                <a:spcPts val="83"/>
              </a:spcBef>
            </a:pPr>
            <a:r>
              <a:rPr sz="1985" b="1" dirty="0">
                <a:solidFill>
                  <a:srgbClr val="7E7E7E"/>
                </a:solidFill>
                <a:latin typeface="Calibri"/>
                <a:cs typeface="Calibri"/>
              </a:rPr>
              <a:t>0</a:t>
            </a:r>
            <a:endParaRPr sz="1985">
              <a:latin typeface="Calibri"/>
              <a:cs typeface="Calibri"/>
            </a:endParaRPr>
          </a:p>
        </p:txBody>
      </p:sp>
      <p:sp>
        <p:nvSpPr>
          <p:cNvPr id="133" name="object 133"/>
          <p:cNvSpPr txBox="1"/>
          <p:nvPr/>
        </p:nvSpPr>
        <p:spPr>
          <a:xfrm>
            <a:off x="6124449" y="2691725"/>
            <a:ext cx="149114" cy="316072"/>
          </a:xfrm>
          <a:prstGeom prst="rect">
            <a:avLst/>
          </a:prstGeom>
        </p:spPr>
        <p:txBody>
          <a:bodyPr vert="horz" wrap="square" lIns="0" tIns="10501" rIns="0" bIns="0" rtlCol="0">
            <a:spAutoFit/>
          </a:bodyPr>
          <a:lstStyle/>
          <a:p>
            <a:pPr marL="10502">
              <a:spcBef>
                <a:spcPts val="83"/>
              </a:spcBef>
            </a:pPr>
            <a:r>
              <a:rPr sz="1985" b="1" dirty="0">
                <a:solidFill>
                  <a:srgbClr val="7E7E7E"/>
                </a:solidFill>
                <a:latin typeface="Calibri"/>
                <a:cs typeface="Calibri"/>
              </a:rPr>
              <a:t>0</a:t>
            </a:r>
            <a:endParaRPr sz="1985">
              <a:latin typeface="Calibri"/>
              <a:cs typeface="Calibri"/>
            </a:endParaRPr>
          </a:p>
        </p:txBody>
      </p:sp>
      <p:sp>
        <p:nvSpPr>
          <p:cNvPr id="134" name="object 134"/>
          <p:cNvSpPr txBox="1"/>
          <p:nvPr/>
        </p:nvSpPr>
        <p:spPr>
          <a:xfrm>
            <a:off x="4885750" y="4714453"/>
            <a:ext cx="149114" cy="316072"/>
          </a:xfrm>
          <a:prstGeom prst="rect">
            <a:avLst/>
          </a:prstGeom>
        </p:spPr>
        <p:txBody>
          <a:bodyPr vert="horz" wrap="square" lIns="0" tIns="10501" rIns="0" bIns="0" rtlCol="0">
            <a:spAutoFit/>
          </a:bodyPr>
          <a:lstStyle/>
          <a:p>
            <a:pPr marL="10502">
              <a:spcBef>
                <a:spcPts val="83"/>
              </a:spcBef>
            </a:pPr>
            <a:r>
              <a:rPr sz="1985" b="1" dirty="0">
                <a:solidFill>
                  <a:srgbClr val="7E7E7E"/>
                </a:solidFill>
                <a:latin typeface="Calibri"/>
                <a:cs typeface="Calibri"/>
              </a:rPr>
              <a:t>0</a:t>
            </a:r>
            <a:endParaRPr sz="1985">
              <a:latin typeface="Calibri"/>
              <a:cs typeface="Calibri"/>
            </a:endParaRPr>
          </a:p>
        </p:txBody>
      </p:sp>
      <p:sp>
        <p:nvSpPr>
          <p:cNvPr id="135" name="object 135"/>
          <p:cNvSpPr txBox="1"/>
          <p:nvPr/>
        </p:nvSpPr>
        <p:spPr>
          <a:xfrm>
            <a:off x="1868996" y="70357"/>
            <a:ext cx="149114" cy="316072"/>
          </a:xfrm>
          <a:prstGeom prst="rect">
            <a:avLst/>
          </a:prstGeom>
        </p:spPr>
        <p:txBody>
          <a:bodyPr vert="horz" wrap="square" lIns="0" tIns="10501" rIns="0" bIns="0" rtlCol="0">
            <a:spAutoFit/>
          </a:bodyPr>
          <a:lstStyle/>
          <a:p>
            <a:pPr marL="10502">
              <a:spcBef>
                <a:spcPts val="83"/>
              </a:spcBef>
            </a:pPr>
            <a:r>
              <a:rPr sz="1985" b="1" dirty="0">
                <a:solidFill>
                  <a:srgbClr val="7E7E7E"/>
                </a:solidFill>
                <a:latin typeface="Calibri"/>
                <a:cs typeface="Calibri"/>
              </a:rPr>
              <a:t>0</a:t>
            </a:r>
            <a:endParaRPr sz="1985">
              <a:latin typeface="Calibri"/>
              <a:cs typeface="Calibri"/>
            </a:endParaRPr>
          </a:p>
        </p:txBody>
      </p:sp>
      <p:sp>
        <p:nvSpPr>
          <p:cNvPr id="136" name="object 136"/>
          <p:cNvSpPr txBox="1"/>
          <p:nvPr/>
        </p:nvSpPr>
        <p:spPr>
          <a:xfrm>
            <a:off x="1877312" y="615780"/>
            <a:ext cx="149114" cy="316072"/>
          </a:xfrm>
          <a:prstGeom prst="rect">
            <a:avLst/>
          </a:prstGeom>
        </p:spPr>
        <p:txBody>
          <a:bodyPr vert="horz" wrap="square" lIns="0" tIns="10501" rIns="0" bIns="0" rtlCol="0">
            <a:spAutoFit/>
          </a:bodyPr>
          <a:lstStyle/>
          <a:p>
            <a:pPr marL="10502">
              <a:spcBef>
                <a:spcPts val="83"/>
              </a:spcBef>
            </a:pPr>
            <a:r>
              <a:rPr sz="1985" b="1" dirty="0">
                <a:solidFill>
                  <a:srgbClr val="7E7E7E"/>
                </a:solidFill>
                <a:latin typeface="Calibri"/>
                <a:cs typeface="Calibri"/>
              </a:rPr>
              <a:t>0</a:t>
            </a:r>
            <a:endParaRPr sz="1985">
              <a:latin typeface="Calibri"/>
              <a:cs typeface="Calibri"/>
            </a:endParaRPr>
          </a:p>
        </p:txBody>
      </p:sp>
      <p:sp>
        <p:nvSpPr>
          <p:cNvPr id="137" name="object 137"/>
          <p:cNvSpPr txBox="1"/>
          <p:nvPr/>
        </p:nvSpPr>
        <p:spPr>
          <a:xfrm>
            <a:off x="1786836" y="2894605"/>
            <a:ext cx="403239" cy="316072"/>
          </a:xfrm>
          <a:prstGeom prst="rect">
            <a:avLst/>
          </a:prstGeom>
        </p:spPr>
        <p:txBody>
          <a:bodyPr vert="horz" wrap="square" lIns="0" tIns="10501" rIns="0" bIns="0" rtlCol="0">
            <a:spAutoFit/>
          </a:bodyPr>
          <a:lstStyle/>
          <a:p>
            <a:pPr marL="10502">
              <a:spcBef>
                <a:spcPts val="83"/>
              </a:spcBef>
            </a:pPr>
            <a:r>
              <a:rPr sz="1985" b="1" spc="-4" dirty="0">
                <a:solidFill>
                  <a:srgbClr val="0000FF"/>
                </a:solidFill>
                <a:latin typeface="Calibri"/>
                <a:cs typeface="Calibri"/>
              </a:rPr>
              <a:t>100</a:t>
            </a:r>
            <a:endParaRPr sz="1985">
              <a:latin typeface="Calibri"/>
              <a:cs typeface="Calibri"/>
            </a:endParaRPr>
          </a:p>
        </p:txBody>
      </p:sp>
      <p:sp>
        <p:nvSpPr>
          <p:cNvPr id="138" name="object 138"/>
          <p:cNvSpPr txBox="1"/>
          <p:nvPr/>
        </p:nvSpPr>
        <p:spPr>
          <a:xfrm>
            <a:off x="1833460" y="4110624"/>
            <a:ext cx="352834" cy="316072"/>
          </a:xfrm>
          <a:prstGeom prst="rect">
            <a:avLst/>
          </a:prstGeom>
        </p:spPr>
        <p:txBody>
          <a:bodyPr vert="horz" wrap="square" lIns="0" tIns="10501" rIns="0" bIns="0" rtlCol="0">
            <a:spAutoFit/>
          </a:bodyPr>
          <a:lstStyle/>
          <a:p>
            <a:pPr marL="10502">
              <a:spcBef>
                <a:spcPts val="83"/>
              </a:spcBef>
            </a:pPr>
            <a:r>
              <a:rPr sz="1985" b="1" spc="-4" dirty="0">
                <a:solidFill>
                  <a:srgbClr val="FF0000"/>
                </a:solidFill>
                <a:latin typeface="Calibri"/>
                <a:cs typeface="Calibri"/>
              </a:rPr>
              <a:t>-10</a:t>
            </a:r>
            <a:endParaRPr sz="1985">
              <a:latin typeface="Calibri"/>
              <a:cs typeface="Calibri"/>
            </a:endParaRPr>
          </a:p>
        </p:txBody>
      </p:sp>
      <p:sp>
        <p:nvSpPr>
          <p:cNvPr id="139" name="object 139"/>
          <p:cNvSpPr txBox="1"/>
          <p:nvPr/>
        </p:nvSpPr>
        <p:spPr>
          <a:xfrm>
            <a:off x="1845809" y="1744535"/>
            <a:ext cx="352834" cy="898330"/>
          </a:xfrm>
          <a:prstGeom prst="rect">
            <a:avLst/>
          </a:prstGeom>
        </p:spPr>
        <p:txBody>
          <a:bodyPr vert="horz" wrap="square" lIns="0" tIns="144914" rIns="0" bIns="0" rtlCol="0">
            <a:spAutoFit/>
          </a:bodyPr>
          <a:lstStyle/>
          <a:p>
            <a:pPr marL="10502">
              <a:spcBef>
                <a:spcPts val="1141"/>
              </a:spcBef>
            </a:pPr>
            <a:r>
              <a:rPr sz="1985" b="1" spc="-4" dirty="0">
                <a:solidFill>
                  <a:srgbClr val="FF0000"/>
                </a:solidFill>
                <a:latin typeface="Calibri"/>
                <a:cs typeface="Calibri"/>
              </a:rPr>
              <a:t>-10</a:t>
            </a:r>
            <a:endParaRPr sz="1985">
              <a:latin typeface="Calibri"/>
              <a:cs typeface="Calibri"/>
            </a:endParaRPr>
          </a:p>
          <a:p>
            <a:pPr marL="21528">
              <a:spcBef>
                <a:spcPts val="1058"/>
              </a:spcBef>
            </a:pPr>
            <a:r>
              <a:rPr sz="1985" b="1" dirty="0">
                <a:solidFill>
                  <a:srgbClr val="7E7E7E"/>
                </a:solidFill>
                <a:latin typeface="Calibri"/>
                <a:cs typeface="Calibri"/>
              </a:rPr>
              <a:t>0</a:t>
            </a:r>
            <a:endParaRPr sz="1985">
              <a:latin typeface="Calibri"/>
              <a:cs typeface="Calibri"/>
            </a:endParaRPr>
          </a:p>
        </p:txBody>
      </p:sp>
      <p:sp>
        <p:nvSpPr>
          <p:cNvPr id="140" name="object 140"/>
          <p:cNvSpPr txBox="1"/>
          <p:nvPr/>
        </p:nvSpPr>
        <p:spPr>
          <a:xfrm>
            <a:off x="1868996" y="3483357"/>
            <a:ext cx="149114" cy="316072"/>
          </a:xfrm>
          <a:prstGeom prst="rect">
            <a:avLst/>
          </a:prstGeom>
        </p:spPr>
        <p:txBody>
          <a:bodyPr vert="horz" wrap="square" lIns="0" tIns="10501" rIns="0" bIns="0" rtlCol="0">
            <a:spAutoFit/>
          </a:bodyPr>
          <a:lstStyle/>
          <a:p>
            <a:pPr marL="10502">
              <a:spcBef>
                <a:spcPts val="83"/>
              </a:spcBef>
            </a:pPr>
            <a:r>
              <a:rPr sz="1985" b="1" dirty="0">
                <a:solidFill>
                  <a:srgbClr val="7E7E7E"/>
                </a:solidFill>
                <a:latin typeface="Calibri"/>
                <a:cs typeface="Calibri"/>
              </a:rPr>
              <a:t>0</a:t>
            </a:r>
            <a:endParaRPr sz="1985">
              <a:latin typeface="Calibri"/>
              <a:cs typeface="Calibri"/>
            </a:endParaRPr>
          </a:p>
        </p:txBody>
      </p:sp>
      <p:sp>
        <p:nvSpPr>
          <p:cNvPr id="141" name="object 141"/>
          <p:cNvSpPr txBox="1"/>
          <p:nvPr/>
        </p:nvSpPr>
        <p:spPr>
          <a:xfrm>
            <a:off x="6006733" y="3229483"/>
            <a:ext cx="276177" cy="316072"/>
          </a:xfrm>
          <a:prstGeom prst="rect">
            <a:avLst/>
          </a:prstGeom>
        </p:spPr>
        <p:txBody>
          <a:bodyPr vert="horz" wrap="square" lIns="0" tIns="10501" rIns="0" bIns="0" rtlCol="0">
            <a:spAutoFit/>
          </a:bodyPr>
          <a:lstStyle/>
          <a:p>
            <a:pPr marL="10502">
              <a:spcBef>
                <a:spcPts val="83"/>
              </a:spcBef>
            </a:pPr>
            <a:r>
              <a:rPr sz="1985" b="1" spc="-4" dirty="0">
                <a:solidFill>
                  <a:srgbClr val="0000FF"/>
                </a:solidFill>
                <a:latin typeface="Calibri"/>
                <a:cs typeface="Calibri"/>
              </a:rPr>
              <a:t>10</a:t>
            </a:r>
            <a:endParaRPr sz="1985">
              <a:latin typeface="Calibri"/>
              <a:cs typeface="Calibri"/>
            </a:endParaRPr>
          </a:p>
        </p:txBody>
      </p:sp>
      <p:sp>
        <p:nvSpPr>
          <p:cNvPr id="142" name="object 142"/>
          <p:cNvSpPr txBox="1"/>
          <p:nvPr/>
        </p:nvSpPr>
        <p:spPr>
          <a:xfrm>
            <a:off x="5854993" y="2125405"/>
            <a:ext cx="403239" cy="316072"/>
          </a:xfrm>
          <a:prstGeom prst="rect">
            <a:avLst/>
          </a:prstGeom>
        </p:spPr>
        <p:txBody>
          <a:bodyPr vert="horz" wrap="square" lIns="0" tIns="10501" rIns="0" bIns="0" rtlCol="0">
            <a:spAutoFit/>
          </a:bodyPr>
          <a:lstStyle/>
          <a:p>
            <a:pPr marL="10502">
              <a:spcBef>
                <a:spcPts val="83"/>
              </a:spcBef>
            </a:pPr>
            <a:r>
              <a:rPr sz="1985" b="1" spc="-4" dirty="0">
                <a:solidFill>
                  <a:srgbClr val="0000FF"/>
                </a:solidFill>
                <a:latin typeface="Calibri"/>
                <a:cs typeface="Calibri"/>
              </a:rPr>
              <a:t>100</a:t>
            </a:r>
            <a:endParaRPr sz="1985">
              <a:latin typeface="Calibri"/>
              <a:cs typeface="Calibri"/>
            </a:endParaRPr>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3" name="bg object 16">
            <a:extLst>
              <a:ext uri="{FF2B5EF4-FFF2-40B4-BE49-F238E27FC236}">
                <a16:creationId xmlns:a16="http://schemas.microsoft.com/office/drawing/2014/main" id="{1DF9238A-6F22-463D-8135-CAA6BD2B0DDB}"/>
              </a:ext>
            </a:extLst>
          </p:cNvPr>
          <p:cNvPicPr/>
          <p:nvPr/>
        </p:nvPicPr>
        <p:blipFill>
          <a:blip r:embed="rId2" cstate="print"/>
          <a:stretch>
            <a:fillRect/>
          </a:stretch>
        </p:blipFill>
        <p:spPr>
          <a:xfrm>
            <a:off x="2561231" y="355509"/>
            <a:ext cx="2998159" cy="4065508"/>
          </a:xfrm>
          <a:prstGeom prst="rect">
            <a:avLst/>
          </a:prstGeom>
        </p:spPr>
      </p:pic>
      <p:sp>
        <p:nvSpPr>
          <p:cNvPr id="2" name="object 2"/>
          <p:cNvSpPr txBox="1"/>
          <p:nvPr/>
        </p:nvSpPr>
        <p:spPr>
          <a:xfrm>
            <a:off x="5647598" y="4300651"/>
            <a:ext cx="155415" cy="316072"/>
          </a:xfrm>
          <a:prstGeom prst="rect">
            <a:avLst/>
          </a:prstGeom>
        </p:spPr>
        <p:txBody>
          <a:bodyPr vert="horz" wrap="square" lIns="0" tIns="10501" rIns="0" bIns="0" rtlCol="0">
            <a:spAutoFit/>
          </a:bodyPr>
          <a:lstStyle/>
          <a:p>
            <a:pPr marL="10502">
              <a:spcBef>
                <a:spcPts val="83"/>
              </a:spcBef>
            </a:pPr>
            <a:r>
              <a:rPr sz="1985" dirty="0">
                <a:latin typeface="Cambria Math"/>
                <a:cs typeface="Cambria Math"/>
              </a:rPr>
              <a:t>𝑥</a:t>
            </a:r>
            <a:endParaRPr sz="1985">
              <a:latin typeface="Cambria Math"/>
              <a:cs typeface="Cambria Math"/>
            </a:endParaRPr>
          </a:p>
        </p:txBody>
      </p:sp>
      <p:sp>
        <p:nvSpPr>
          <p:cNvPr id="3" name="object 3"/>
          <p:cNvSpPr txBox="1"/>
          <p:nvPr/>
        </p:nvSpPr>
        <p:spPr>
          <a:xfrm>
            <a:off x="5772350" y="4420361"/>
            <a:ext cx="128112" cy="233823"/>
          </a:xfrm>
          <a:prstGeom prst="rect">
            <a:avLst/>
          </a:prstGeom>
        </p:spPr>
        <p:txBody>
          <a:bodyPr vert="horz" wrap="square" lIns="0" tIns="11026" rIns="0" bIns="0" rtlCol="0">
            <a:spAutoFit/>
          </a:bodyPr>
          <a:lstStyle/>
          <a:p>
            <a:pPr marL="10502">
              <a:spcBef>
                <a:spcPts val="87"/>
              </a:spcBef>
            </a:pPr>
            <a:r>
              <a:rPr sz="1447" spc="37" dirty="0">
                <a:latin typeface="Cambria Math"/>
                <a:cs typeface="Cambria Math"/>
              </a:rPr>
              <a:t>1</a:t>
            </a:r>
            <a:endParaRPr sz="1447">
              <a:latin typeface="Cambria Math"/>
              <a:cs typeface="Cambria Math"/>
            </a:endParaRPr>
          </a:p>
        </p:txBody>
      </p:sp>
      <p:sp>
        <p:nvSpPr>
          <p:cNvPr id="4" name="object 4"/>
          <p:cNvSpPr txBox="1"/>
          <p:nvPr/>
        </p:nvSpPr>
        <p:spPr>
          <a:xfrm>
            <a:off x="5626596" y="4573547"/>
            <a:ext cx="307680" cy="773769"/>
          </a:xfrm>
          <a:prstGeom prst="rect">
            <a:avLst/>
          </a:prstGeom>
        </p:spPr>
        <p:txBody>
          <a:bodyPr vert="horz" wrap="square" lIns="0" tIns="85058" rIns="0" bIns="0" rtlCol="0">
            <a:spAutoFit/>
          </a:bodyPr>
          <a:lstStyle/>
          <a:p>
            <a:pPr marL="31505">
              <a:spcBef>
                <a:spcPts val="670"/>
              </a:spcBef>
            </a:pPr>
            <a:r>
              <a:rPr sz="1985" spc="4" dirty="0">
                <a:latin typeface="Cambria Math"/>
                <a:cs typeface="Cambria Math"/>
              </a:rPr>
              <a:t>𝑥</a:t>
            </a:r>
            <a:r>
              <a:rPr sz="2171" spc="6" baseline="-15873" dirty="0">
                <a:latin typeface="Cambria Math"/>
                <a:cs typeface="Cambria Math"/>
              </a:rPr>
              <a:t>2</a:t>
            </a:r>
            <a:endParaRPr sz="2171" baseline="-15873">
              <a:latin typeface="Cambria Math"/>
              <a:cs typeface="Cambria Math"/>
            </a:endParaRPr>
          </a:p>
          <a:p>
            <a:pPr marL="38331">
              <a:spcBef>
                <a:spcPts val="587"/>
              </a:spcBef>
            </a:pPr>
            <a:r>
              <a:rPr sz="1985" spc="4" dirty="0">
                <a:latin typeface="Cambria Math"/>
                <a:cs typeface="Cambria Math"/>
              </a:rPr>
              <a:t>𝑥</a:t>
            </a:r>
            <a:r>
              <a:rPr sz="2171" spc="6" baseline="-15873" dirty="0">
                <a:latin typeface="Cambria Math"/>
                <a:cs typeface="Cambria Math"/>
              </a:rPr>
              <a:t>3</a:t>
            </a:r>
            <a:endParaRPr sz="2171" baseline="-15873">
              <a:latin typeface="Cambria Math"/>
              <a:cs typeface="Cambria Math"/>
            </a:endParaRPr>
          </a:p>
        </p:txBody>
      </p:sp>
      <p:sp>
        <p:nvSpPr>
          <p:cNvPr id="5" name="object 5"/>
          <p:cNvSpPr txBox="1"/>
          <p:nvPr/>
        </p:nvSpPr>
        <p:spPr>
          <a:xfrm>
            <a:off x="5719217" y="507683"/>
            <a:ext cx="162241" cy="316072"/>
          </a:xfrm>
          <a:prstGeom prst="rect">
            <a:avLst/>
          </a:prstGeom>
        </p:spPr>
        <p:txBody>
          <a:bodyPr vert="horz" wrap="square" lIns="0" tIns="10501" rIns="0" bIns="0" rtlCol="0">
            <a:spAutoFit/>
          </a:bodyPr>
          <a:lstStyle/>
          <a:p>
            <a:pPr marL="10502">
              <a:spcBef>
                <a:spcPts val="83"/>
              </a:spcBef>
            </a:pPr>
            <a:r>
              <a:rPr sz="1985" dirty="0">
                <a:latin typeface="Cambria Math"/>
                <a:cs typeface="Cambria Math"/>
              </a:rPr>
              <a:t>𝑦</a:t>
            </a:r>
            <a:endParaRPr sz="1985">
              <a:latin typeface="Cambria Math"/>
              <a:cs typeface="Cambria Math"/>
            </a:endParaRPr>
          </a:p>
        </p:txBody>
      </p:sp>
      <p:pic>
        <p:nvPicPr>
          <p:cNvPr id="6" name="object 6"/>
          <p:cNvPicPr/>
          <p:nvPr/>
        </p:nvPicPr>
        <p:blipFill>
          <a:blip r:embed="rId3" cstate="print"/>
          <a:stretch>
            <a:fillRect/>
          </a:stretch>
        </p:blipFill>
        <p:spPr>
          <a:xfrm>
            <a:off x="6029835" y="4347422"/>
            <a:ext cx="370476" cy="992976"/>
          </a:xfrm>
          <a:prstGeom prst="rect">
            <a:avLst/>
          </a:prstGeom>
        </p:spPr>
      </p:pic>
      <p:grpSp>
        <p:nvGrpSpPr>
          <p:cNvPr id="7" name="object 7"/>
          <p:cNvGrpSpPr/>
          <p:nvPr/>
        </p:nvGrpSpPr>
        <p:grpSpPr>
          <a:xfrm>
            <a:off x="7132444" y="4313398"/>
            <a:ext cx="1053777" cy="1102607"/>
            <a:chOff x="7100316" y="5216652"/>
            <a:chExt cx="1274445" cy="1333500"/>
          </a:xfrm>
        </p:grpSpPr>
        <p:pic>
          <p:nvPicPr>
            <p:cNvPr id="8" name="object 8"/>
            <p:cNvPicPr/>
            <p:nvPr/>
          </p:nvPicPr>
          <p:blipFill>
            <a:blip r:embed="rId4" cstate="print"/>
            <a:stretch>
              <a:fillRect/>
            </a:stretch>
          </p:blipFill>
          <p:spPr>
            <a:xfrm>
              <a:off x="7100316" y="5216652"/>
              <a:ext cx="621792" cy="1333500"/>
            </a:xfrm>
            <a:prstGeom prst="rect">
              <a:avLst/>
            </a:prstGeom>
          </p:spPr>
        </p:pic>
        <p:pic>
          <p:nvPicPr>
            <p:cNvPr id="9" name="object 9"/>
            <p:cNvPicPr/>
            <p:nvPr/>
          </p:nvPicPr>
          <p:blipFill>
            <a:blip r:embed="rId5" cstate="print"/>
            <a:stretch>
              <a:fillRect/>
            </a:stretch>
          </p:blipFill>
          <p:spPr>
            <a:xfrm>
              <a:off x="7754112" y="5216652"/>
              <a:ext cx="620268" cy="1333500"/>
            </a:xfrm>
            <a:prstGeom prst="rect">
              <a:avLst/>
            </a:prstGeom>
          </p:spPr>
        </p:pic>
      </p:grpSp>
      <p:sp>
        <p:nvSpPr>
          <p:cNvPr id="10" name="object 10"/>
          <p:cNvSpPr txBox="1"/>
          <p:nvPr/>
        </p:nvSpPr>
        <p:spPr>
          <a:xfrm>
            <a:off x="6029836" y="4347423"/>
            <a:ext cx="370685" cy="939202"/>
          </a:xfrm>
          <a:prstGeom prst="rect">
            <a:avLst/>
          </a:prstGeom>
          <a:ln w="6096">
            <a:solidFill>
              <a:srgbClr val="FFC000"/>
            </a:solidFill>
          </a:ln>
        </p:spPr>
        <p:txBody>
          <a:bodyPr vert="horz" wrap="square" lIns="0" tIns="22577" rIns="0" bIns="0" rtlCol="0">
            <a:spAutoFit/>
          </a:bodyPr>
          <a:lstStyle/>
          <a:p>
            <a:pPr marL="121294">
              <a:spcBef>
                <a:spcPts val="178"/>
              </a:spcBef>
            </a:pPr>
            <a:r>
              <a:rPr sz="1985" dirty="0">
                <a:latin typeface="Calibri"/>
                <a:cs typeface="Calibri"/>
              </a:rPr>
              <a:t>3</a:t>
            </a:r>
            <a:endParaRPr sz="1985">
              <a:latin typeface="Calibri"/>
              <a:cs typeface="Calibri"/>
            </a:endParaRPr>
          </a:p>
          <a:p>
            <a:pPr marL="121294">
              <a:spcBef>
                <a:spcPts val="4"/>
              </a:spcBef>
            </a:pPr>
            <a:r>
              <a:rPr sz="1985" dirty="0">
                <a:latin typeface="Calibri"/>
                <a:cs typeface="Calibri"/>
              </a:rPr>
              <a:t>1</a:t>
            </a:r>
            <a:endParaRPr sz="1985">
              <a:latin typeface="Calibri"/>
              <a:cs typeface="Calibri"/>
            </a:endParaRPr>
          </a:p>
          <a:p>
            <a:pPr marL="121294"/>
            <a:r>
              <a:rPr sz="1985" dirty="0">
                <a:latin typeface="Calibri"/>
                <a:cs typeface="Calibri"/>
              </a:rPr>
              <a:t>0</a:t>
            </a:r>
            <a:endParaRPr sz="1985">
              <a:latin typeface="Calibri"/>
              <a:cs typeface="Calibri"/>
            </a:endParaRPr>
          </a:p>
        </p:txBody>
      </p:sp>
      <p:grpSp>
        <p:nvGrpSpPr>
          <p:cNvPr id="11" name="object 11"/>
          <p:cNvGrpSpPr/>
          <p:nvPr/>
        </p:nvGrpSpPr>
        <p:grpSpPr>
          <a:xfrm>
            <a:off x="6038658" y="468766"/>
            <a:ext cx="375936" cy="385912"/>
            <a:chOff x="5777484" y="566927"/>
            <a:chExt cx="454659" cy="466725"/>
          </a:xfrm>
        </p:grpSpPr>
        <p:pic>
          <p:nvPicPr>
            <p:cNvPr id="12" name="object 12"/>
            <p:cNvPicPr/>
            <p:nvPr/>
          </p:nvPicPr>
          <p:blipFill>
            <a:blip r:embed="rId6" cstate="print"/>
            <a:stretch>
              <a:fillRect/>
            </a:stretch>
          </p:blipFill>
          <p:spPr>
            <a:xfrm>
              <a:off x="5780532" y="569975"/>
              <a:ext cx="448056" cy="460248"/>
            </a:xfrm>
            <a:prstGeom prst="rect">
              <a:avLst/>
            </a:prstGeom>
          </p:spPr>
        </p:pic>
        <p:sp>
          <p:nvSpPr>
            <p:cNvPr id="13" name="object 13"/>
            <p:cNvSpPr/>
            <p:nvPr/>
          </p:nvSpPr>
          <p:spPr>
            <a:xfrm>
              <a:off x="5780532" y="569975"/>
              <a:ext cx="448309" cy="460375"/>
            </a:xfrm>
            <a:custGeom>
              <a:avLst/>
              <a:gdLst/>
              <a:ahLst/>
              <a:cxnLst/>
              <a:rect l="l" t="t" r="r" b="b"/>
              <a:pathLst>
                <a:path w="448310" h="460375">
                  <a:moveTo>
                    <a:pt x="0" y="460248"/>
                  </a:moveTo>
                  <a:lnTo>
                    <a:pt x="448056" y="460248"/>
                  </a:lnTo>
                  <a:lnTo>
                    <a:pt x="448056" y="0"/>
                  </a:lnTo>
                  <a:lnTo>
                    <a:pt x="0" y="0"/>
                  </a:lnTo>
                  <a:lnTo>
                    <a:pt x="0" y="460248"/>
                  </a:lnTo>
                  <a:close/>
                </a:path>
              </a:pathLst>
            </a:custGeom>
            <a:ln w="6096">
              <a:solidFill>
                <a:srgbClr val="EC7C30"/>
              </a:solidFill>
            </a:ln>
          </p:spPr>
          <p:txBody>
            <a:bodyPr wrap="square" lIns="0" tIns="0" rIns="0" bIns="0" rtlCol="0"/>
            <a:lstStyle/>
            <a:p>
              <a:endParaRPr sz="1488"/>
            </a:p>
          </p:txBody>
        </p:sp>
      </p:grpSp>
      <p:pic>
        <p:nvPicPr>
          <p:cNvPr id="14" name="object 14"/>
          <p:cNvPicPr/>
          <p:nvPr/>
        </p:nvPicPr>
        <p:blipFill>
          <a:blip r:embed="rId7" cstate="print"/>
          <a:stretch>
            <a:fillRect/>
          </a:stretch>
        </p:blipFill>
        <p:spPr>
          <a:xfrm>
            <a:off x="6629654" y="4344902"/>
            <a:ext cx="370476" cy="991716"/>
          </a:xfrm>
          <a:prstGeom prst="rect">
            <a:avLst/>
          </a:prstGeom>
        </p:spPr>
      </p:pic>
      <p:sp>
        <p:nvSpPr>
          <p:cNvPr id="15" name="object 15"/>
          <p:cNvSpPr txBox="1"/>
          <p:nvPr/>
        </p:nvSpPr>
        <p:spPr>
          <a:xfrm>
            <a:off x="6629655" y="4344902"/>
            <a:ext cx="370685" cy="938672"/>
          </a:xfrm>
          <a:prstGeom prst="rect">
            <a:avLst/>
          </a:prstGeom>
          <a:ln w="6096">
            <a:solidFill>
              <a:srgbClr val="FFC000"/>
            </a:solidFill>
          </a:ln>
        </p:spPr>
        <p:txBody>
          <a:bodyPr vert="horz" wrap="square" lIns="0" tIns="22052" rIns="0" bIns="0" rtlCol="0">
            <a:spAutoFit/>
          </a:bodyPr>
          <a:lstStyle/>
          <a:p>
            <a:pPr marL="121819">
              <a:spcBef>
                <a:spcPts val="174"/>
              </a:spcBef>
            </a:pPr>
            <a:r>
              <a:rPr sz="1985" dirty="0">
                <a:latin typeface="Calibri"/>
                <a:cs typeface="Calibri"/>
              </a:rPr>
              <a:t>4</a:t>
            </a:r>
            <a:endParaRPr sz="1985">
              <a:latin typeface="Calibri"/>
              <a:cs typeface="Calibri"/>
            </a:endParaRPr>
          </a:p>
          <a:p>
            <a:pPr marL="121819"/>
            <a:r>
              <a:rPr sz="1985" dirty="0">
                <a:latin typeface="Calibri"/>
                <a:cs typeface="Calibri"/>
              </a:rPr>
              <a:t>1</a:t>
            </a:r>
            <a:endParaRPr sz="1985">
              <a:latin typeface="Calibri"/>
              <a:cs typeface="Calibri"/>
            </a:endParaRPr>
          </a:p>
          <a:p>
            <a:pPr marL="121819"/>
            <a:r>
              <a:rPr sz="1985" dirty="0">
                <a:latin typeface="Calibri"/>
                <a:cs typeface="Calibri"/>
              </a:rPr>
              <a:t>0</a:t>
            </a:r>
            <a:endParaRPr sz="1985">
              <a:latin typeface="Calibri"/>
              <a:cs typeface="Calibri"/>
            </a:endParaRPr>
          </a:p>
        </p:txBody>
      </p:sp>
      <p:grpSp>
        <p:nvGrpSpPr>
          <p:cNvPr id="16" name="object 16"/>
          <p:cNvGrpSpPr/>
          <p:nvPr/>
        </p:nvGrpSpPr>
        <p:grpSpPr>
          <a:xfrm>
            <a:off x="6606973" y="468766"/>
            <a:ext cx="375936" cy="386963"/>
            <a:chOff x="6464808" y="566927"/>
            <a:chExt cx="454659" cy="467995"/>
          </a:xfrm>
        </p:grpSpPr>
        <p:pic>
          <p:nvPicPr>
            <p:cNvPr id="17" name="object 17"/>
            <p:cNvPicPr/>
            <p:nvPr/>
          </p:nvPicPr>
          <p:blipFill>
            <a:blip r:embed="rId8" cstate="print"/>
            <a:stretch>
              <a:fillRect/>
            </a:stretch>
          </p:blipFill>
          <p:spPr>
            <a:xfrm>
              <a:off x="6467856" y="569975"/>
              <a:ext cx="448055" cy="461772"/>
            </a:xfrm>
            <a:prstGeom prst="rect">
              <a:avLst/>
            </a:prstGeom>
          </p:spPr>
        </p:pic>
        <p:sp>
          <p:nvSpPr>
            <p:cNvPr id="18" name="object 18"/>
            <p:cNvSpPr/>
            <p:nvPr/>
          </p:nvSpPr>
          <p:spPr>
            <a:xfrm>
              <a:off x="6467856" y="569975"/>
              <a:ext cx="448309" cy="462280"/>
            </a:xfrm>
            <a:custGeom>
              <a:avLst/>
              <a:gdLst/>
              <a:ahLst/>
              <a:cxnLst/>
              <a:rect l="l" t="t" r="r" b="b"/>
              <a:pathLst>
                <a:path w="448309" h="462280">
                  <a:moveTo>
                    <a:pt x="0" y="461772"/>
                  </a:moveTo>
                  <a:lnTo>
                    <a:pt x="448055" y="461772"/>
                  </a:lnTo>
                  <a:lnTo>
                    <a:pt x="448055" y="0"/>
                  </a:lnTo>
                  <a:lnTo>
                    <a:pt x="0" y="0"/>
                  </a:lnTo>
                  <a:lnTo>
                    <a:pt x="0" y="461772"/>
                  </a:lnTo>
                  <a:close/>
                </a:path>
              </a:pathLst>
            </a:custGeom>
            <a:ln w="6095">
              <a:solidFill>
                <a:srgbClr val="EC7C30"/>
              </a:solidFill>
            </a:ln>
          </p:spPr>
          <p:txBody>
            <a:bodyPr wrap="square" lIns="0" tIns="0" rIns="0" bIns="0" rtlCol="0"/>
            <a:lstStyle/>
            <a:p>
              <a:endParaRPr sz="1488"/>
            </a:p>
          </p:txBody>
        </p:sp>
      </p:grpSp>
      <p:sp>
        <p:nvSpPr>
          <p:cNvPr id="19" name="object 19"/>
          <p:cNvSpPr txBox="1"/>
          <p:nvPr/>
        </p:nvSpPr>
        <p:spPr>
          <a:xfrm>
            <a:off x="6152908" y="482166"/>
            <a:ext cx="716695" cy="316072"/>
          </a:xfrm>
          <a:prstGeom prst="rect">
            <a:avLst/>
          </a:prstGeom>
        </p:spPr>
        <p:txBody>
          <a:bodyPr vert="horz" wrap="square" lIns="0" tIns="10501" rIns="0" bIns="0" rtlCol="0">
            <a:spAutoFit/>
          </a:bodyPr>
          <a:lstStyle/>
          <a:p>
            <a:pPr marL="10502">
              <a:spcBef>
                <a:spcPts val="83"/>
              </a:spcBef>
              <a:tabLst>
                <a:tab pos="578115" algn="l"/>
              </a:tabLst>
            </a:pPr>
            <a:r>
              <a:rPr sz="1985" dirty="0">
                <a:latin typeface="Calibri"/>
                <a:cs typeface="Calibri"/>
              </a:rPr>
              <a:t>0	0</a:t>
            </a:r>
            <a:endParaRPr sz="1985">
              <a:latin typeface="Calibri"/>
              <a:cs typeface="Calibri"/>
            </a:endParaRPr>
          </a:p>
        </p:txBody>
      </p:sp>
      <p:sp>
        <p:nvSpPr>
          <p:cNvPr id="20" name="object 20"/>
          <p:cNvSpPr txBox="1"/>
          <p:nvPr/>
        </p:nvSpPr>
        <p:spPr>
          <a:xfrm>
            <a:off x="7192930" y="4356242"/>
            <a:ext cx="370685" cy="938672"/>
          </a:xfrm>
          <a:prstGeom prst="rect">
            <a:avLst/>
          </a:prstGeom>
          <a:ln w="6096">
            <a:solidFill>
              <a:srgbClr val="FFC000"/>
            </a:solidFill>
          </a:ln>
        </p:spPr>
        <p:txBody>
          <a:bodyPr vert="horz" wrap="square" lIns="0" tIns="22052" rIns="0" bIns="0" rtlCol="0">
            <a:spAutoFit/>
          </a:bodyPr>
          <a:lstStyle/>
          <a:p>
            <a:pPr marL="121819">
              <a:spcBef>
                <a:spcPts val="174"/>
              </a:spcBef>
            </a:pPr>
            <a:r>
              <a:rPr sz="1985" dirty="0">
                <a:latin typeface="Calibri"/>
                <a:cs typeface="Calibri"/>
              </a:rPr>
              <a:t>2</a:t>
            </a:r>
            <a:endParaRPr sz="1985">
              <a:latin typeface="Calibri"/>
              <a:cs typeface="Calibri"/>
            </a:endParaRPr>
          </a:p>
          <a:p>
            <a:pPr marL="121819"/>
            <a:r>
              <a:rPr sz="1985" dirty="0">
                <a:latin typeface="Calibri"/>
                <a:cs typeface="Calibri"/>
              </a:rPr>
              <a:t>0</a:t>
            </a:r>
            <a:endParaRPr sz="1985">
              <a:latin typeface="Calibri"/>
              <a:cs typeface="Calibri"/>
            </a:endParaRPr>
          </a:p>
          <a:p>
            <a:pPr marL="121819"/>
            <a:r>
              <a:rPr sz="1985" dirty="0">
                <a:latin typeface="Calibri"/>
                <a:cs typeface="Calibri"/>
              </a:rPr>
              <a:t>0</a:t>
            </a:r>
            <a:endParaRPr sz="1985">
              <a:latin typeface="Calibri"/>
              <a:cs typeface="Calibri"/>
            </a:endParaRPr>
          </a:p>
        </p:txBody>
      </p:sp>
      <p:grpSp>
        <p:nvGrpSpPr>
          <p:cNvPr id="21" name="object 21"/>
          <p:cNvGrpSpPr/>
          <p:nvPr/>
        </p:nvGrpSpPr>
        <p:grpSpPr>
          <a:xfrm>
            <a:off x="7155125" y="485148"/>
            <a:ext cx="375936" cy="386963"/>
            <a:chOff x="7127747" y="586740"/>
            <a:chExt cx="454659" cy="467995"/>
          </a:xfrm>
        </p:grpSpPr>
        <p:pic>
          <p:nvPicPr>
            <p:cNvPr id="22" name="object 22"/>
            <p:cNvPicPr/>
            <p:nvPr/>
          </p:nvPicPr>
          <p:blipFill>
            <a:blip r:embed="rId9" cstate="print"/>
            <a:stretch>
              <a:fillRect/>
            </a:stretch>
          </p:blipFill>
          <p:spPr>
            <a:xfrm>
              <a:off x="7130795" y="589788"/>
              <a:ext cx="448055" cy="461772"/>
            </a:xfrm>
            <a:prstGeom prst="rect">
              <a:avLst/>
            </a:prstGeom>
          </p:spPr>
        </p:pic>
        <p:sp>
          <p:nvSpPr>
            <p:cNvPr id="23" name="object 23"/>
            <p:cNvSpPr/>
            <p:nvPr/>
          </p:nvSpPr>
          <p:spPr>
            <a:xfrm>
              <a:off x="7130795" y="589788"/>
              <a:ext cx="448309" cy="462280"/>
            </a:xfrm>
            <a:custGeom>
              <a:avLst/>
              <a:gdLst/>
              <a:ahLst/>
              <a:cxnLst/>
              <a:rect l="l" t="t" r="r" b="b"/>
              <a:pathLst>
                <a:path w="448309" h="462280">
                  <a:moveTo>
                    <a:pt x="0" y="461772"/>
                  </a:moveTo>
                  <a:lnTo>
                    <a:pt x="448055" y="461772"/>
                  </a:lnTo>
                  <a:lnTo>
                    <a:pt x="448055" y="0"/>
                  </a:lnTo>
                  <a:lnTo>
                    <a:pt x="0" y="0"/>
                  </a:lnTo>
                  <a:lnTo>
                    <a:pt x="0" y="461772"/>
                  </a:lnTo>
                  <a:close/>
                </a:path>
              </a:pathLst>
            </a:custGeom>
            <a:ln w="6095">
              <a:solidFill>
                <a:srgbClr val="EC7C30"/>
              </a:solidFill>
            </a:ln>
          </p:spPr>
          <p:txBody>
            <a:bodyPr wrap="square" lIns="0" tIns="0" rIns="0" bIns="0" rtlCol="0"/>
            <a:lstStyle/>
            <a:p>
              <a:endParaRPr sz="1488"/>
            </a:p>
          </p:txBody>
        </p:sp>
      </p:grpSp>
      <p:sp>
        <p:nvSpPr>
          <p:cNvPr id="24" name="object 24"/>
          <p:cNvSpPr txBox="1"/>
          <p:nvPr/>
        </p:nvSpPr>
        <p:spPr>
          <a:xfrm>
            <a:off x="7268851" y="499323"/>
            <a:ext cx="149114" cy="316072"/>
          </a:xfrm>
          <a:prstGeom prst="rect">
            <a:avLst/>
          </a:prstGeom>
        </p:spPr>
        <p:txBody>
          <a:bodyPr vert="horz" wrap="square" lIns="0" tIns="10501" rIns="0" bIns="0" rtlCol="0">
            <a:spAutoFit/>
          </a:bodyPr>
          <a:lstStyle/>
          <a:p>
            <a:pPr marL="10502">
              <a:spcBef>
                <a:spcPts val="83"/>
              </a:spcBef>
            </a:pPr>
            <a:r>
              <a:rPr sz="1985" dirty="0">
                <a:latin typeface="Calibri"/>
                <a:cs typeface="Calibri"/>
              </a:rPr>
              <a:t>0</a:t>
            </a:r>
            <a:endParaRPr sz="1985">
              <a:latin typeface="Calibri"/>
              <a:cs typeface="Calibri"/>
            </a:endParaRPr>
          </a:p>
        </p:txBody>
      </p:sp>
      <p:sp>
        <p:nvSpPr>
          <p:cNvPr id="25" name="object 25"/>
          <p:cNvSpPr txBox="1"/>
          <p:nvPr/>
        </p:nvSpPr>
        <p:spPr>
          <a:xfrm>
            <a:off x="7734782" y="4363803"/>
            <a:ext cx="370685" cy="938672"/>
          </a:xfrm>
          <a:prstGeom prst="rect">
            <a:avLst/>
          </a:prstGeom>
          <a:ln w="6096">
            <a:solidFill>
              <a:srgbClr val="FFC000"/>
            </a:solidFill>
          </a:ln>
        </p:spPr>
        <p:txBody>
          <a:bodyPr vert="horz" wrap="square" lIns="0" tIns="22052" rIns="0" bIns="0" rtlCol="0">
            <a:spAutoFit/>
          </a:bodyPr>
          <a:lstStyle/>
          <a:p>
            <a:pPr marL="121294">
              <a:spcBef>
                <a:spcPts val="174"/>
              </a:spcBef>
            </a:pPr>
            <a:r>
              <a:rPr sz="1985" dirty="0">
                <a:latin typeface="Calibri"/>
                <a:cs typeface="Calibri"/>
              </a:rPr>
              <a:t>1</a:t>
            </a:r>
            <a:endParaRPr sz="1985">
              <a:latin typeface="Calibri"/>
              <a:cs typeface="Calibri"/>
            </a:endParaRPr>
          </a:p>
          <a:p>
            <a:pPr marL="121294"/>
            <a:r>
              <a:rPr sz="1985" dirty="0">
                <a:latin typeface="Calibri"/>
                <a:cs typeface="Calibri"/>
              </a:rPr>
              <a:t>0</a:t>
            </a:r>
            <a:endParaRPr sz="1985">
              <a:latin typeface="Calibri"/>
              <a:cs typeface="Calibri"/>
            </a:endParaRPr>
          </a:p>
          <a:p>
            <a:pPr marL="121294"/>
            <a:r>
              <a:rPr sz="1985" dirty="0">
                <a:latin typeface="Calibri"/>
                <a:cs typeface="Calibri"/>
              </a:rPr>
              <a:t>1</a:t>
            </a:r>
            <a:endParaRPr sz="1985">
              <a:latin typeface="Calibri"/>
              <a:cs typeface="Calibri"/>
            </a:endParaRPr>
          </a:p>
        </p:txBody>
      </p:sp>
      <p:grpSp>
        <p:nvGrpSpPr>
          <p:cNvPr id="26" name="object 26"/>
          <p:cNvGrpSpPr/>
          <p:nvPr/>
        </p:nvGrpSpPr>
        <p:grpSpPr>
          <a:xfrm>
            <a:off x="7701912" y="477481"/>
            <a:ext cx="376987" cy="387488"/>
            <a:chOff x="7789036" y="577469"/>
            <a:chExt cx="455930" cy="468630"/>
          </a:xfrm>
        </p:grpSpPr>
        <p:pic>
          <p:nvPicPr>
            <p:cNvPr id="27" name="object 27"/>
            <p:cNvPicPr/>
            <p:nvPr/>
          </p:nvPicPr>
          <p:blipFill>
            <a:blip r:embed="rId10" cstate="print"/>
            <a:stretch>
              <a:fillRect/>
            </a:stretch>
          </p:blipFill>
          <p:spPr>
            <a:xfrm>
              <a:off x="7792211" y="580644"/>
              <a:ext cx="449579" cy="461772"/>
            </a:xfrm>
            <a:prstGeom prst="rect">
              <a:avLst/>
            </a:prstGeom>
          </p:spPr>
        </p:pic>
        <p:sp>
          <p:nvSpPr>
            <p:cNvPr id="28" name="object 28"/>
            <p:cNvSpPr/>
            <p:nvPr/>
          </p:nvSpPr>
          <p:spPr>
            <a:xfrm>
              <a:off x="7792211" y="580644"/>
              <a:ext cx="449580" cy="462280"/>
            </a:xfrm>
            <a:custGeom>
              <a:avLst/>
              <a:gdLst/>
              <a:ahLst/>
              <a:cxnLst/>
              <a:rect l="l" t="t" r="r" b="b"/>
              <a:pathLst>
                <a:path w="449579" h="462280">
                  <a:moveTo>
                    <a:pt x="0" y="461772"/>
                  </a:moveTo>
                  <a:lnTo>
                    <a:pt x="449579" y="461772"/>
                  </a:lnTo>
                  <a:lnTo>
                    <a:pt x="449579" y="0"/>
                  </a:lnTo>
                  <a:lnTo>
                    <a:pt x="0" y="0"/>
                  </a:lnTo>
                  <a:lnTo>
                    <a:pt x="0" y="461772"/>
                  </a:lnTo>
                  <a:close/>
                </a:path>
              </a:pathLst>
            </a:custGeom>
            <a:ln w="6096">
              <a:solidFill>
                <a:srgbClr val="EC7C30"/>
              </a:solidFill>
            </a:ln>
          </p:spPr>
          <p:txBody>
            <a:bodyPr wrap="square" lIns="0" tIns="0" rIns="0" bIns="0" rtlCol="0"/>
            <a:lstStyle/>
            <a:p>
              <a:endParaRPr sz="1488"/>
            </a:p>
          </p:txBody>
        </p:sp>
      </p:grpSp>
      <p:pic>
        <p:nvPicPr>
          <p:cNvPr id="29" name="object 29"/>
          <p:cNvPicPr/>
          <p:nvPr/>
        </p:nvPicPr>
        <p:blipFill>
          <a:blip r:embed="rId11" cstate="print"/>
          <a:stretch>
            <a:fillRect/>
          </a:stretch>
        </p:blipFill>
        <p:spPr>
          <a:xfrm>
            <a:off x="8269074" y="4363803"/>
            <a:ext cx="370475" cy="992976"/>
          </a:xfrm>
          <a:prstGeom prst="rect">
            <a:avLst/>
          </a:prstGeom>
        </p:spPr>
      </p:pic>
      <p:sp>
        <p:nvSpPr>
          <p:cNvPr id="30" name="object 30"/>
          <p:cNvSpPr txBox="1"/>
          <p:nvPr/>
        </p:nvSpPr>
        <p:spPr>
          <a:xfrm>
            <a:off x="8269074" y="4363803"/>
            <a:ext cx="370685" cy="939202"/>
          </a:xfrm>
          <a:prstGeom prst="rect">
            <a:avLst/>
          </a:prstGeom>
          <a:ln w="6096">
            <a:solidFill>
              <a:srgbClr val="FFC000"/>
            </a:solidFill>
          </a:ln>
        </p:spPr>
        <p:txBody>
          <a:bodyPr vert="horz" wrap="square" lIns="0" tIns="22577" rIns="0" bIns="0" rtlCol="0">
            <a:spAutoFit/>
          </a:bodyPr>
          <a:lstStyle/>
          <a:p>
            <a:pPr marL="122344">
              <a:spcBef>
                <a:spcPts val="178"/>
              </a:spcBef>
            </a:pPr>
            <a:r>
              <a:rPr sz="1985" dirty="0">
                <a:latin typeface="Calibri"/>
                <a:cs typeface="Calibri"/>
              </a:rPr>
              <a:t>3</a:t>
            </a:r>
            <a:endParaRPr sz="1985">
              <a:latin typeface="Calibri"/>
              <a:cs typeface="Calibri"/>
            </a:endParaRPr>
          </a:p>
          <a:p>
            <a:pPr marL="84538"/>
            <a:r>
              <a:rPr sz="1985" spc="-4" dirty="0">
                <a:latin typeface="Calibri"/>
                <a:cs typeface="Calibri"/>
              </a:rPr>
              <a:t>-1</a:t>
            </a:r>
            <a:endParaRPr sz="1985">
              <a:latin typeface="Calibri"/>
              <a:cs typeface="Calibri"/>
            </a:endParaRPr>
          </a:p>
          <a:p>
            <a:pPr marL="122344"/>
            <a:r>
              <a:rPr sz="1985" dirty="0">
                <a:latin typeface="Calibri"/>
                <a:cs typeface="Calibri"/>
              </a:rPr>
              <a:t>0</a:t>
            </a:r>
            <a:endParaRPr sz="1985">
              <a:latin typeface="Calibri"/>
              <a:cs typeface="Calibri"/>
            </a:endParaRPr>
          </a:p>
        </p:txBody>
      </p:sp>
      <p:grpSp>
        <p:nvGrpSpPr>
          <p:cNvPr id="31" name="object 31"/>
          <p:cNvGrpSpPr/>
          <p:nvPr/>
        </p:nvGrpSpPr>
        <p:grpSpPr>
          <a:xfrm>
            <a:off x="8232531" y="477587"/>
            <a:ext cx="375936" cy="386963"/>
            <a:chOff x="8430768" y="577595"/>
            <a:chExt cx="454659" cy="467995"/>
          </a:xfrm>
        </p:grpSpPr>
        <p:pic>
          <p:nvPicPr>
            <p:cNvPr id="32" name="object 32"/>
            <p:cNvPicPr/>
            <p:nvPr/>
          </p:nvPicPr>
          <p:blipFill>
            <a:blip r:embed="rId12" cstate="print"/>
            <a:stretch>
              <a:fillRect/>
            </a:stretch>
          </p:blipFill>
          <p:spPr>
            <a:xfrm>
              <a:off x="8433816" y="580643"/>
              <a:ext cx="448055" cy="461772"/>
            </a:xfrm>
            <a:prstGeom prst="rect">
              <a:avLst/>
            </a:prstGeom>
          </p:spPr>
        </p:pic>
        <p:sp>
          <p:nvSpPr>
            <p:cNvPr id="33" name="object 33"/>
            <p:cNvSpPr/>
            <p:nvPr/>
          </p:nvSpPr>
          <p:spPr>
            <a:xfrm>
              <a:off x="8433816" y="580643"/>
              <a:ext cx="448309" cy="462280"/>
            </a:xfrm>
            <a:custGeom>
              <a:avLst/>
              <a:gdLst/>
              <a:ahLst/>
              <a:cxnLst/>
              <a:rect l="l" t="t" r="r" b="b"/>
              <a:pathLst>
                <a:path w="448309" h="462280">
                  <a:moveTo>
                    <a:pt x="0" y="461772"/>
                  </a:moveTo>
                  <a:lnTo>
                    <a:pt x="448055" y="461772"/>
                  </a:lnTo>
                  <a:lnTo>
                    <a:pt x="448055" y="0"/>
                  </a:lnTo>
                  <a:lnTo>
                    <a:pt x="0" y="0"/>
                  </a:lnTo>
                  <a:lnTo>
                    <a:pt x="0" y="461772"/>
                  </a:lnTo>
                  <a:close/>
                </a:path>
              </a:pathLst>
            </a:custGeom>
            <a:ln w="6095">
              <a:solidFill>
                <a:srgbClr val="EC7C30"/>
              </a:solidFill>
            </a:ln>
          </p:spPr>
          <p:txBody>
            <a:bodyPr wrap="square" lIns="0" tIns="0" rIns="0" bIns="0" rtlCol="0"/>
            <a:lstStyle/>
            <a:p>
              <a:endParaRPr sz="1488"/>
            </a:p>
          </p:txBody>
        </p:sp>
      </p:grpSp>
      <p:sp>
        <p:nvSpPr>
          <p:cNvPr id="34" name="object 34"/>
          <p:cNvSpPr txBox="1"/>
          <p:nvPr/>
        </p:nvSpPr>
        <p:spPr>
          <a:xfrm>
            <a:off x="7817005" y="490817"/>
            <a:ext cx="678891" cy="316072"/>
          </a:xfrm>
          <a:prstGeom prst="rect">
            <a:avLst/>
          </a:prstGeom>
        </p:spPr>
        <p:txBody>
          <a:bodyPr vert="horz" wrap="square" lIns="0" tIns="10501" rIns="0" bIns="0" rtlCol="0">
            <a:spAutoFit/>
          </a:bodyPr>
          <a:lstStyle/>
          <a:p>
            <a:pPr marL="10502">
              <a:spcBef>
                <a:spcPts val="83"/>
              </a:spcBef>
              <a:tabLst>
                <a:tab pos="539784" algn="l"/>
              </a:tabLst>
            </a:pPr>
            <a:r>
              <a:rPr sz="1985" dirty="0">
                <a:latin typeface="Calibri"/>
                <a:cs typeface="Calibri"/>
              </a:rPr>
              <a:t>7	0</a:t>
            </a:r>
            <a:endParaRPr sz="1985">
              <a:latin typeface="Calibri"/>
              <a:cs typeface="Calibri"/>
            </a:endParaRPr>
          </a:p>
        </p:txBody>
      </p:sp>
      <p:sp>
        <p:nvSpPr>
          <p:cNvPr id="35" name="object 35"/>
          <p:cNvSpPr/>
          <p:nvPr/>
        </p:nvSpPr>
        <p:spPr>
          <a:xfrm>
            <a:off x="6092211" y="4698366"/>
            <a:ext cx="263576" cy="289828"/>
          </a:xfrm>
          <a:custGeom>
            <a:avLst/>
            <a:gdLst/>
            <a:ahLst/>
            <a:cxnLst/>
            <a:rect l="l" t="t" r="r" b="b"/>
            <a:pathLst>
              <a:path w="318770" h="350520">
                <a:moveTo>
                  <a:pt x="0" y="350520"/>
                </a:moveTo>
                <a:lnTo>
                  <a:pt x="318515" y="350520"/>
                </a:lnTo>
                <a:lnTo>
                  <a:pt x="318515" y="0"/>
                </a:lnTo>
                <a:lnTo>
                  <a:pt x="0" y="0"/>
                </a:lnTo>
                <a:lnTo>
                  <a:pt x="0" y="350520"/>
                </a:lnTo>
                <a:close/>
              </a:path>
            </a:pathLst>
          </a:custGeom>
          <a:ln w="38100">
            <a:solidFill>
              <a:srgbClr val="0000FF"/>
            </a:solidFill>
          </a:ln>
        </p:spPr>
        <p:txBody>
          <a:bodyPr wrap="square" lIns="0" tIns="0" rIns="0" bIns="0" rtlCol="0"/>
          <a:lstStyle/>
          <a:p>
            <a:endParaRPr sz="1488"/>
          </a:p>
        </p:txBody>
      </p:sp>
      <p:sp>
        <p:nvSpPr>
          <p:cNvPr id="36" name="object 36"/>
          <p:cNvSpPr/>
          <p:nvPr/>
        </p:nvSpPr>
        <p:spPr>
          <a:xfrm>
            <a:off x="6683208" y="4694585"/>
            <a:ext cx="264626" cy="289828"/>
          </a:xfrm>
          <a:custGeom>
            <a:avLst/>
            <a:gdLst/>
            <a:ahLst/>
            <a:cxnLst/>
            <a:rect l="l" t="t" r="r" b="b"/>
            <a:pathLst>
              <a:path w="320040" h="350520">
                <a:moveTo>
                  <a:pt x="0" y="350519"/>
                </a:moveTo>
                <a:lnTo>
                  <a:pt x="320040" y="350519"/>
                </a:lnTo>
                <a:lnTo>
                  <a:pt x="320040" y="0"/>
                </a:lnTo>
                <a:lnTo>
                  <a:pt x="0" y="0"/>
                </a:lnTo>
                <a:lnTo>
                  <a:pt x="0" y="350519"/>
                </a:lnTo>
                <a:close/>
              </a:path>
            </a:pathLst>
          </a:custGeom>
          <a:ln w="38099">
            <a:solidFill>
              <a:srgbClr val="0000FF"/>
            </a:solidFill>
          </a:ln>
        </p:spPr>
        <p:txBody>
          <a:bodyPr wrap="square" lIns="0" tIns="0" rIns="0" bIns="0" rtlCol="0"/>
          <a:lstStyle/>
          <a:p>
            <a:endParaRPr sz="1488"/>
          </a:p>
        </p:txBody>
      </p:sp>
      <p:sp>
        <p:nvSpPr>
          <p:cNvPr id="37" name="object 37"/>
          <p:cNvSpPr/>
          <p:nvPr/>
        </p:nvSpPr>
        <p:spPr>
          <a:xfrm>
            <a:off x="7788335" y="5028517"/>
            <a:ext cx="263576" cy="289828"/>
          </a:xfrm>
          <a:custGeom>
            <a:avLst/>
            <a:gdLst/>
            <a:ahLst/>
            <a:cxnLst/>
            <a:rect l="l" t="t" r="r" b="b"/>
            <a:pathLst>
              <a:path w="318770" h="350520">
                <a:moveTo>
                  <a:pt x="0" y="350519"/>
                </a:moveTo>
                <a:lnTo>
                  <a:pt x="318516" y="350519"/>
                </a:lnTo>
                <a:lnTo>
                  <a:pt x="318516" y="0"/>
                </a:lnTo>
                <a:lnTo>
                  <a:pt x="0" y="0"/>
                </a:lnTo>
                <a:lnTo>
                  <a:pt x="0" y="350519"/>
                </a:lnTo>
                <a:close/>
              </a:path>
            </a:pathLst>
          </a:custGeom>
          <a:ln w="38100">
            <a:solidFill>
              <a:srgbClr val="00AF50"/>
            </a:solidFill>
          </a:ln>
        </p:spPr>
        <p:txBody>
          <a:bodyPr wrap="square" lIns="0" tIns="0" rIns="0" bIns="0" rtlCol="0"/>
          <a:lstStyle/>
          <a:p>
            <a:endParaRPr sz="1488"/>
          </a:p>
        </p:txBody>
      </p:sp>
      <p:sp>
        <p:nvSpPr>
          <p:cNvPr id="38" name="object 38"/>
          <p:cNvSpPr/>
          <p:nvPr/>
        </p:nvSpPr>
        <p:spPr>
          <a:xfrm>
            <a:off x="7759353" y="523581"/>
            <a:ext cx="263576" cy="289828"/>
          </a:xfrm>
          <a:custGeom>
            <a:avLst/>
            <a:gdLst/>
            <a:ahLst/>
            <a:cxnLst/>
            <a:rect l="l" t="t" r="r" b="b"/>
            <a:pathLst>
              <a:path w="318770" h="350519">
                <a:moveTo>
                  <a:pt x="0" y="350520"/>
                </a:moveTo>
                <a:lnTo>
                  <a:pt x="318516" y="350520"/>
                </a:lnTo>
                <a:lnTo>
                  <a:pt x="318516" y="0"/>
                </a:lnTo>
                <a:lnTo>
                  <a:pt x="0" y="0"/>
                </a:lnTo>
                <a:lnTo>
                  <a:pt x="0" y="350520"/>
                </a:lnTo>
                <a:close/>
              </a:path>
            </a:pathLst>
          </a:custGeom>
          <a:ln w="38100">
            <a:solidFill>
              <a:srgbClr val="FF0000"/>
            </a:solidFill>
          </a:ln>
        </p:spPr>
        <p:txBody>
          <a:bodyPr wrap="square" lIns="0" tIns="0" rIns="0" bIns="0" rtlCol="0"/>
          <a:lstStyle/>
          <a:p>
            <a:endParaRPr sz="1488"/>
          </a:p>
        </p:txBody>
      </p:sp>
      <p:sp>
        <p:nvSpPr>
          <p:cNvPr id="39" name="object 39"/>
          <p:cNvSpPr/>
          <p:nvPr/>
        </p:nvSpPr>
        <p:spPr>
          <a:xfrm>
            <a:off x="8328929" y="4719787"/>
            <a:ext cx="263576" cy="289828"/>
          </a:xfrm>
          <a:custGeom>
            <a:avLst/>
            <a:gdLst/>
            <a:ahLst/>
            <a:cxnLst/>
            <a:rect l="l" t="t" r="r" b="b"/>
            <a:pathLst>
              <a:path w="318770" h="350520">
                <a:moveTo>
                  <a:pt x="0" y="350519"/>
                </a:moveTo>
                <a:lnTo>
                  <a:pt x="318516" y="350519"/>
                </a:lnTo>
                <a:lnTo>
                  <a:pt x="318516" y="0"/>
                </a:lnTo>
                <a:lnTo>
                  <a:pt x="0" y="0"/>
                </a:lnTo>
                <a:lnTo>
                  <a:pt x="0" y="350519"/>
                </a:lnTo>
                <a:close/>
              </a:path>
            </a:pathLst>
          </a:custGeom>
          <a:ln w="38099">
            <a:solidFill>
              <a:srgbClr val="0000FF"/>
            </a:solidFill>
          </a:ln>
        </p:spPr>
        <p:txBody>
          <a:bodyPr wrap="square" lIns="0" tIns="0" rIns="0" bIns="0" rtlCol="0"/>
          <a:lstStyle/>
          <a:p>
            <a:endParaRPr sz="1488"/>
          </a:p>
        </p:txBody>
      </p:sp>
      <p:sp>
        <p:nvSpPr>
          <p:cNvPr id="40" name="object 40"/>
          <p:cNvSpPr txBox="1"/>
          <p:nvPr/>
        </p:nvSpPr>
        <p:spPr>
          <a:xfrm>
            <a:off x="3975941" y="4203138"/>
            <a:ext cx="147014" cy="316072"/>
          </a:xfrm>
          <a:prstGeom prst="rect">
            <a:avLst/>
          </a:prstGeom>
        </p:spPr>
        <p:txBody>
          <a:bodyPr vert="horz" wrap="square" lIns="0" tIns="10501" rIns="0" bIns="0" rtlCol="0">
            <a:spAutoFit/>
          </a:bodyPr>
          <a:lstStyle/>
          <a:p>
            <a:pPr marL="10502">
              <a:spcBef>
                <a:spcPts val="83"/>
              </a:spcBef>
            </a:pPr>
            <a:r>
              <a:rPr sz="1985" dirty="0">
                <a:latin typeface="Calibri"/>
                <a:cs typeface="Calibri"/>
              </a:rPr>
              <a:t>+</a:t>
            </a:r>
            <a:endParaRPr sz="1985">
              <a:latin typeface="Calibri"/>
              <a:cs typeface="Calibri"/>
            </a:endParaRPr>
          </a:p>
        </p:txBody>
      </p:sp>
      <p:grpSp>
        <p:nvGrpSpPr>
          <p:cNvPr id="41" name="object 41"/>
          <p:cNvGrpSpPr/>
          <p:nvPr/>
        </p:nvGrpSpPr>
        <p:grpSpPr>
          <a:xfrm>
            <a:off x="2380417" y="3051911"/>
            <a:ext cx="262525" cy="232073"/>
            <a:chOff x="1353185" y="3691001"/>
            <a:chExt cx="317500" cy="280670"/>
          </a:xfrm>
        </p:grpSpPr>
        <p:pic>
          <p:nvPicPr>
            <p:cNvPr id="42" name="object 42"/>
            <p:cNvPicPr/>
            <p:nvPr/>
          </p:nvPicPr>
          <p:blipFill>
            <a:blip r:embed="rId13" cstate="print"/>
            <a:stretch>
              <a:fillRect/>
            </a:stretch>
          </p:blipFill>
          <p:spPr>
            <a:xfrm>
              <a:off x="1356360" y="3694176"/>
              <a:ext cx="310896" cy="274319"/>
            </a:xfrm>
            <a:prstGeom prst="rect">
              <a:avLst/>
            </a:prstGeom>
          </p:spPr>
        </p:pic>
        <p:sp>
          <p:nvSpPr>
            <p:cNvPr id="43" name="object 43"/>
            <p:cNvSpPr/>
            <p:nvPr/>
          </p:nvSpPr>
          <p:spPr>
            <a:xfrm>
              <a:off x="1356360" y="3694176"/>
              <a:ext cx="311150" cy="274320"/>
            </a:xfrm>
            <a:custGeom>
              <a:avLst/>
              <a:gdLst/>
              <a:ahLst/>
              <a:cxnLst/>
              <a:rect l="l" t="t" r="r" b="b"/>
              <a:pathLst>
                <a:path w="311150" h="274320">
                  <a:moveTo>
                    <a:pt x="0" y="274319"/>
                  </a:moveTo>
                  <a:lnTo>
                    <a:pt x="310896" y="274319"/>
                  </a:lnTo>
                  <a:lnTo>
                    <a:pt x="310896" y="0"/>
                  </a:lnTo>
                  <a:lnTo>
                    <a:pt x="0" y="0"/>
                  </a:lnTo>
                  <a:lnTo>
                    <a:pt x="0" y="274319"/>
                  </a:lnTo>
                  <a:close/>
                </a:path>
              </a:pathLst>
            </a:custGeom>
            <a:ln w="6096">
              <a:solidFill>
                <a:srgbClr val="A4A4A4"/>
              </a:solidFill>
            </a:ln>
          </p:spPr>
          <p:txBody>
            <a:bodyPr wrap="square" lIns="0" tIns="0" rIns="0" bIns="0" rtlCol="0"/>
            <a:lstStyle/>
            <a:p>
              <a:endParaRPr sz="1488"/>
            </a:p>
          </p:txBody>
        </p:sp>
      </p:grpSp>
      <p:sp>
        <p:nvSpPr>
          <p:cNvPr id="44" name="object 44"/>
          <p:cNvSpPr txBox="1"/>
          <p:nvPr/>
        </p:nvSpPr>
        <p:spPr>
          <a:xfrm>
            <a:off x="2438068" y="2988799"/>
            <a:ext cx="147014" cy="316072"/>
          </a:xfrm>
          <a:prstGeom prst="rect">
            <a:avLst/>
          </a:prstGeom>
        </p:spPr>
        <p:txBody>
          <a:bodyPr vert="horz" wrap="square" lIns="0" tIns="10501" rIns="0" bIns="0" rtlCol="0">
            <a:spAutoFit/>
          </a:bodyPr>
          <a:lstStyle/>
          <a:p>
            <a:pPr marL="10502">
              <a:spcBef>
                <a:spcPts val="83"/>
              </a:spcBef>
            </a:pPr>
            <a:r>
              <a:rPr sz="1985" dirty="0">
                <a:latin typeface="Calibri"/>
                <a:cs typeface="Calibri"/>
              </a:rPr>
              <a:t>+</a:t>
            </a:r>
            <a:endParaRPr sz="1985">
              <a:latin typeface="Calibri"/>
              <a:cs typeface="Calibri"/>
            </a:endParaRPr>
          </a:p>
        </p:txBody>
      </p:sp>
      <p:grpSp>
        <p:nvGrpSpPr>
          <p:cNvPr id="45" name="object 45"/>
          <p:cNvGrpSpPr/>
          <p:nvPr/>
        </p:nvGrpSpPr>
        <p:grpSpPr>
          <a:xfrm>
            <a:off x="2374116" y="796292"/>
            <a:ext cx="262525" cy="231022"/>
            <a:chOff x="1345564" y="963041"/>
            <a:chExt cx="317500" cy="279400"/>
          </a:xfrm>
        </p:grpSpPr>
        <p:pic>
          <p:nvPicPr>
            <p:cNvPr id="46" name="object 46"/>
            <p:cNvPicPr/>
            <p:nvPr/>
          </p:nvPicPr>
          <p:blipFill>
            <a:blip r:embed="rId14" cstate="print"/>
            <a:stretch>
              <a:fillRect/>
            </a:stretch>
          </p:blipFill>
          <p:spPr>
            <a:xfrm>
              <a:off x="1348739" y="966216"/>
              <a:ext cx="310896" cy="272796"/>
            </a:xfrm>
            <a:prstGeom prst="rect">
              <a:avLst/>
            </a:prstGeom>
          </p:spPr>
        </p:pic>
        <p:sp>
          <p:nvSpPr>
            <p:cNvPr id="47" name="object 47"/>
            <p:cNvSpPr/>
            <p:nvPr/>
          </p:nvSpPr>
          <p:spPr>
            <a:xfrm>
              <a:off x="1348739" y="966216"/>
              <a:ext cx="311150" cy="273050"/>
            </a:xfrm>
            <a:custGeom>
              <a:avLst/>
              <a:gdLst/>
              <a:ahLst/>
              <a:cxnLst/>
              <a:rect l="l" t="t" r="r" b="b"/>
              <a:pathLst>
                <a:path w="311150" h="273050">
                  <a:moveTo>
                    <a:pt x="0" y="272796"/>
                  </a:moveTo>
                  <a:lnTo>
                    <a:pt x="310896" y="272796"/>
                  </a:lnTo>
                  <a:lnTo>
                    <a:pt x="310896" y="0"/>
                  </a:lnTo>
                  <a:lnTo>
                    <a:pt x="0" y="0"/>
                  </a:lnTo>
                  <a:lnTo>
                    <a:pt x="0" y="272796"/>
                  </a:lnTo>
                  <a:close/>
                </a:path>
              </a:pathLst>
            </a:custGeom>
            <a:ln w="6096">
              <a:solidFill>
                <a:srgbClr val="A4A4A4"/>
              </a:solidFill>
            </a:ln>
          </p:spPr>
          <p:txBody>
            <a:bodyPr wrap="square" lIns="0" tIns="0" rIns="0" bIns="0" rtlCol="0"/>
            <a:lstStyle/>
            <a:p>
              <a:endParaRPr sz="1488"/>
            </a:p>
          </p:txBody>
        </p:sp>
      </p:grpSp>
      <p:sp>
        <p:nvSpPr>
          <p:cNvPr id="48" name="object 48"/>
          <p:cNvSpPr txBox="1"/>
          <p:nvPr/>
        </p:nvSpPr>
        <p:spPr>
          <a:xfrm>
            <a:off x="2432291" y="731460"/>
            <a:ext cx="147014" cy="316072"/>
          </a:xfrm>
          <a:prstGeom prst="rect">
            <a:avLst/>
          </a:prstGeom>
        </p:spPr>
        <p:txBody>
          <a:bodyPr vert="horz" wrap="square" lIns="0" tIns="10501" rIns="0" bIns="0" rtlCol="0">
            <a:spAutoFit/>
          </a:bodyPr>
          <a:lstStyle/>
          <a:p>
            <a:pPr marL="10502">
              <a:spcBef>
                <a:spcPts val="83"/>
              </a:spcBef>
            </a:pPr>
            <a:r>
              <a:rPr sz="1985" dirty="0">
                <a:latin typeface="Calibri"/>
                <a:cs typeface="Calibri"/>
              </a:rPr>
              <a:t>+</a:t>
            </a:r>
            <a:endParaRPr sz="1985">
              <a:latin typeface="Calibri"/>
              <a:cs typeface="Calibri"/>
            </a:endParaRPr>
          </a:p>
        </p:txBody>
      </p:sp>
      <p:grpSp>
        <p:nvGrpSpPr>
          <p:cNvPr id="49" name="object 49"/>
          <p:cNvGrpSpPr/>
          <p:nvPr/>
        </p:nvGrpSpPr>
        <p:grpSpPr>
          <a:xfrm>
            <a:off x="5384548" y="2288277"/>
            <a:ext cx="262525" cy="232073"/>
            <a:chOff x="4986401" y="2767457"/>
            <a:chExt cx="317500" cy="280670"/>
          </a:xfrm>
        </p:grpSpPr>
        <p:pic>
          <p:nvPicPr>
            <p:cNvPr id="50" name="object 50"/>
            <p:cNvPicPr/>
            <p:nvPr/>
          </p:nvPicPr>
          <p:blipFill>
            <a:blip r:embed="rId15" cstate="print"/>
            <a:stretch>
              <a:fillRect/>
            </a:stretch>
          </p:blipFill>
          <p:spPr>
            <a:xfrm>
              <a:off x="4989576" y="2770632"/>
              <a:ext cx="310896" cy="274320"/>
            </a:xfrm>
            <a:prstGeom prst="rect">
              <a:avLst/>
            </a:prstGeom>
          </p:spPr>
        </p:pic>
        <p:sp>
          <p:nvSpPr>
            <p:cNvPr id="51" name="object 51"/>
            <p:cNvSpPr/>
            <p:nvPr/>
          </p:nvSpPr>
          <p:spPr>
            <a:xfrm>
              <a:off x="4989576" y="2770632"/>
              <a:ext cx="311150" cy="274320"/>
            </a:xfrm>
            <a:custGeom>
              <a:avLst/>
              <a:gdLst/>
              <a:ahLst/>
              <a:cxnLst/>
              <a:rect l="l" t="t" r="r" b="b"/>
              <a:pathLst>
                <a:path w="311150" h="274319">
                  <a:moveTo>
                    <a:pt x="0" y="274320"/>
                  </a:moveTo>
                  <a:lnTo>
                    <a:pt x="310896" y="274320"/>
                  </a:lnTo>
                  <a:lnTo>
                    <a:pt x="310896" y="0"/>
                  </a:lnTo>
                  <a:lnTo>
                    <a:pt x="0" y="0"/>
                  </a:lnTo>
                  <a:lnTo>
                    <a:pt x="0" y="274320"/>
                  </a:lnTo>
                  <a:close/>
                </a:path>
              </a:pathLst>
            </a:custGeom>
            <a:ln w="6096">
              <a:solidFill>
                <a:srgbClr val="A4A4A4"/>
              </a:solidFill>
            </a:ln>
          </p:spPr>
          <p:txBody>
            <a:bodyPr wrap="square" lIns="0" tIns="0" rIns="0" bIns="0" rtlCol="0"/>
            <a:lstStyle/>
            <a:p>
              <a:endParaRPr sz="1488"/>
            </a:p>
          </p:txBody>
        </p:sp>
      </p:grpSp>
      <p:sp>
        <p:nvSpPr>
          <p:cNvPr id="52" name="object 52"/>
          <p:cNvSpPr txBox="1"/>
          <p:nvPr/>
        </p:nvSpPr>
        <p:spPr>
          <a:xfrm>
            <a:off x="5442934" y="2224956"/>
            <a:ext cx="147014" cy="316072"/>
          </a:xfrm>
          <a:prstGeom prst="rect">
            <a:avLst/>
          </a:prstGeom>
        </p:spPr>
        <p:txBody>
          <a:bodyPr vert="horz" wrap="square" lIns="0" tIns="10501" rIns="0" bIns="0" rtlCol="0">
            <a:spAutoFit/>
          </a:bodyPr>
          <a:lstStyle/>
          <a:p>
            <a:pPr marL="10502">
              <a:spcBef>
                <a:spcPts val="83"/>
              </a:spcBef>
            </a:pPr>
            <a:r>
              <a:rPr sz="1985" dirty="0">
                <a:latin typeface="Calibri"/>
                <a:cs typeface="Calibri"/>
              </a:rPr>
              <a:t>+</a:t>
            </a:r>
            <a:endParaRPr sz="1985">
              <a:latin typeface="Calibri"/>
              <a:cs typeface="Calibri"/>
            </a:endParaRPr>
          </a:p>
        </p:txBody>
      </p:sp>
      <p:grpSp>
        <p:nvGrpSpPr>
          <p:cNvPr id="53" name="object 53"/>
          <p:cNvGrpSpPr/>
          <p:nvPr/>
        </p:nvGrpSpPr>
        <p:grpSpPr>
          <a:xfrm>
            <a:off x="3176813" y="5031562"/>
            <a:ext cx="404813" cy="387488"/>
            <a:chOff x="2316352" y="6085204"/>
            <a:chExt cx="489584" cy="468630"/>
          </a:xfrm>
        </p:grpSpPr>
        <p:pic>
          <p:nvPicPr>
            <p:cNvPr id="54" name="object 54"/>
            <p:cNvPicPr/>
            <p:nvPr/>
          </p:nvPicPr>
          <p:blipFill>
            <a:blip r:embed="rId16" cstate="print"/>
            <a:stretch>
              <a:fillRect/>
            </a:stretch>
          </p:blipFill>
          <p:spPr>
            <a:xfrm>
              <a:off x="2319527" y="6088379"/>
              <a:ext cx="483107" cy="461772"/>
            </a:xfrm>
            <a:prstGeom prst="rect">
              <a:avLst/>
            </a:prstGeom>
          </p:spPr>
        </p:pic>
        <p:sp>
          <p:nvSpPr>
            <p:cNvPr id="55" name="object 55"/>
            <p:cNvSpPr/>
            <p:nvPr/>
          </p:nvSpPr>
          <p:spPr>
            <a:xfrm>
              <a:off x="2319527" y="6088379"/>
              <a:ext cx="483234" cy="462280"/>
            </a:xfrm>
            <a:custGeom>
              <a:avLst/>
              <a:gdLst/>
              <a:ahLst/>
              <a:cxnLst/>
              <a:rect l="l" t="t" r="r" b="b"/>
              <a:pathLst>
                <a:path w="483235" h="462279">
                  <a:moveTo>
                    <a:pt x="0" y="461772"/>
                  </a:moveTo>
                  <a:lnTo>
                    <a:pt x="483107" y="461772"/>
                  </a:lnTo>
                  <a:lnTo>
                    <a:pt x="483107" y="0"/>
                  </a:lnTo>
                  <a:lnTo>
                    <a:pt x="0" y="0"/>
                  </a:lnTo>
                  <a:lnTo>
                    <a:pt x="0" y="461772"/>
                  </a:lnTo>
                  <a:close/>
                </a:path>
              </a:pathLst>
            </a:custGeom>
            <a:ln w="6096">
              <a:solidFill>
                <a:srgbClr val="FFC000"/>
              </a:solidFill>
            </a:ln>
          </p:spPr>
          <p:txBody>
            <a:bodyPr wrap="square" lIns="0" tIns="0" rIns="0" bIns="0" rtlCol="0"/>
            <a:lstStyle/>
            <a:p>
              <a:endParaRPr sz="1488"/>
            </a:p>
          </p:txBody>
        </p:sp>
      </p:grpSp>
      <p:sp>
        <p:nvSpPr>
          <p:cNvPr id="56" name="object 56"/>
          <p:cNvSpPr txBox="1"/>
          <p:nvPr/>
        </p:nvSpPr>
        <p:spPr>
          <a:xfrm>
            <a:off x="3305556" y="5046621"/>
            <a:ext cx="149114" cy="316072"/>
          </a:xfrm>
          <a:prstGeom prst="rect">
            <a:avLst/>
          </a:prstGeom>
        </p:spPr>
        <p:txBody>
          <a:bodyPr vert="horz" wrap="square" lIns="0" tIns="10501" rIns="0" bIns="0" rtlCol="0">
            <a:spAutoFit/>
          </a:bodyPr>
          <a:lstStyle/>
          <a:p>
            <a:pPr marL="10502">
              <a:spcBef>
                <a:spcPts val="83"/>
              </a:spcBef>
            </a:pPr>
            <a:r>
              <a:rPr sz="1985" dirty="0">
                <a:latin typeface="Calibri"/>
                <a:cs typeface="Calibri"/>
              </a:rPr>
              <a:t>2</a:t>
            </a:r>
            <a:endParaRPr sz="1985">
              <a:latin typeface="Calibri"/>
              <a:cs typeface="Calibri"/>
            </a:endParaRPr>
          </a:p>
        </p:txBody>
      </p:sp>
      <p:grpSp>
        <p:nvGrpSpPr>
          <p:cNvPr id="57" name="object 57"/>
          <p:cNvGrpSpPr/>
          <p:nvPr/>
        </p:nvGrpSpPr>
        <p:grpSpPr>
          <a:xfrm>
            <a:off x="3798054" y="5031562"/>
            <a:ext cx="418991" cy="387488"/>
            <a:chOff x="3067685" y="6085204"/>
            <a:chExt cx="506730" cy="468630"/>
          </a:xfrm>
        </p:grpSpPr>
        <p:pic>
          <p:nvPicPr>
            <p:cNvPr id="58" name="object 58"/>
            <p:cNvPicPr/>
            <p:nvPr/>
          </p:nvPicPr>
          <p:blipFill>
            <a:blip r:embed="rId17" cstate="print"/>
            <a:stretch>
              <a:fillRect/>
            </a:stretch>
          </p:blipFill>
          <p:spPr>
            <a:xfrm>
              <a:off x="3070860" y="6088379"/>
              <a:ext cx="499872" cy="461772"/>
            </a:xfrm>
            <a:prstGeom prst="rect">
              <a:avLst/>
            </a:prstGeom>
          </p:spPr>
        </p:pic>
        <p:sp>
          <p:nvSpPr>
            <p:cNvPr id="59" name="object 59"/>
            <p:cNvSpPr/>
            <p:nvPr/>
          </p:nvSpPr>
          <p:spPr>
            <a:xfrm>
              <a:off x="3070860" y="6088379"/>
              <a:ext cx="500380" cy="462280"/>
            </a:xfrm>
            <a:custGeom>
              <a:avLst/>
              <a:gdLst/>
              <a:ahLst/>
              <a:cxnLst/>
              <a:rect l="l" t="t" r="r" b="b"/>
              <a:pathLst>
                <a:path w="500379" h="462279">
                  <a:moveTo>
                    <a:pt x="0" y="461772"/>
                  </a:moveTo>
                  <a:lnTo>
                    <a:pt x="499872" y="461772"/>
                  </a:lnTo>
                  <a:lnTo>
                    <a:pt x="499872" y="0"/>
                  </a:lnTo>
                  <a:lnTo>
                    <a:pt x="0" y="0"/>
                  </a:lnTo>
                  <a:lnTo>
                    <a:pt x="0" y="461772"/>
                  </a:lnTo>
                  <a:close/>
                </a:path>
              </a:pathLst>
            </a:custGeom>
            <a:ln w="6095">
              <a:solidFill>
                <a:srgbClr val="FFC000"/>
              </a:solidFill>
            </a:ln>
          </p:spPr>
          <p:txBody>
            <a:bodyPr wrap="square" lIns="0" tIns="0" rIns="0" bIns="0" rtlCol="0"/>
            <a:lstStyle/>
            <a:p>
              <a:endParaRPr sz="1488"/>
            </a:p>
          </p:txBody>
        </p:sp>
      </p:grpSp>
      <p:sp>
        <p:nvSpPr>
          <p:cNvPr id="60" name="object 60"/>
          <p:cNvSpPr txBox="1"/>
          <p:nvPr/>
        </p:nvSpPr>
        <p:spPr>
          <a:xfrm>
            <a:off x="3933623" y="5046621"/>
            <a:ext cx="149114" cy="316072"/>
          </a:xfrm>
          <a:prstGeom prst="rect">
            <a:avLst/>
          </a:prstGeom>
        </p:spPr>
        <p:txBody>
          <a:bodyPr vert="horz" wrap="square" lIns="0" tIns="10501" rIns="0" bIns="0" rtlCol="0">
            <a:spAutoFit/>
          </a:bodyPr>
          <a:lstStyle/>
          <a:p>
            <a:pPr marL="10502">
              <a:spcBef>
                <a:spcPts val="83"/>
              </a:spcBef>
            </a:pPr>
            <a:r>
              <a:rPr sz="1985" dirty="0">
                <a:latin typeface="Calibri"/>
                <a:cs typeface="Calibri"/>
              </a:rPr>
              <a:t>0</a:t>
            </a:r>
            <a:endParaRPr sz="1985">
              <a:latin typeface="Calibri"/>
              <a:cs typeface="Calibri"/>
            </a:endParaRPr>
          </a:p>
        </p:txBody>
      </p:sp>
      <p:grpSp>
        <p:nvGrpSpPr>
          <p:cNvPr id="61" name="object 61"/>
          <p:cNvGrpSpPr/>
          <p:nvPr/>
        </p:nvGrpSpPr>
        <p:grpSpPr>
          <a:xfrm>
            <a:off x="4414254" y="5031562"/>
            <a:ext cx="418991" cy="387488"/>
            <a:chOff x="3812921" y="6085204"/>
            <a:chExt cx="506730" cy="468630"/>
          </a:xfrm>
        </p:grpSpPr>
        <p:pic>
          <p:nvPicPr>
            <p:cNvPr id="62" name="object 62"/>
            <p:cNvPicPr/>
            <p:nvPr/>
          </p:nvPicPr>
          <p:blipFill>
            <a:blip r:embed="rId17" cstate="print"/>
            <a:stretch>
              <a:fillRect/>
            </a:stretch>
          </p:blipFill>
          <p:spPr>
            <a:xfrm>
              <a:off x="3816096" y="6088379"/>
              <a:ext cx="499872" cy="461772"/>
            </a:xfrm>
            <a:prstGeom prst="rect">
              <a:avLst/>
            </a:prstGeom>
          </p:spPr>
        </p:pic>
        <p:sp>
          <p:nvSpPr>
            <p:cNvPr id="63" name="object 63"/>
            <p:cNvSpPr/>
            <p:nvPr/>
          </p:nvSpPr>
          <p:spPr>
            <a:xfrm>
              <a:off x="3816096" y="6088379"/>
              <a:ext cx="500380" cy="462280"/>
            </a:xfrm>
            <a:custGeom>
              <a:avLst/>
              <a:gdLst/>
              <a:ahLst/>
              <a:cxnLst/>
              <a:rect l="l" t="t" r="r" b="b"/>
              <a:pathLst>
                <a:path w="500379" h="462279">
                  <a:moveTo>
                    <a:pt x="0" y="461772"/>
                  </a:moveTo>
                  <a:lnTo>
                    <a:pt x="499872" y="461772"/>
                  </a:lnTo>
                  <a:lnTo>
                    <a:pt x="499872" y="0"/>
                  </a:lnTo>
                  <a:lnTo>
                    <a:pt x="0" y="0"/>
                  </a:lnTo>
                  <a:lnTo>
                    <a:pt x="0" y="461772"/>
                  </a:lnTo>
                  <a:close/>
                </a:path>
              </a:pathLst>
            </a:custGeom>
            <a:ln w="6095">
              <a:solidFill>
                <a:srgbClr val="FFC000"/>
              </a:solidFill>
            </a:ln>
          </p:spPr>
          <p:txBody>
            <a:bodyPr wrap="square" lIns="0" tIns="0" rIns="0" bIns="0" rtlCol="0"/>
            <a:lstStyle/>
            <a:p>
              <a:endParaRPr sz="1488"/>
            </a:p>
          </p:txBody>
        </p:sp>
      </p:grpSp>
      <p:sp>
        <p:nvSpPr>
          <p:cNvPr id="64" name="object 64"/>
          <p:cNvSpPr txBox="1"/>
          <p:nvPr/>
        </p:nvSpPr>
        <p:spPr>
          <a:xfrm>
            <a:off x="4419399" y="5046621"/>
            <a:ext cx="408490" cy="316072"/>
          </a:xfrm>
          <a:prstGeom prst="rect">
            <a:avLst/>
          </a:prstGeom>
        </p:spPr>
        <p:txBody>
          <a:bodyPr vert="horz" wrap="square" lIns="0" tIns="10501" rIns="0" bIns="0" rtlCol="0">
            <a:spAutoFit/>
          </a:bodyPr>
          <a:lstStyle/>
          <a:p>
            <a:pPr marL="1050" algn="ctr">
              <a:spcBef>
                <a:spcPts val="83"/>
              </a:spcBef>
            </a:pPr>
            <a:r>
              <a:rPr sz="1985" dirty="0">
                <a:latin typeface="Calibri"/>
                <a:cs typeface="Calibri"/>
              </a:rPr>
              <a:t>0</a:t>
            </a:r>
            <a:endParaRPr sz="1985">
              <a:latin typeface="Calibri"/>
              <a:cs typeface="Calibri"/>
            </a:endParaRPr>
          </a:p>
        </p:txBody>
      </p:sp>
      <p:grpSp>
        <p:nvGrpSpPr>
          <p:cNvPr id="65" name="object 65"/>
          <p:cNvGrpSpPr/>
          <p:nvPr/>
        </p:nvGrpSpPr>
        <p:grpSpPr>
          <a:xfrm>
            <a:off x="1378619" y="2395387"/>
            <a:ext cx="404813" cy="387488"/>
            <a:chOff x="141604" y="2896997"/>
            <a:chExt cx="489584" cy="468630"/>
          </a:xfrm>
        </p:grpSpPr>
        <p:pic>
          <p:nvPicPr>
            <p:cNvPr id="66" name="object 66"/>
            <p:cNvPicPr/>
            <p:nvPr/>
          </p:nvPicPr>
          <p:blipFill>
            <a:blip r:embed="rId18" cstate="print"/>
            <a:stretch>
              <a:fillRect/>
            </a:stretch>
          </p:blipFill>
          <p:spPr>
            <a:xfrm>
              <a:off x="144779" y="2900172"/>
              <a:ext cx="483108" cy="461772"/>
            </a:xfrm>
            <a:prstGeom prst="rect">
              <a:avLst/>
            </a:prstGeom>
          </p:spPr>
        </p:pic>
        <p:sp>
          <p:nvSpPr>
            <p:cNvPr id="67" name="object 67"/>
            <p:cNvSpPr/>
            <p:nvPr/>
          </p:nvSpPr>
          <p:spPr>
            <a:xfrm>
              <a:off x="144779" y="2900172"/>
              <a:ext cx="483234" cy="462280"/>
            </a:xfrm>
            <a:custGeom>
              <a:avLst/>
              <a:gdLst/>
              <a:ahLst/>
              <a:cxnLst/>
              <a:rect l="l" t="t" r="r" b="b"/>
              <a:pathLst>
                <a:path w="483234" h="462279">
                  <a:moveTo>
                    <a:pt x="0" y="461772"/>
                  </a:moveTo>
                  <a:lnTo>
                    <a:pt x="483108" y="461772"/>
                  </a:lnTo>
                  <a:lnTo>
                    <a:pt x="483108" y="0"/>
                  </a:lnTo>
                  <a:lnTo>
                    <a:pt x="0" y="0"/>
                  </a:lnTo>
                  <a:lnTo>
                    <a:pt x="0" y="461772"/>
                  </a:lnTo>
                  <a:close/>
                </a:path>
              </a:pathLst>
            </a:custGeom>
            <a:ln w="6096">
              <a:solidFill>
                <a:srgbClr val="FFC000"/>
              </a:solidFill>
            </a:ln>
          </p:spPr>
          <p:txBody>
            <a:bodyPr wrap="square" lIns="0" tIns="0" rIns="0" bIns="0" rtlCol="0"/>
            <a:lstStyle/>
            <a:p>
              <a:endParaRPr sz="1488"/>
            </a:p>
          </p:txBody>
        </p:sp>
      </p:grpSp>
      <p:sp>
        <p:nvSpPr>
          <p:cNvPr id="68" name="object 68"/>
          <p:cNvSpPr txBox="1"/>
          <p:nvPr/>
        </p:nvSpPr>
        <p:spPr>
          <a:xfrm>
            <a:off x="1506837" y="2409459"/>
            <a:ext cx="149114" cy="316072"/>
          </a:xfrm>
          <a:prstGeom prst="rect">
            <a:avLst/>
          </a:prstGeom>
        </p:spPr>
        <p:txBody>
          <a:bodyPr vert="horz" wrap="square" lIns="0" tIns="10501" rIns="0" bIns="0" rtlCol="0">
            <a:spAutoFit/>
          </a:bodyPr>
          <a:lstStyle/>
          <a:p>
            <a:pPr marL="10502">
              <a:spcBef>
                <a:spcPts val="83"/>
              </a:spcBef>
            </a:pPr>
            <a:r>
              <a:rPr sz="1985" dirty="0">
                <a:latin typeface="Calibri"/>
                <a:cs typeface="Calibri"/>
              </a:rPr>
              <a:t>2</a:t>
            </a:r>
            <a:endParaRPr sz="1985">
              <a:latin typeface="Calibri"/>
              <a:cs typeface="Calibri"/>
            </a:endParaRPr>
          </a:p>
        </p:txBody>
      </p:sp>
      <p:grpSp>
        <p:nvGrpSpPr>
          <p:cNvPr id="69" name="object 69"/>
          <p:cNvGrpSpPr/>
          <p:nvPr/>
        </p:nvGrpSpPr>
        <p:grpSpPr>
          <a:xfrm>
            <a:off x="1364757" y="2972523"/>
            <a:ext cx="418991" cy="387488"/>
            <a:chOff x="124840" y="3594989"/>
            <a:chExt cx="506730" cy="468630"/>
          </a:xfrm>
        </p:grpSpPr>
        <p:pic>
          <p:nvPicPr>
            <p:cNvPr id="70" name="object 70"/>
            <p:cNvPicPr/>
            <p:nvPr/>
          </p:nvPicPr>
          <p:blipFill>
            <a:blip r:embed="rId19" cstate="print"/>
            <a:stretch>
              <a:fillRect/>
            </a:stretch>
          </p:blipFill>
          <p:spPr>
            <a:xfrm>
              <a:off x="128015" y="3598164"/>
              <a:ext cx="499872" cy="461772"/>
            </a:xfrm>
            <a:prstGeom prst="rect">
              <a:avLst/>
            </a:prstGeom>
          </p:spPr>
        </p:pic>
        <p:sp>
          <p:nvSpPr>
            <p:cNvPr id="71" name="object 71"/>
            <p:cNvSpPr/>
            <p:nvPr/>
          </p:nvSpPr>
          <p:spPr>
            <a:xfrm>
              <a:off x="128015" y="3598164"/>
              <a:ext cx="500380" cy="462280"/>
            </a:xfrm>
            <a:custGeom>
              <a:avLst/>
              <a:gdLst/>
              <a:ahLst/>
              <a:cxnLst/>
              <a:rect l="l" t="t" r="r" b="b"/>
              <a:pathLst>
                <a:path w="500380" h="462279">
                  <a:moveTo>
                    <a:pt x="0" y="461772"/>
                  </a:moveTo>
                  <a:lnTo>
                    <a:pt x="499872" y="461772"/>
                  </a:lnTo>
                  <a:lnTo>
                    <a:pt x="499872" y="0"/>
                  </a:lnTo>
                  <a:lnTo>
                    <a:pt x="0" y="0"/>
                  </a:lnTo>
                  <a:lnTo>
                    <a:pt x="0" y="461772"/>
                  </a:lnTo>
                  <a:close/>
                </a:path>
              </a:pathLst>
            </a:custGeom>
            <a:ln w="6096">
              <a:solidFill>
                <a:srgbClr val="FFC000"/>
              </a:solidFill>
            </a:ln>
          </p:spPr>
          <p:txBody>
            <a:bodyPr wrap="square" lIns="0" tIns="0" rIns="0" bIns="0" rtlCol="0"/>
            <a:lstStyle/>
            <a:p>
              <a:endParaRPr sz="1488"/>
            </a:p>
          </p:txBody>
        </p:sp>
      </p:grpSp>
      <p:sp>
        <p:nvSpPr>
          <p:cNvPr id="72" name="object 72"/>
          <p:cNvSpPr txBox="1"/>
          <p:nvPr/>
        </p:nvSpPr>
        <p:spPr>
          <a:xfrm>
            <a:off x="1499780" y="2986343"/>
            <a:ext cx="149114" cy="316072"/>
          </a:xfrm>
          <a:prstGeom prst="rect">
            <a:avLst/>
          </a:prstGeom>
        </p:spPr>
        <p:txBody>
          <a:bodyPr vert="horz" wrap="square" lIns="0" tIns="10501" rIns="0" bIns="0" rtlCol="0">
            <a:spAutoFit/>
          </a:bodyPr>
          <a:lstStyle/>
          <a:p>
            <a:pPr marL="10502">
              <a:spcBef>
                <a:spcPts val="83"/>
              </a:spcBef>
            </a:pPr>
            <a:r>
              <a:rPr sz="1985" dirty="0">
                <a:latin typeface="Calibri"/>
                <a:cs typeface="Calibri"/>
              </a:rPr>
              <a:t>0</a:t>
            </a:r>
            <a:endParaRPr sz="1985">
              <a:latin typeface="Calibri"/>
              <a:cs typeface="Calibri"/>
            </a:endParaRPr>
          </a:p>
        </p:txBody>
      </p:sp>
      <p:grpSp>
        <p:nvGrpSpPr>
          <p:cNvPr id="73" name="object 73"/>
          <p:cNvGrpSpPr/>
          <p:nvPr/>
        </p:nvGrpSpPr>
        <p:grpSpPr>
          <a:xfrm>
            <a:off x="1355936" y="3549658"/>
            <a:ext cx="418991" cy="387488"/>
            <a:chOff x="114172" y="4292980"/>
            <a:chExt cx="506730" cy="468630"/>
          </a:xfrm>
        </p:grpSpPr>
        <p:pic>
          <p:nvPicPr>
            <p:cNvPr id="74" name="object 74"/>
            <p:cNvPicPr/>
            <p:nvPr/>
          </p:nvPicPr>
          <p:blipFill>
            <a:blip r:embed="rId20" cstate="print"/>
            <a:stretch>
              <a:fillRect/>
            </a:stretch>
          </p:blipFill>
          <p:spPr>
            <a:xfrm>
              <a:off x="117347" y="4296155"/>
              <a:ext cx="499872" cy="461772"/>
            </a:xfrm>
            <a:prstGeom prst="rect">
              <a:avLst/>
            </a:prstGeom>
          </p:spPr>
        </p:pic>
        <p:sp>
          <p:nvSpPr>
            <p:cNvPr id="75" name="object 75"/>
            <p:cNvSpPr/>
            <p:nvPr/>
          </p:nvSpPr>
          <p:spPr>
            <a:xfrm>
              <a:off x="117347" y="4296155"/>
              <a:ext cx="500380" cy="462280"/>
            </a:xfrm>
            <a:custGeom>
              <a:avLst/>
              <a:gdLst/>
              <a:ahLst/>
              <a:cxnLst/>
              <a:rect l="l" t="t" r="r" b="b"/>
              <a:pathLst>
                <a:path w="500380" h="462279">
                  <a:moveTo>
                    <a:pt x="0" y="461772"/>
                  </a:moveTo>
                  <a:lnTo>
                    <a:pt x="499872" y="461772"/>
                  </a:lnTo>
                  <a:lnTo>
                    <a:pt x="499872" y="0"/>
                  </a:lnTo>
                  <a:lnTo>
                    <a:pt x="0" y="0"/>
                  </a:lnTo>
                  <a:lnTo>
                    <a:pt x="0" y="461772"/>
                  </a:lnTo>
                  <a:close/>
                </a:path>
              </a:pathLst>
            </a:custGeom>
            <a:ln w="6096">
              <a:solidFill>
                <a:srgbClr val="FFC000"/>
              </a:solidFill>
            </a:ln>
          </p:spPr>
          <p:txBody>
            <a:bodyPr wrap="square" lIns="0" tIns="0" rIns="0" bIns="0" rtlCol="0"/>
            <a:lstStyle/>
            <a:p>
              <a:endParaRPr sz="1488"/>
            </a:p>
          </p:txBody>
        </p:sp>
      </p:grpSp>
      <p:sp>
        <p:nvSpPr>
          <p:cNvPr id="76" name="object 76"/>
          <p:cNvSpPr txBox="1"/>
          <p:nvPr/>
        </p:nvSpPr>
        <p:spPr>
          <a:xfrm>
            <a:off x="1491212" y="3563941"/>
            <a:ext cx="149114" cy="316072"/>
          </a:xfrm>
          <a:prstGeom prst="rect">
            <a:avLst/>
          </a:prstGeom>
        </p:spPr>
        <p:txBody>
          <a:bodyPr vert="horz" wrap="square" lIns="0" tIns="10501" rIns="0" bIns="0" rtlCol="0">
            <a:spAutoFit/>
          </a:bodyPr>
          <a:lstStyle/>
          <a:p>
            <a:pPr marL="10502">
              <a:spcBef>
                <a:spcPts val="83"/>
              </a:spcBef>
            </a:pPr>
            <a:r>
              <a:rPr sz="1985" dirty="0">
                <a:latin typeface="Calibri"/>
                <a:cs typeface="Calibri"/>
              </a:rPr>
              <a:t>0</a:t>
            </a:r>
            <a:endParaRPr sz="1985">
              <a:latin typeface="Calibri"/>
              <a:cs typeface="Calibri"/>
            </a:endParaRPr>
          </a:p>
        </p:txBody>
      </p:sp>
      <p:grpSp>
        <p:nvGrpSpPr>
          <p:cNvPr id="77" name="object 77"/>
          <p:cNvGrpSpPr/>
          <p:nvPr/>
        </p:nvGrpSpPr>
        <p:grpSpPr>
          <a:xfrm>
            <a:off x="1417683" y="125906"/>
            <a:ext cx="404813" cy="387488"/>
            <a:chOff x="188848" y="152272"/>
            <a:chExt cx="489584" cy="468630"/>
          </a:xfrm>
        </p:grpSpPr>
        <p:pic>
          <p:nvPicPr>
            <p:cNvPr id="78" name="object 78"/>
            <p:cNvPicPr/>
            <p:nvPr/>
          </p:nvPicPr>
          <p:blipFill>
            <a:blip r:embed="rId18" cstate="print"/>
            <a:stretch>
              <a:fillRect/>
            </a:stretch>
          </p:blipFill>
          <p:spPr>
            <a:xfrm>
              <a:off x="192023" y="155447"/>
              <a:ext cx="483108" cy="461772"/>
            </a:xfrm>
            <a:prstGeom prst="rect">
              <a:avLst/>
            </a:prstGeom>
          </p:spPr>
        </p:pic>
        <p:sp>
          <p:nvSpPr>
            <p:cNvPr id="79" name="object 79"/>
            <p:cNvSpPr/>
            <p:nvPr/>
          </p:nvSpPr>
          <p:spPr>
            <a:xfrm>
              <a:off x="192023" y="155447"/>
              <a:ext cx="483234" cy="462280"/>
            </a:xfrm>
            <a:custGeom>
              <a:avLst/>
              <a:gdLst/>
              <a:ahLst/>
              <a:cxnLst/>
              <a:rect l="l" t="t" r="r" b="b"/>
              <a:pathLst>
                <a:path w="483234" h="462280">
                  <a:moveTo>
                    <a:pt x="0" y="461772"/>
                  </a:moveTo>
                  <a:lnTo>
                    <a:pt x="483108" y="461772"/>
                  </a:lnTo>
                  <a:lnTo>
                    <a:pt x="483108" y="0"/>
                  </a:lnTo>
                  <a:lnTo>
                    <a:pt x="0" y="0"/>
                  </a:lnTo>
                  <a:lnTo>
                    <a:pt x="0" y="461772"/>
                  </a:lnTo>
                  <a:close/>
                </a:path>
              </a:pathLst>
            </a:custGeom>
            <a:ln w="6096">
              <a:solidFill>
                <a:srgbClr val="FFC000"/>
              </a:solidFill>
            </a:ln>
          </p:spPr>
          <p:txBody>
            <a:bodyPr wrap="square" lIns="0" tIns="0" rIns="0" bIns="0" rtlCol="0"/>
            <a:lstStyle/>
            <a:p>
              <a:endParaRPr sz="1488"/>
            </a:p>
          </p:txBody>
        </p:sp>
      </p:grpSp>
      <p:sp>
        <p:nvSpPr>
          <p:cNvPr id="80" name="object 80"/>
          <p:cNvSpPr txBox="1"/>
          <p:nvPr/>
        </p:nvSpPr>
        <p:spPr>
          <a:xfrm>
            <a:off x="1545900" y="140189"/>
            <a:ext cx="149114" cy="316072"/>
          </a:xfrm>
          <a:prstGeom prst="rect">
            <a:avLst/>
          </a:prstGeom>
        </p:spPr>
        <p:txBody>
          <a:bodyPr vert="horz" wrap="square" lIns="0" tIns="10501" rIns="0" bIns="0" rtlCol="0">
            <a:spAutoFit/>
          </a:bodyPr>
          <a:lstStyle/>
          <a:p>
            <a:pPr marL="10502">
              <a:spcBef>
                <a:spcPts val="83"/>
              </a:spcBef>
            </a:pPr>
            <a:r>
              <a:rPr sz="1985" dirty="0">
                <a:latin typeface="Calibri"/>
                <a:cs typeface="Calibri"/>
              </a:rPr>
              <a:t>2</a:t>
            </a:r>
            <a:endParaRPr sz="1985">
              <a:latin typeface="Calibri"/>
              <a:cs typeface="Calibri"/>
            </a:endParaRPr>
          </a:p>
        </p:txBody>
      </p:sp>
      <p:grpSp>
        <p:nvGrpSpPr>
          <p:cNvPr id="81" name="object 81"/>
          <p:cNvGrpSpPr/>
          <p:nvPr/>
        </p:nvGrpSpPr>
        <p:grpSpPr>
          <a:xfrm>
            <a:off x="1403822" y="703042"/>
            <a:ext cx="418991" cy="387488"/>
            <a:chOff x="172085" y="850264"/>
            <a:chExt cx="506730" cy="468630"/>
          </a:xfrm>
        </p:grpSpPr>
        <p:pic>
          <p:nvPicPr>
            <p:cNvPr id="82" name="object 82"/>
            <p:cNvPicPr/>
            <p:nvPr/>
          </p:nvPicPr>
          <p:blipFill>
            <a:blip r:embed="rId20" cstate="print"/>
            <a:stretch>
              <a:fillRect/>
            </a:stretch>
          </p:blipFill>
          <p:spPr>
            <a:xfrm>
              <a:off x="175260" y="853439"/>
              <a:ext cx="499872" cy="461772"/>
            </a:xfrm>
            <a:prstGeom prst="rect">
              <a:avLst/>
            </a:prstGeom>
          </p:spPr>
        </p:pic>
        <p:sp>
          <p:nvSpPr>
            <p:cNvPr id="83" name="object 83"/>
            <p:cNvSpPr/>
            <p:nvPr/>
          </p:nvSpPr>
          <p:spPr>
            <a:xfrm>
              <a:off x="175260" y="853439"/>
              <a:ext cx="500380" cy="462280"/>
            </a:xfrm>
            <a:custGeom>
              <a:avLst/>
              <a:gdLst/>
              <a:ahLst/>
              <a:cxnLst/>
              <a:rect l="l" t="t" r="r" b="b"/>
              <a:pathLst>
                <a:path w="500380" h="462280">
                  <a:moveTo>
                    <a:pt x="0" y="461772"/>
                  </a:moveTo>
                  <a:lnTo>
                    <a:pt x="499872" y="461772"/>
                  </a:lnTo>
                  <a:lnTo>
                    <a:pt x="499872" y="0"/>
                  </a:lnTo>
                  <a:lnTo>
                    <a:pt x="0" y="0"/>
                  </a:lnTo>
                  <a:lnTo>
                    <a:pt x="0" y="461772"/>
                  </a:lnTo>
                  <a:close/>
                </a:path>
              </a:pathLst>
            </a:custGeom>
            <a:ln w="6096">
              <a:solidFill>
                <a:srgbClr val="FFC000"/>
              </a:solidFill>
            </a:ln>
          </p:spPr>
          <p:txBody>
            <a:bodyPr wrap="square" lIns="0" tIns="0" rIns="0" bIns="0" rtlCol="0"/>
            <a:lstStyle/>
            <a:p>
              <a:endParaRPr sz="1488"/>
            </a:p>
          </p:txBody>
        </p:sp>
      </p:grpSp>
      <p:sp>
        <p:nvSpPr>
          <p:cNvPr id="84" name="object 84"/>
          <p:cNvSpPr txBox="1"/>
          <p:nvPr/>
        </p:nvSpPr>
        <p:spPr>
          <a:xfrm>
            <a:off x="1538844" y="717324"/>
            <a:ext cx="149114" cy="316072"/>
          </a:xfrm>
          <a:prstGeom prst="rect">
            <a:avLst/>
          </a:prstGeom>
        </p:spPr>
        <p:txBody>
          <a:bodyPr vert="horz" wrap="square" lIns="0" tIns="10501" rIns="0" bIns="0" rtlCol="0">
            <a:spAutoFit/>
          </a:bodyPr>
          <a:lstStyle/>
          <a:p>
            <a:pPr marL="10502">
              <a:spcBef>
                <a:spcPts val="83"/>
              </a:spcBef>
            </a:pPr>
            <a:r>
              <a:rPr sz="1985" dirty="0">
                <a:latin typeface="Calibri"/>
                <a:cs typeface="Calibri"/>
              </a:rPr>
              <a:t>0</a:t>
            </a:r>
            <a:endParaRPr sz="1985">
              <a:latin typeface="Calibri"/>
              <a:cs typeface="Calibri"/>
            </a:endParaRPr>
          </a:p>
        </p:txBody>
      </p:sp>
      <p:grpSp>
        <p:nvGrpSpPr>
          <p:cNvPr id="85" name="object 85"/>
          <p:cNvGrpSpPr/>
          <p:nvPr/>
        </p:nvGrpSpPr>
        <p:grpSpPr>
          <a:xfrm>
            <a:off x="1395001" y="1280179"/>
            <a:ext cx="418991" cy="387488"/>
            <a:chOff x="161417" y="1548257"/>
            <a:chExt cx="506730" cy="468630"/>
          </a:xfrm>
        </p:grpSpPr>
        <p:pic>
          <p:nvPicPr>
            <p:cNvPr id="86" name="object 86"/>
            <p:cNvPicPr/>
            <p:nvPr/>
          </p:nvPicPr>
          <p:blipFill>
            <a:blip r:embed="rId20" cstate="print"/>
            <a:stretch>
              <a:fillRect/>
            </a:stretch>
          </p:blipFill>
          <p:spPr>
            <a:xfrm>
              <a:off x="164592" y="1551432"/>
              <a:ext cx="499872" cy="461772"/>
            </a:xfrm>
            <a:prstGeom prst="rect">
              <a:avLst/>
            </a:prstGeom>
          </p:spPr>
        </p:pic>
        <p:sp>
          <p:nvSpPr>
            <p:cNvPr id="87" name="object 87"/>
            <p:cNvSpPr/>
            <p:nvPr/>
          </p:nvSpPr>
          <p:spPr>
            <a:xfrm>
              <a:off x="164592" y="1551432"/>
              <a:ext cx="500380" cy="462280"/>
            </a:xfrm>
            <a:custGeom>
              <a:avLst/>
              <a:gdLst/>
              <a:ahLst/>
              <a:cxnLst/>
              <a:rect l="l" t="t" r="r" b="b"/>
              <a:pathLst>
                <a:path w="500380" h="462280">
                  <a:moveTo>
                    <a:pt x="0" y="461772"/>
                  </a:moveTo>
                  <a:lnTo>
                    <a:pt x="499872" y="461772"/>
                  </a:lnTo>
                  <a:lnTo>
                    <a:pt x="499872" y="0"/>
                  </a:lnTo>
                  <a:lnTo>
                    <a:pt x="0" y="0"/>
                  </a:lnTo>
                  <a:lnTo>
                    <a:pt x="0" y="461772"/>
                  </a:lnTo>
                  <a:close/>
                </a:path>
              </a:pathLst>
            </a:custGeom>
            <a:ln w="6096">
              <a:solidFill>
                <a:srgbClr val="FFC000"/>
              </a:solidFill>
            </a:ln>
          </p:spPr>
          <p:txBody>
            <a:bodyPr wrap="square" lIns="0" tIns="0" rIns="0" bIns="0" rtlCol="0"/>
            <a:lstStyle/>
            <a:p>
              <a:endParaRPr sz="1488"/>
            </a:p>
          </p:txBody>
        </p:sp>
      </p:grpSp>
      <p:sp>
        <p:nvSpPr>
          <p:cNvPr id="88" name="object 88"/>
          <p:cNvSpPr txBox="1"/>
          <p:nvPr/>
        </p:nvSpPr>
        <p:spPr>
          <a:xfrm>
            <a:off x="1400147" y="1294460"/>
            <a:ext cx="411115" cy="316072"/>
          </a:xfrm>
          <a:prstGeom prst="rect">
            <a:avLst/>
          </a:prstGeom>
        </p:spPr>
        <p:txBody>
          <a:bodyPr vert="horz" wrap="square" lIns="0" tIns="10501" rIns="0" bIns="0" rtlCol="0">
            <a:spAutoFit/>
          </a:bodyPr>
          <a:lstStyle/>
          <a:p>
            <a:pPr algn="ctr">
              <a:spcBef>
                <a:spcPts val="83"/>
              </a:spcBef>
            </a:pPr>
            <a:r>
              <a:rPr sz="1985" dirty="0">
                <a:latin typeface="Calibri"/>
                <a:cs typeface="Calibri"/>
              </a:rPr>
              <a:t>0</a:t>
            </a:r>
            <a:endParaRPr sz="1985">
              <a:latin typeface="Calibri"/>
              <a:cs typeface="Calibri"/>
            </a:endParaRPr>
          </a:p>
        </p:txBody>
      </p:sp>
      <p:grpSp>
        <p:nvGrpSpPr>
          <p:cNvPr id="89" name="object 89"/>
          <p:cNvGrpSpPr/>
          <p:nvPr/>
        </p:nvGrpSpPr>
        <p:grpSpPr>
          <a:xfrm>
            <a:off x="6320819" y="1627974"/>
            <a:ext cx="404813" cy="385912"/>
            <a:chOff x="6118733" y="1968880"/>
            <a:chExt cx="489584" cy="466725"/>
          </a:xfrm>
        </p:grpSpPr>
        <p:pic>
          <p:nvPicPr>
            <p:cNvPr id="90" name="object 90"/>
            <p:cNvPicPr/>
            <p:nvPr/>
          </p:nvPicPr>
          <p:blipFill>
            <a:blip r:embed="rId21" cstate="print"/>
            <a:stretch>
              <a:fillRect/>
            </a:stretch>
          </p:blipFill>
          <p:spPr>
            <a:xfrm>
              <a:off x="6121908" y="1972055"/>
              <a:ext cx="483108" cy="460248"/>
            </a:xfrm>
            <a:prstGeom prst="rect">
              <a:avLst/>
            </a:prstGeom>
          </p:spPr>
        </p:pic>
        <p:sp>
          <p:nvSpPr>
            <p:cNvPr id="91" name="object 91"/>
            <p:cNvSpPr/>
            <p:nvPr/>
          </p:nvSpPr>
          <p:spPr>
            <a:xfrm>
              <a:off x="6121908" y="1972055"/>
              <a:ext cx="483234" cy="460375"/>
            </a:xfrm>
            <a:custGeom>
              <a:avLst/>
              <a:gdLst/>
              <a:ahLst/>
              <a:cxnLst/>
              <a:rect l="l" t="t" r="r" b="b"/>
              <a:pathLst>
                <a:path w="483234" h="460375">
                  <a:moveTo>
                    <a:pt x="0" y="460248"/>
                  </a:moveTo>
                  <a:lnTo>
                    <a:pt x="483108" y="460248"/>
                  </a:lnTo>
                  <a:lnTo>
                    <a:pt x="483108" y="0"/>
                  </a:lnTo>
                  <a:lnTo>
                    <a:pt x="0" y="0"/>
                  </a:lnTo>
                  <a:lnTo>
                    <a:pt x="0" y="460248"/>
                  </a:lnTo>
                  <a:close/>
                </a:path>
              </a:pathLst>
            </a:custGeom>
            <a:ln w="6096">
              <a:solidFill>
                <a:srgbClr val="FFC000"/>
              </a:solidFill>
            </a:ln>
          </p:spPr>
          <p:txBody>
            <a:bodyPr wrap="square" lIns="0" tIns="0" rIns="0" bIns="0" rtlCol="0"/>
            <a:lstStyle/>
            <a:p>
              <a:endParaRPr sz="1488"/>
            </a:p>
          </p:txBody>
        </p:sp>
      </p:grpSp>
      <p:sp>
        <p:nvSpPr>
          <p:cNvPr id="92" name="object 92"/>
          <p:cNvSpPr txBox="1"/>
          <p:nvPr/>
        </p:nvSpPr>
        <p:spPr>
          <a:xfrm>
            <a:off x="6449772" y="1641519"/>
            <a:ext cx="149114" cy="316072"/>
          </a:xfrm>
          <a:prstGeom prst="rect">
            <a:avLst/>
          </a:prstGeom>
        </p:spPr>
        <p:txBody>
          <a:bodyPr vert="horz" wrap="square" lIns="0" tIns="10501" rIns="0" bIns="0" rtlCol="0">
            <a:spAutoFit/>
          </a:bodyPr>
          <a:lstStyle/>
          <a:p>
            <a:pPr marL="10502">
              <a:spcBef>
                <a:spcPts val="83"/>
              </a:spcBef>
            </a:pPr>
            <a:r>
              <a:rPr sz="1985" dirty="0">
                <a:latin typeface="Calibri"/>
                <a:cs typeface="Calibri"/>
              </a:rPr>
              <a:t>2</a:t>
            </a:r>
            <a:endParaRPr sz="1985">
              <a:latin typeface="Calibri"/>
              <a:cs typeface="Calibri"/>
            </a:endParaRPr>
          </a:p>
        </p:txBody>
      </p:sp>
      <p:grpSp>
        <p:nvGrpSpPr>
          <p:cNvPr id="93" name="object 93"/>
          <p:cNvGrpSpPr/>
          <p:nvPr/>
        </p:nvGrpSpPr>
        <p:grpSpPr>
          <a:xfrm>
            <a:off x="6306958" y="2203848"/>
            <a:ext cx="418991" cy="387488"/>
            <a:chOff x="6101969" y="2665348"/>
            <a:chExt cx="506730" cy="468630"/>
          </a:xfrm>
        </p:grpSpPr>
        <p:pic>
          <p:nvPicPr>
            <p:cNvPr id="94" name="object 94"/>
            <p:cNvPicPr/>
            <p:nvPr/>
          </p:nvPicPr>
          <p:blipFill>
            <a:blip r:embed="rId17" cstate="print"/>
            <a:stretch>
              <a:fillRect/>
            </a:stretch>
          </p:blipFill>
          <p:spPr>
            <a:xfrm>
              <a:off x="6105144" y="2668523"/>
              <a:ext cx="499872" cy="461772"/>
            </a:xfrm>
            <a:prstGeom prst="rect">
              <a:avLst/>
            </a:prstGeom>
          </p:spPr>
        </p:pic>
        <p:sp>
          <p:nvSpPr>
            <p:cNvPr id="95" name="object 95"/>
            <p:cNvSpPr/>
            <p:nvPr/>
          </p:nvSpPr>
          <p:spPr>
            <a:xfrm>
              <a:off x="6105144" y="2668523"/>
              <a:ext cx="500380" cy="462280"/>
            </a:xfrm>
            <a:custGeom>
              <a:avLst/>
              <a:gdLst/>
              <a:ahLst/>
              <a:cxnLst/>
              <a:rect l="l" t="t" r="r" b="b"/>
              <a:pathLst>
                <a:path w="500379" h="462280">
                  <a:moveTo>
                    <a:pt x="0" y="461772"/>
                  </a:moveTo>
                  <a:lnTo>
                    <a:pt x="499872" y="461772"/>
                  </a:lnTo>
                  <a:lnTo>
                    <a:pt x="499872" y="0"/>
                  </a:lnTo>
                  <a:lnTo>
                    <a:pt x="0" y="0"/>
                  </a:lnTo>
                  <a:lnTo>
                    <a:pt x="0" y="461772"/>
                  </a:lnTo>
                  <a:close/>
                </a:path>
              </a:pathLst>
            </a:custGeom>
            <a:ln w="6096">
              <a:solidFill>
                <a:srgbClr val="FFC000"/>
              </a:solidFill>
            </a:ln>
          </p:spPr>
          <p:txBody>
            <a:bodyPr wrap="square" lIns="0" tIns="0" rIns="0" bIns="0" rtlCol="0"/>
            <a:lstStyle/>
            <a:p>
              <a:endParaRPr sz="1488"/>
            </a:p>
          </p:txBody>
        </p:sp>
      </p:grpSp>
      <p:sp>
        <p:nvSpPr>
          <p:cNvPr id="96" name="object 96"/>
          <p:cNvSpPr txBox="1"/>
          <p:nvPr/>
        </p:nvSpPr>
        <p:spPr>
          <a:xfrm>
            <a:off x="6442946" y="2218655"/>
            <a:ext cx="149114" cy="316072"/>
          </a:xfrm>
          <a:prstGeom prst="rect">
            <a:avLst/>
          </a:prstGeom>
        </p:spPr>
        <p:txBody>
          <a:bodyPr vert="horz" wrap="square" lIns="0" tIns="10501" rIns="0" bIns="0" rtlCol="0">
            <a:spAutoFit/>
          </a:bodyPr>
          <a:lstStyle/>
          <a:p>
            <a:pPr marL="10502">
              <a:spcBef>
                <a:spcPts val="83"/>
              </a:spcBef>
            </a:pPr>
            <a:r>
              <a:rPr sz="1985" dirty="0">
                <a:latin typeface="Calibri"/>
                <a:cs typeface="Calibri"/>
              </a:rPr>
              <a:t>0</a:t>
            </a:r>
            <a:endParaRPr sz="1985">
              <a:latin typeface="Calibri"/>
              <a:cs typeface="Calibri"/>
            </a:endParaRPr>
          </a:p>
        </p:txBody>
      </p:sp>
      <p:grpSp>
        <p:nvGrpSpPr>
          <p:cNvPr id="97" name="object 97"/>
          <p:cNvGrpSpPr/>
          <p:nvPr/>
        </p:nvGrpSpPr>
        <p:grpSpPr>
          <a:xfrm>
            <a:off x="6298137" y="2780984"/>
            <a:ext cx="418991" cy="387488"/>
            <a:chOff x="6091301" y="3363340"/>
            <a:chExt cx="506730" cy="468630"/>
          </a:xfrm>
        </p:grpSpPr>
        <p:pic>
          <p:nvPicPr>
            <p:cNvPr id="98" name="object 98"/>
            <p:cNvPicPr/>
            <p:nvPr/>
          </p:nvPicPr>
          <p:blipFill>
            <a:blip r:embed="rId17" cstate="print"/>
            <a:stretch>
              <a:fillRect/>
            </a:stretch>
          </p:blipFill>
          <p:spPr>
            <a:xfrm>
              <a:off x="6094476" y="3366515"/>
              <a:ext cx="499872" cy="461772"/>
            </a:xfrm>
            <a:prstGeom prst="rect">
              <a:avLst/>
            </a:prstGeom>
          </p:spPr>
        </p:pic>
        <p:sp>
          <p:nvSpPr>
            <p:cNvPr id="99" name="object 99"/>
            <p:cNvSpPr/>
            <p:nvPr/>
          </p:nvSpPr>
          <p:spPr>
            <a:xfrm>
              <a:off x="6094476" y="3366515"/>
              <a:ext cx="500380" cy="462280"/>
            </a:xfrm>
            <a:custGeom>
              <a:avLst/>
              <a:gdLst/>
              <a:ahLst/>
              <a:cxnLst/>
              <a:rect l="l" t="t" r="r" b="b"/>
              <a:pathLst>
                <a:path w="500379" h="462279">
                  <a:moveTo>
                    <a:pt x="0" y="461772"/>
                  </a:moveTo>
                  <a:lnTo>
                    <a:pt x="499872" y="461772"/>
                  </a:lnTo>
                  <a:lnTo>
                    <a:pt x="499872" y="0"/>
                  </a:lnTo>
                  <a:lnTo>
                    <a:pt x="0" y="0"/>
                  </a:lnTo>
                  <a:lnTo>
                    <a:pt x="0" y="461772"/>
                  </a:lnTo>
                  <a:close/>
                </a:path>
              </a:pathLst>
            </a:custGeom>
            <a:ln w="6096">
              <a:solidFill>
                <a:srgbClr val="FFC000"/>
              </a:solidFill>
            </a:ln>
          </p:spPr>
          <p:txBody>
            <a:bodyPr wrap="square" lIns="0" tIns="0" rIns="0" bIns="0" rtlCol="0"/>
            <a:lstStyle/>
            <a:p>
              <a:endParaRPr sz="1488"/>
            </a:p>
          </p:txBody>
        </p:sp>
      </p:grpSp>
      <p:sp>
        <p:nvSpPr>
          <p:cNvPr id="100" name="object 100"/>
          <p:cNvSpPr txBox="1"/>
          <p:nvPr/>
        </p:nvSpPr>
        <p:spPr>
          <a:xfrm>
            <a:off x="6434124" y="2795791"/>
            <a:ext cx="149114" cy="316072"/>
          </a:xfrm>
          <a:prstGeom prst="rect">
            <a:avLst/>
          </a:prstGeom>
        </p:spPr>
        <p:txBody>
          <a:bodyPr vert="horz" wrap="square" lIns="0" tIns="10501" rIns="0" bIns="0" rtlCol="0">
            <a:spAutoFit/>
          </a:bodyPr>
          <a:lstStyle/>
          <a:p>
            <a:pPr marL="10502">
              <a:spcBef>
                <a:spcPts val="83"/>
              </a:spcBef>
            </a:pPr>
            <a:r>
              <a:rPr sz="1985" dirty="0">
                <a:latin typeface="Calibri"/>
                <a:cs typeface="Calibri"/>
              </a:rPr>
              <a:t>0</a:t>
            </a:r>
            <a:endParaRPr sz="1985">
              <a:latin typeface="Calibri"/>
              <a:cs typeface="Calibri"/>
            </a:endParaRPr>
          </a:p>
        </p:txBody>
      </p:sp>
      <p:sp>
        <p:nvSpPr>
          <p:cNvPr id="101" name="object 101"/>
          <p:cNvSpPr txBox="1"/>
          <p:nvPr/>
        </p:nvSpPr>
        <p:spPr>
          <a:xfrm>
            <a:off x="3771802" y="241524"/>
            <a:ext cx="135463" cy="316072"/>
          </a:xfrm>
          <a:prstGeom prst="rect">
            <a:avLst/>
          </a:prstGeom>
        </p:spPr>
        <p:txBody>
          <a:bodyPr vert="horz" wrap="square" lIns="0" tIns="10501" rIns="0" bIns="0" rtlCol="0">
            <a:spAutoFit/>
          </a:bodyPr>
          <a:lstStyle/>
          <a:p>
            <a:pPr marL="10502">
              <a:spcBef>
                <a:spcPts val="83"/>
              </a:spcBef>
            </a:pPr>
            <a:r>
              <a:rPr sz="1985" dirty="0">
                <a:latin typeface="Calibri"/>
                <a:cs typeface="Calibri"/>
              </a:rPr>
              <a:t>y</a:t>
            </a:r>
            <a:endParaRPr sz="1985">
              <a:latin typeface="Calibri"/>
              <a:cs typeface="Calibri"/>
            </a:endParaRPr>
          </a:p>
        </p:txBody>
      </p:sp>
      <p:grpSp>
        <p:nvGrpSpPr>
          <p:cNvPr id="102" name="object 102"/>
          <p:cNvGrpSpPr/>
          <p:nvPr/>
        </p:nvGrpSpPr>
        <p:grpSpPr>
          <a:xfrm>
            <a:off x="1807577" y="315241"/>
            <a:ext cx="4522264" cy="5104545"/>
            <a:chOff x="660387" y="381254"/>
            <a:chExt cx="5469255" cy="6173470"/>
          </a:xfrm>
        </p:grpSpPr>
        <p:sp>
          <p:nvSpPr>
            <p:cNvPr id="103" name="object 103"/>
            <p:cNvSpPr/>
            <p:nvPr/>
          </p:nvSpPr>
          <p:spPr>
            <a:xfrm>
              <a:off x="660387" y="381253"/>
              <a:ext cx="5469255" cy="5706745"/>
            </a:xfrm>
            <a:custGeom>
              <a:avLst/>
              <a:gdLst/>
              <a:ahLst/>
              <a:cxnLst/>
              <a:rect l="l" t="t" r="r" b="b"/>
              <a:pathLst>
                <a:path w="5469255" h="5706745">
                  <a:moveTo>
                    <a:pt x="639584" y="3443224"/>
                  </a:moveTo>
                  <a:lnTo>
                    <a:pt x="628510" y="3438055"/>
                  </a:lnTo>
                  <a:lnTo>
                    <a:pt x="639076" y="3442335"/>
                  </a:lnTo>
                  <a:lnTo>
                    <a:pt x="628218" y="3401187"/>
                  </a:lnTo>
                  <a:lnTo>
                    <a:pt x="617359" y="3360039"/>
                  </a:lnTo>
                  <a:lnTo>
                    <a:pt x="596214" y="3378631"/>
                  </a:lnTo>
                  <a:lnTo>
                    <a:pt x="16840" y="2720340"/>
                  </a:lnTo>
                  <a:lnTo>
                    <a:pt x="1968" y="2733548"/>
                  </a:lnTo>
                  <a:lnTo>
                    <a:pt x="581342" y="3391700"/>
                  </a:lnTo>
                  <a:lnTo>
                    <a:pt x="563270" y="3407587"/>
                  </a:lnTo>
                  <a:lnTo>
                    <a:pt x="562381" y="3407156"/>
                  </a:lnTo>
                  <a:lnTo>
                    <a:pt x="562406" y="3408349"/>
                  </a:lnTo>
                  <a:lnTo>
                    <a:pt x="560146" y="3410331"/>
                  </a:lnTo>
                  <a:lnTo>
                    <a:pt x="562483" y="3411283"/>
                  </a:lnTo>
                  <a:lnTo>
                    <a:pt x="563143" y="3435451"/>
                  </a:lnTo>
                  <a:lnTo>
                    <a:pt x="0" y="3450717"/>
                  </a:lnTo>
                  <a:lnTo>
                    <a:pt x="533" y="3470529"/>
                  </a:lnTo>
                  <a:lnTo>
                    <a:pt x="563676" y="3455263"/>
                  </a:lnTo>
                  <a:lnTo>
                    <a:pt x="564159" y="3473183"/>
                  </a:lnTo>
                  <a:lnTo>
                    <a:pt x="559993" y="3474847"/>
                  </a:lnTo>
                  <a:lnTo>
                    <a:pt x="564311" y="3478707"/>
                  </a:lnTo>
                  <a:lnTo>
                    <a:pt x="564451" y="3483356"/>
                  </a:lnTo>
                  <a:lnTo>
                    <a:pt x="567626" y="3481654"/>
                  </a:lnTo>
                  <a:lnTo>
                    <a:pt x="581063" y="3493605"/>
                  </a:lnTo>
                  <a:lnTo>
                    <a:pt x="2006" y="4145026"/>
                  </a:lnTo>
                  <a:lnTo>
                    <a:pt x="16814" y="4158107"/>
                  </a:lnTo>
                  <a:lnTo>
                    <a:pt x="595896" y="3506787"/>
                  </a:lnTo>
                  <a:lnTo>
                    <a:pt x="616978" y="3525520"/>
                  </a:lnTo>
                  <a:lnTo>
                    <a:pt x="628091" y="3484118"/>
                  </a:lnTo>
                  <a:lnTo>
                    <a:pt x="638987" y="3443541"/>
                  </a:lnTo>
                  <a:lnTo>
                    <a:pt x="639584" y="3443224"/>
                  </a:lnTo>
                  <a:close/>
                </a:path>
                <a:path w="5469255" h="5706745">
                  <a:moveTo>
                    <a:pt x="645680" y="721360"/>
                  </a:moveTo>
                  <a:lnTo>
                    <a:pt x="644906" y="721004"/>
                  </a:lnTo>
                  <a:lnTo>
                    <a:pt x="634314" y="680847"/>
                  </a:lnTo>
                  <a:lnTo>
                    <a:pt x="623455" y="639699"/>
                  </a:lnTo>
                  <a:lnTo>
                    <a:pt x="602284" y="658304"/>
                  </a:lnTo>
                  <a:lnTo>
                    <a:pt x="22936" y="0"/>
                  </a:lnTo>
                  <a:lnTo>
                    <a:pt x="8064" y="13208"/>
                  </a:lnTo>
                  <a:lnTo>
                    <a:pt x="587438" y="671360"/>
                  </a:lnTo>
                  <a:lnTo>
                    <a:pt x="570496" y="686244"/>
                  </a:lnTo>
                  <a:lnTo>
                    <a:pt x="568477" y="685292"/>
                  </a:lnTo>
                  <a:lnTo>
                    <a:pt x="568540" y="687971"/>
                  </a:lnTo>
                  <a:lnTo>
                    <a:pt x="566242" y="689991"/>
                  </a:lnTo>
                  <a:lnTo>
                    <a:pt x="568629" y="690968"/>
                  </a:lnTo>
                  <a:lnTo>
                    <a:pt x="569239" y="713587"/>
                  </a:lnTo>
                  <a:lnTo>
                    <a:pt x="6096" y="728853"/>
                  </a:lnTo>
                  <a:lnTo>
                    <a:pt x="6629" y="748665"/>
                  </a:lnTo>
                  <a:lnTo>
                    <a:pt x="569772" y="733399"/>
                  </a:lnTo>
                  <a:lnTo>
                    <a:pt x="570255" y="751319"/>
                  </a:lnTo>
                  <a:lnTo>
                    <a:pt x="566089" y="752983"/>
                  </a:lnTo>
                  <a:lnTo>
                    <a:pt x="570407" y="756843"/>
                  </a:lnTo>
                  <a:lnTo>
                    <a:pt x="570547" y="761492"/>
                  </a:lnTo>
                  <a:lnTo>
                    <a:pt x="573722" y="759790"/>
                  </a:lnTo>
                  <a:lnTo>
                    <a:pt x="587159" y="771740"/>
                  </a:lnTo>
                  <a:lnTo>
                    <a:pt x="8102" y="1423162"/>
                  </a:lnTo>
                  <a:lnTo>
                    <a:pt x="22910" y="1436243"/>
                  </a:lnTo>
                  <a:lnTo>
                    <a:pt x="601980" y="784910"/>
                  </a:lnTo>
                  <a:lnTo>
                    <a:pt x="623074" y="803656"/>
                  </a:lnTo>
                  <a:lnTo>
                    <a:pt x="634187" y="762254"/>
                  </a:lnTo>
                  <a:lnTo>
                    <a:pt x="645007" y="721944"/>
                  </a:lnTo>
                  <a:lnTo>
                    <a:pt x="645172" y="721995"/>
                  </a:lnTo>
                  <a:lnTo>
                    <a:pt x="645083" y="721690"/>
                  </a:lnTo>
                  <a:lnTo>
                    <a:pt x="645680" y="721360"/>
                  </a:lnTo>
                  <a:close/>
                </a:path>
                <a:path w="5469255" h="5706745">
                  <a:moveTo>
                    <a:pt x="2642501" y="5055616"/>
                  </a:moveTo>
                  <a:lnTo>
                    <a:pt x="2560332" y="5077714"/>
                  </a:lnTo>
                  <a:lnTo>
                    <a:pt x="2579052" y="5098847"/>
                  </a:lnTo>
                  <a:lnTo>
                    <a:pt x="1927618" y="5677890"/>
                  </a:lnTo>
                  <a:lnTo>
                    <a:pt x="1940826" y="5692699"/>
                  </a:lnTo>
                  <a:lnTo>
                    <a:pt x="2592120" y="5113591"/>
                  </a:lnTo>
                  <a:lnTo>
                    <a:pt x="2610866" y="5134737"/>
                  </a:lnTo>
                  <a:lnTo>
                    <a:pt x="2628582" y="5090414"/>
                  </a:lnTo>
                  <a:lnTo>
                    <a:pt x="2642501" y="5055616"/>
                  </a:lnTo>
                  <a:close/>
                </a:path>
                <a:path w="5469255" h="5706745">
                  <a:moveTo>
                    <a:pt x="2738894" y="5137404"/>
                  </a:moveTo>
                  <a:lnTo>
                    <a:pt x="2732379" y="5123434"/>
                  </a:lnTo>
                  <a:lnTo>
                    <a:pt x="2702953" y="5060188"/>
                  </a:lnTo>
                  <a:lnTo>
                    <a:pt x="2662694" y="5135372"/>
                  </a:lnTo>
                  <a:lnTo>
                    <a:pt x="2690914" y="5136134"/>
                  </a:lnTo>
                  <a:lnTo>
                    <a:pt x="2675648" y="5699239"/>
                  </a:lnTo>
                  <a:lnTo>
                    <a:pt x="2695460" y="5699785"/>
                  </a:lnTo>
                  <a:lnTo>
                    <a:pt x="2710726" y="5136654"/>
                  </a:lnTo>
                  <a:lnTo>
                    <a:pt x="2738894" y="5137404"/>
                  </a:lnTo>
                  <a:close/>
                </a:path>
                <a:path w="5469255" h="5706745">
                  <a:moveTo>
                    <a:pt x="3488321" y="5691581"/>
                  </a:moveTo>
                  <a:lnTo>
                    <a:pt x="2830068" y="5112270"/>
                  </a:lnTo>
                  <a:lnTo>
                    <a:pt x="2837446" y="5103876"/>
                  </a:lnTo>
                  <a:lnTo>
                    <a:pt x="2848749" y="5091049"/>
                  </a:lnTo>
                  <a:lnTo>
                    <a:pt x="2766326" y="5069332"/>
                  </a:lnTo>
                  <a:lnTo>
                    <a:pt x="2798330" y="5148326"/>
                  </a:lnTo>
                  <a:lnTo>
                    <a:pt x="2816987" y="5127129"/>
                  </a:lnTo>
                  <a:lnTo>
                    <a:pt x="3475240" y="5706453"/>
                  </a:lnTo>
                  <a:lnTo>
                    <a:pt x="3488321" y="5691581"/>
                  </a:lnTo>
                  <a:close/>
                </a:path>
                <a:path w="5469255" h="5706745">
                  <a:moveTo>
                    <a:pt x="5468759" y="1829054"/>
                  </a:moveTo>
                  <a:lnTo>
                    <a:pt x="5455424" y="1814322"/>
                  </a:lnTo>
                  <a:lnTo>
                    <a:pt x="4734801" y="2468626"/>
                  </a:lnTo>
                  <a:lnTo>
                    <a:pt x="4715903" y="2447798"/>
                  </a:lnTo>
                  <a:lnTo>
                    <a:pt x="4686833" y="2522563"/>
                  </a:lnTo>
                  <a:lnTo>
                    <a:pt x="4681994" y="2525014"/>
                  </a:lnTo>
                  <a:lnTo>
                    <a:pt x="4685246" y="2526627"/>
                  </a:lnTo>
                  <a:lnTo>
                    <a:pt x="4685042" y="2527173"/>
                  </a:lnTo>
                  <a:lnTo>
                    <a:pt x="4685893" y="2526944"/>
                  </a:lnTo>
                  <a:lnTo>
                    <a:pt x="4695393" y="2531630"/>
                  </a:lnTo>
                  <a:lnTo>
                    <a:pt x="4722380" y="2604135"/>
                  </a:lnTo>
                  <a:lnTo>
                    <a:pt x="4741672" y="2583434"/>
                  </a:lnTo>
                  <a:lnTo>
                    <a:pt x="5429008" y="3224022"/>
                  </a:lnTo>
                  <a:lnTo>
                    <a:pt x="5442470" y="3209544"/>
                  </a:lnTo>
                  <a:lnTo>
                    <a:pt x="4755146" y="2568968"/>
                  </a:lnTo>
                  <a:lnTo>
                    <a:pt x="4763198" y="2560320"/>
                  </a:lnTo>
                  <a:lnTo>
                    <a:pt x="4774323" y="2548382"/>
                  </a:lnTo>
                  <a:lnTo>
                    <a:pt x="4758309" y="2543657"/>
                  </a:lnTo>
                  <a:lnTo>
                    <a:pt x="4758258" y="2534539"/>
                  </a:lnTo>
                  <a:lnTo>
                    <a:pt x="5445391" y="2529586"/>
                  </a:lnTo>
                  <a:lnTo>
                    <a:pt x="5445137" y="2509774"/>
                  </a:lnTo>
                  <a:lnTo>
                    <a:pt x="4758118" y="2514638"/>
                  </a:lnTo>
                  <a:lnTo>
                    <a:pt x="4758067" y="2506713"/>
                  </a:lnTo>
                  <a:lnTo>
                    <a:pt x="4767084" y="2504186"/>
                  </a:lnTo>
                  <a:lnTo>
                    <a:pt x="4757979" y="2494178"/>
                  </a:lnTo>
                  <a:lnTo>
                    <a:pt x="4757940" y="2486406"/>
                  </a:lnTo>
                  <a:lnTo>
                    <a:pt x="4753140" y="2488844"/>
                  </a:lnTo>
                  <a:lnTo>
                    <a:pt x="4748149" y="2483345"/>
                  </a:lnTo>
                  <a:lnTo>
                    <a:pt x="5468759" y="1829054"/>
                  </a:lnTo>
                  <a:close/>
                </a:path>
              </a:pathLst>
            </a:custGeom>
            <a:solidFill>
              <a:srgbClr val="000000"/>
            </a:solidFill>
          </p:spPr>
          <p:txBody>
            <a:bodyPr wrap="square" lIns="0" tIns="0" rIns="0" bIns="0" rtlCol="0"/>
            <a:lstStyle/>
            <a:p>
              <a:endParaRPr sz="1488"/>
            </a:p>
          </p:txBody>
        </p:sp>
        <p:pic>
          <p:nvPicPr>
            <p:cNvPr id="104" name="object 104"/>
            <p:cNvPicPr/>
            <p:nvPr/>
          </p:nvPicPr>
          <p:blipFill>
            <a:blip r:embed="rId22" cstate="print"/>
            <a:stretch>
              <a:fillRect/>
            </a:stretch>
          </p:blipFill>
          <p:spPr>
            <a:xfrm>
              <a:off x="4506468" y="6092951"/>
              <a:ext cx="499872" cy="461772"/>
            </a:xfrm>
            <a:prstGeom prst="rect">
              <a:avLst/>
            </a:prstGeom>
          </p:spPr>
        </p:pic>
      </p:grpSp>
      <p:sp>
        <p:nvSpPr>
          <p:cNvPr id="105" name="object 105"/>
          <p:cNvSpPr txBox="1"/>
          <p:nvPr/>
        </p:nvSpPr>
        <p:spPr>
          <a:xfrm>
            <a:off x="4987714" y="5037969"/>
            <a:ext cx="413740" cy="328266"/>
          </a:xfrm>
          <a:prstGeom prst="rect">
            <a:avLst/>
          </a:prstGeom>
          <a:ln w="6096">
            <a:solidFill>
              <a:srgbClr val="6FAC46"/>
            </a:solidFill>
          </a:ln>
        </p:spPr>
        <p:txBody>
          <a:bodyPr vert="horz" wrap="square" lIns="0" tIns="22577" rIns="0" bIns="0" rtlCol="0">
            <a:spAutoFit/>
          </a:bodyPr>
          <a:lstStyle/>
          <a:p>
            <a:pPr marL="525" algn="ctr">
              <a:spcBef>
                <a:spcPts val="178"/>
              </a:spcBef>
            </a:pPr>
            <a:r>
              <a:rPr sz="1985" dirty="0">
                <a:latin typeface="Calibri"/>
                <a:cs typeface="Calibri"/>
              </a:rPr>
              <a:t>1</a:t>
            </a:r>
            <a:endParaRPr sz="1985">
              <a:latin typeface="Calibri"/>
              <a:cs typeface="Calibri"/>
            </a:endParaRPr>
          </a:p>
        </p:txBody>
      </p:sp>
      <p:grpSp>
        <p:nvGrpSpPr>
          <p:cNvPr id="106" name="object 106"/>
          <p:cNvGrpSpPr/>
          <p:nvPr/>
        </p:nvGrpSpPr>
        <p:grpSpPr>
          <a:xfrm>
            <a:off x="6306958" y="3320317"/>
            <a:ext cx="418991" cy="387488"/>
            <a:chOff x="6101969" y="4015613"/>
            <a:chExt cx="506730" cy="468630"/>
          </a:xfrm>
        </p:grpSpPr>
        <p:pic>
          <p:nvPicPr>
            <p:cNvPr id="107" name="object 107"/>
            <p:cNvPicPr/>
            <p:nvPr/>
          </p:nvPicPr>
          <p:blipFill>
            <a:blip r:embed="rId23" cstate="print"/>
            <a:stretch>
              <a:fillRect/>
            </a:stretch>
          </p:blipFill>
          <p:spPr>
            <a:xfrm>
              <a:off x="6105144" y="4018788"/>
              <a:ext cx="499872" cy="461772"/>
            </a:xfrm>
            <a:prstGeom prst="rect">
              <a:avLst/>
            </a:prstGeom>
          </p:spPr>
        </p:pic>
        <p:sp>
          <p:nvSpPr>
            <p:cNvPr id="108" name="object 108"/>
            <p:cNvSpPr/>
            <p:nvPr/>
          </p:nvSpPr>
          <p:spPr>
            <a:xfrm>
              <a:off x="6105144" y="4018788"/>
              <a:ext cx="500380" cy="462280"/>
            </a:xfrm>
            <a:custGeom>
              <a:avLst/>
              <a:gdLst/>
              <a:ahLst/>
              <a:cxnLst/>
              <a:rect l="l" t="t" r="r" b="b"/>
              <a:pathLst>
                <a:path w="500379" h="462279">
                  <a:moveTo>
                    <a:pt x="0" y="461772"/>
                  </a:moveTo>
                  <a:lnTo>
                    <a:pt x="499872" y="461772"/>
                  </a:lnTo>
                  <a:lnTo>
                    <a:pt x="499872" y="0"/>
                  </a:lnTo>
                  <a:lnTo>
                    <a:pt x="0" y="0"/>
                  </a:lnTo>
                  <a:lnTo>
                    <a:pt x="0" y="461772"/>
                  </a:lnTo>
                  <a:close/>
                </a:path>
              </a:pathLst>
            </a:custGeom>
            <a:ln w="6096">
              <a:solidFill>
                <a:srgbClr val="6FAC46"/>
              </a:solidFill>
            </a:ln>
          </p:spPr>
          <p:txBody>
            <a:bodyPr wrap="square" lIns="0" tIns="0" rIns="0" bIns="0" rtlCol="0"/>
            <a:lstStyle/>
            <a:p>
              <a:endParaRPr sz="1488"/>
            </a:p>
          </p:txBody>
        </p:sp>
      </p:grpSp>
      <p:sp>
        <p:nvSpPr>
          <p:cNvPr id="109" name="object 109"/>
          <p:cNvSpPr txBox="1"/>
          <p:nvPr/>
        </p:nvSpPr>
        <p:spPr>
          <a:xfrm>
            <a:off x="6442946" y="3334598"/>
            <a:ext cx="149114" cy="316072"/>
          </a:xfrm>
          <a:prstGeom prst="rect">
            <a:avLst/>
          </a:prstGeom>
        </p:spPr>
        <p:txBody>
          <a:bodyPr vert="horz" wrap="square" lIns="0" tIns="10501" rIns="0" bIns="0" rtlCol="0">
            <a:spAutoFit/>
          </a:bodyPr>
          <a:lstStyle/>
          <a:p>
            <a:pPr marL="10502">
              <a:spcBef>
                <a:spcPts val="83"/>
              </a:spcBef>
            </a:pPr>
            <a:r>
              <a:rPr sz="1985" dirty="0">
                <a:latin typeface="Calibri"/>
                <a:cs typeface="Calibri"/>
              </a:rPr>
              <a:t>1</a:t>
            </a:r>
            <a:endParaRPr sz="1985">
              <a:latin typeface="Calibri"/>
              <a:cs typeface="Calibri"/>
            </a:endParaRPr>
          </a:p>
        </p:txBody>
      </p:sp>
      <p:grpSp>
        <p:nvGrpSpPr>
          <p:cNvPr id="110" name="object 110"/>
          <p:cNvGrpSpPr/>
          <p:nvPr/>
        </p:nvGrpSpPr>
        <p:grpSpPr>
          <a:xfrm>
            <a:off x="1355936" y="4067569"/>
            <a:ext cx="418991" cy="387488"/>
            <a:chOff x="114172" y="4919345"/>
            <a:chExt cx="506730" cy="468630"/>
          </a:xfrm>
        </p:grpSpPr>
        <p:pic>
          <p:nvPicPr>
            <p:cNvPr id="111" name="object 111"/>
            <p:cNvPicPr/>
            <p:nvPr/>
          </p:nvPicPr>
          <p:blipFill>
            <a:blip r:embed="rId24" cstate="print"/>
            <a:stretch>
              <a:fillRect/>
            </a:stretch>
          </p:blipFill>
          <p:spPr>
            <a:xfrm>
              <a:off x="117347" y="4922520"/>
              <a:ext cx="499872" cy="461772"/>
            </a:xfrm>
            <a:prstGeom prst="rect">
              <a:avLst/>
            </a:prstGeom>
          </p:spPr>
        </p:pic>
        <p:sp>
          <p:nvSpPr>
            <p:cNvPr id="112" name="object 112"/>
            <p:cNvSpPr/>
            <p:nvPr/>
          </p:nvSpPr>
          <p:spPr>
            <a:xfrm>
              <a:off x="117347" y="4922520"/>
              <a:ext cx="500380" cy="462280"/>
            </a:xfrm>
            <a:custGeom>
              <a:avLst/>
              <a:gdLst/>
              <a:ahLst/>
              <a:cxnLst/>
              <a:rect l="l" t="t" r="r" b="b"/>
              <a:pathLst>
                <a:path w="500380" h="462279">
                  <a:moveTo>
                    <a:pt x="0" y="461771"/>
                  </a:moveTo>
                  <a:lnTo>
                    <a:pt x="499872" y="461771"/>
                  </a:lnTo>
                  <a:lnTo>
                    <a:pt x="499872" y="0"/>
                  </a:lnTo>
                  <a:lnTo>
                    <a:pt x="0" y="0"/>
                  </a:lnTo>
                  <a:lnTo>
                    <a:pt x="0" y="461771"/>
                  </a:lnTo>
                  <a:close/>
                </a:path>
              </a:pathLst>
            </a:custGeom>
            <a:ln w="6096">
              <a:solidFill>
                <a:srgbClr val="6FAC46"/>
              </a:solidFill>
            </a:ln>
          </p:spPr>
          <p:txBody>
            <a:bodyPr wrap="square" lIns="0" tIns="0" rIns="0" bIns="0" rtlCol="0"/>
            <a:lstStyle/>
            <a:p>
              <a:endParaRPr sz="1488"/>
            </a:p>
          </p:txBody>
        </p:sp>
      </p:grpSp>
      <p:sp>
        <p:nvSpPr>
          <p:cNvPr id="113" name="object 113"/>
          <p:cNvSpPr txBox="1"/>
          <p:nvPr/>
        </p:nvSpPr>
        <p:spPr>
          <a:xfrm>
            <a:off x="1491212" y="4082376"/>
            <a:ext cx="149114" cy="316072"/>
          </a:xfrm>
          <a:prstGeom prst="rect">
            <a:avLst/>
          </a:prstGeom>
        </p:spPr>
        <p:txBody>
          <a:bodyPr vert="horz" wrap="square" lIns="0" tIns="10501" rIns="0" bIns="0" rtlCol="0">
            <a:spAutoFit/>
          </a:bodyPr>
          <a:lstStyle/>
          <a:p>
            <a:pPr marL="10502">
              <a:spcBef>
                <a:spcPts val="83"/>
              </a:spcBef>
            </a:pPr>
            <a:r>
              <a:rPr sz="1985" dirty="0">
                <a:latin typeface="Calibri"/>
                <a:cs typeface="Calibri"/>
              </a:rPr>
              <a:t>1</a:t>
            </a:r>
            <a:endParaRPr sz="1985">
              <a:latin typeface="Calibri"/>
              <a:cs typeface="Calibri"/>
            </a:endParaRPr>
          </a:p>
        </p:txBody>
      </p:sp>
      <p:grpSp>
        <p:nvGrpSpPr>
          <p:cNvPr id="114" name="object 114"/>
          <p:cNvGrpSpPr/>
          <p:nvPr/>
        </p:nvGrpSpPr>
        <p:grpSpPr>
          <a:xfrm>
            <a:off x="1378619" y="1828332"/>
            <a:ext cx="418991" cy="387488"/>
            <a:chOff x="141604" y="2211197"/>
            <a:chExt cx="506730" cy="468630"/>
          </a:xfrm>
        </p:grpSpPr>
        <p:pic>
          <p:nvPicPr>
            <p:cNvPr id="115" name="object 115"/>
            <p:cNvPicPr/>
            <p:nvPr/>
          </p:nvPicPr>
          <p:blipFill>
            <a:blip r:embed="rId25" cstate="print"/>
            <a:stretch>
              <a:fillRect/>
            </a:stretch>
          </p:blipFill>
          <p:spPr>
            <a:xfrm>
              <a:off x="144779" y="2214372"/>
              <a:ext cx="499872" cy="461772"/>
            </a:xfrm>
            <a:prstGeom prst="rect">
              <a:avLst/>
            </a:prstGeom>
          </p:spPr>
        </p:pic>
        <p:sp>
          <p:nvSpPr>
            <p:cNvPr id="116" name="object 116"/>
            <p:cNvSpPr/>
            <p:nvPr/>
          </p:nvSpPr>
          <p:spPr>
            <a:xfrm>
              <a:off x="144779" y="2214372"/>
              <a:ext cx="500380" cy="462280"/>
            </a:xfrm>
            <a:custGeom>
              <a:avLst/>
              <a:gdLst/>
              <a:ahLst/>
              <a:cxnLst/>
              <a:rect l="l" t="t" r="r" b="b"/>
              <a:pathLst>
                <a:path w="500380" h="462280">
                  <a:moveTo>
                    <a:pt x="0" y="461772"/>
                  </a:moveTo>
                  <a:lnTo>
                    <a:pt x="499872" y="461772"/>
                  </a:lnTo>
                  <a:lnTo>
                    <a:pt x="499872" y="0"/>
                  </a:lnTo>
                  <a:lnTo>
                    <a:pt x="0" y="0"/>
                  </a:lnTo>
                  <a:lnTo>
                    <a:pt x="0" y="461772"/>
                  </a:lnTo>
                  <a:close/>
                </a:path>
              </a:pathLst>
            </a:custGeom>
            <a:ln w="6096">
              <a:solidFill>
                <a:srgbClr val="6FAC46"/>
              </a:solidFill>
            </a:ln>
          </p:spPr>
          <p:txBody>
            <a:bodyPr wrap="square" lIns="0" tIns="0" rIns="0" bIns="0" rtlCol="0"/>
            <a:lstStyle/>
            <a:p>
              <a:endParaRPr sz="1488"/>
            </a:p>
          </p:txBody>
        </p:sp>
      </p:grpSp>
      <p:sp>
        <p:nvSpPr>
          <p:cNvPr id="117" name="object 117"/>
          <p:cNvSpPr txBox="1"/>
          <p:nvPr/>
        </p:nvSpPr>
        <p:spPr>
          <a:xfrm>
            <a:off x="1513389" y="1842089"/>
            <a:ext cx="149114" cy="316072"/>
          </a:xfrm>
          <a:prstGeom prst="rect">
            <a:avLst/>
          </a:prstGeom>
        </p:spPr>
        <p:txBody>
          <a:bodyPr vert="horz" wrap="square" lIns="0" tIns="10501" rIns="0" bIns="0" rtlCol="0">
            <a:spAutoFit/>
          </a:bodyPr>
          <a:lstStyle/>
          <a:p>
            <a:pPr marL="10502">
              <a:spcBef>
                <a:spcPts val="83"/>
              </a:spcBef>
            </a:pPr>
            <a:r>
              <a:rPr sz="1985" dirty="0">
                <a:latin typeface="Calibri"/>
                <a:cs typeface="Calibri"/>
              </a:rPr>
              <a:t>1</a:t>
            </a:r>
            <a:endParaRPr sz="1985">
              <a:latin typeface="Calibri"/>
              <a:cs typeface="Calibri"/>
            </a:endParaRPr>
          </a:p>
        </p:txBody>
      </p:sp>
      <p:grpSp>
        <p:nvGrpSpPr>
          <p:cNvPr id="118" name="object 118"/>
          <p:cNvGrpSpPr/>
          <p:nvPr/>
        </p:nvGrpSpPr>
        <p:grpSpPr>
          <a:xfrm>
            <a:off x="1765247" y="895317"/>
            <a:ext cx="4544316" cy="4150003"/>
            <a:chOff x="609193" y="1082802"/>
            <a:chExt cx="5495925" cy="5019040"/>
          </a:xfrm>
        </p:grpSpPr>
        <p:sp>
          <p:nvSpPr>
            <p:cNvPr id="119" name="object 119"/>
            <p:cNvSpPr/>
            <p:nvPr/>
          </p:nvSpPr>
          <p:spPr>
            <a:xfrm>
              <a:off x="609193" y="1082801"/>
              <a:ext cx="5495925" cy="5019040"/>
            </a:xfrm>
            <a:custGeom>
              <a:avLst/>
              <a:gdLst/>
              <a:ahLst/>
              <a:cxnLst/>
              <a:rect l="l" t="t" r="r" b="b"/>
              <a:pathLst>
                <a:path w="5495925" h="5019040">
                  <a:moveTo>
                    <a:pt x="686206" y="2772156"/>
                  </a:moveTo>
                  <a:lnTo>
                    <a:pt x="617181" y="2822067"/>
                  </a:lnTo>
                  <a:lnTo>
                    <a:pt x="642175" y="2835122"/>
                  </a:lnTo>
                  <a:lnTo>
                    <a:pt x="0" y="4067175"/>
                  </a:lnTo>
                  <a:lnTo>
                    <a:pt x="17576" y="4076319"/>
                  </a:lnTo>
                  <a:lnTo>
                    <a:pt x="659739" y="2844292"/>
                  </a:lnTo>
                  <a:lnTo>
                    <a:pt x="684809" y="2857373"/>
                  </a:lnTo>
                  <a:lnTo>
                    <a:pt x="685355" y="2823845"/>
                  </a:lnTo>
                  <a:lnTo>
                    <a:pt x="686206" y="2772156"/>
                  </a:lnTo>
                  <a:close/>
                </a:path>
                <a:path w="5495925" h="5019040">
                  <a:moveTo>
                    <a:pt x="692556" y="85217"/>
                  </a:moveTo>
                  <a:lnTo>
                    <a:pt x="692073" y="52959"/>
                  </a:lnTo>
                  <a:lnTo>
                    <a:pt x="691286" y="0"/>
                  </a:lnTo>
                  <a:lnTo>
                    <a:pt x="623900" y="52197"/>
                  </a:lnTo>
                  <a:lnTo>
                    <a:pt x="649300" y="64427"/>
                  </a:lnTo>
                  <a:lnTo>
                    <a:pt x="27292" y="1358773"/>
                  </a:lnTo>
                  <a:lnTo>
                    <a:pt x="45148" y="1367409"/>
                  </a:lnTo>
                  <a:lnTo>
                    <a:pt x="667080" y="72974"/>
                  </a:lnTo>
                  <a:lnTo>
                    <a:pt x="692556" y="85217"/>
                  </a:lnTo>
                  <a:close/>
                </a:path>
                <a:path w="5495925" h="5019040">
                  <a:moveTo>
                    <a:pt x="4151655" y="5001374"/>
                  </a:moveTo>
                  <a:lnTo>
                    <a:pt x="3018955" y="4395000"/>
                  </a:lnTo>
                  <a:lnTo>
                    <a:pt x="3022181" y="4388993"/>
                  </a:lnTo>
                  <a:lnTo>
                    <a:pt x="3032277" y="4370197"/>
                  </a:lnTo>
                  <a:lnTo>
                    <a:pt x="2947060" y="4367784"/>
                  </a:lnTo>
                  <a:lnTo>
                    <a:pt x="2996209" y="4437380"/>
                  </a:lnTo>
                  <a:lnTo>
                    <a:pt x="3009557" y="4412513"/>
                  </a:lnTo>
                  <a:lnTo>
                    <a:pt x="4142384" y="5018837"/>
                  </a:lnTo>
                  <a:lnTo>
                    <a:pt x="4151655" y="5001374"/>
                  </a:lnTo>
                  <a:close/>
                </a:path>
                <a:path w="5495925" h="5019040">
                  <a:moveTo>
                    <a:pt x="5495315" y="3209163"/>
                  </a:moveTo>
                  <a:lnTo>
                    <a:pt x="4781105" y="1888070"/>
                  </a:lnTo>
                  <a:lnTo>
                    <a:pt x="4801717" y="1876933"/>
                  </a:lnTo>
                  <a:lnTo>
                    <a:pt x="4805959" y="1874647"/>
                  </a:lnTo>
                  <a:lnTo>
                    <a:pt x="4736236" y="1825752"/>
                  </a:lnTo>
                  <a:lnTo>
                    <a:pt x="4738903" y="1910842"/>
                  </a:lnTo>
                  <a:lnTo>
                    <a:pt x="4763706" y="1897456"/>
                  </a:lnTo>
                  <a:lnTo>
                    <a:pt x="5477789" y="3218561"/>
                  </a:lnTo>
                  <a:lnTo>
                    <a:pt x="5495315" y="3209163"/>
                  </a:lnTo>
                  <a:close/>
                </a:path>
              </a:pathLst>
            </a:custGeom>
            <a:solidFill>
              <a:srgbClr val="000000"/>
            </a:solidFill>
          </p:spPr>
          <p:txBody>
            <a:bodyPr wrap="square" lIns="0" tIns="0" rIns="0" bIns="0" rtlCol="0"/>
            <a:lstStyle/>
            <a:p>
              <a:endParaRPr sz="1488"/>
            </a:p>
          </p:txBody>
        </p:sp>
        <p:sp>
          <p:nvSpPr>
            <p:cNvPr id="120" name="object 120"/>
            <p:cNvSpPr/>
            <p:nvPr/>
          </p:nvSpPr>
          <p:spPr>
            <a:xfrm>
              <a:off x="3233927" y="1830324"/>
              <a:ext cx="266065" cy="3011805"/>
            </a:xfrm>
            <a:custGeom>
              <a:avLst/>
              <a:gdLst/>
              <a:ahLst/>
              <a:cxnLst/>
              <a:rect l="l" t="t" r="r" b="b"/>
              <a:pathLst>
                <a:path w="266064" h="3011804">
                  <a:moveTo>
                    <a:pt x="256412" y="2755392"/>
                  </a:moveTo>
                  <a:lnTo>
                    <a:pt x="0" y="3011805"/>
                  </a:lnTo>
                </a:path>
                <a:path w="266064" h="3011804">
                  <a:moveTo>
                    <a:pt x="265557" y="0"/>
                  </a:moveTo>
                  <a:lnTo>
                    <a:pt x="9144" y="256412"/>
                  </a:lnTo>
                </a:path>
              </a:pathLst>
            </a:custGeom>
            <a:ln w="76200">
              <a:solidFill>
                <a:srgbClr val="0000FF"/>
              </a:solidFill>
            </a:ln>
          </p:spPr>
          <p:txBody>
            <a:bodyPr wrap="square" lIns="0" tIns="0" rIns="0" bIns="0" rtlCol="0"/>
            <a:lstStyle/>
            <a:p>
              <a:endParaRPr sz="1488"/>
            </a:p>
          </p:txBody>
        </p:sp>
      </p:grpSp>
      <p:sp>
        <p:nvSpPr>
          <p:cNvPr id="121" name="object 121"/>
          <p:cNvSpPr txBox="1"/>
          <p:nvPr/>
        </p:nvSpPr>
        <p:spPr>
          <a:xfrm>
            <a:off x="4093343" y="3354025"/>
            <a:ext cx="149114" cy="316072"/>
          </a:xfrm>
          <a:prstGeom prst="rect">
            <a:avLst/>
          </a:prstGeom>
        </p:spPr>
        <p:txBody>
          <a:bodyPr vert="horz" wrap="square" lIns="0" tIns="10501" rIns="0" bIns="0" rtlCol="0">
            <a:spAutoFit/>
          </a:bodyPr>
          <a:lstStyle/>
          <a:p>
            <a:pPr marL="10502">
              <a:spcBef>
                <a:spcPts val="83"/>
              </a:spcBef>
            </a:pPr>
            <a:r>
              <a:rPr sz="1985" dirty="0">
                <a:solidFill>
                  <a:srgbClr val="FF0000"/>
                </a:solidFill>
                <a:latin typeface="Calibri"/>
                <a:cs typeface="Calibri"/>
              </a:rPr>
              <a:t>2</a:t>
            </a:r>
            <a:endParaRPr sz="1985">
              <a:latin typeface="Calibri"/>
              <a:cs typeface="Calibri"/>
            </a:endParaRPr>
          </a:p>
        </p:txBody>
      </p:sp>
      <p:sp>
        <p:nvSpPr>
          <p:cNvPr id="122" name="object 122"/>
          <p:cNvSpPr txBox="1"/>
          <p:nvPr/>
        </p:nvSpPr>
        <p:spPr>
          <a:xfrm>
            <a:off x="3224910" y="2839160"/>
            <a:ext cx="275652" cy="316072"/>
          </a:xfrm>
          <a:prstGeom prst="rect">
            <a:avLst/>
          </a:prstGeom>
        </p:spPr>
        <p:txBody>
          <a:bodyPr vert="horz" wrap="square" lIns="0" tIns="10501" rIns="0" bIns="0" rtlCol="0">
            <a:spAutoFit/>
          </a:bodyPr>
          <a:lstStyle/>
          <a:p>
            <a:pPr marL="10502">
              <a:spcBef>
                <a:spcPts val="83"/>
              </a:spcBef>
            </a:pPr>
            <a:r>
              <a:rPr sz="1985" dirty="0">
                <a:solidFill>
                  <a:srgbClr val="FF0000"/>
                </a:solidFill>
                <a:latin typeface="Calibri"/>
                <a:cs typeface="Calibri"/>
              </a:rPr>
              <a:t>≈0</a:t>
            </a:r>
            <a:endParaRPr sz="1985">
              <a:latin typeface="Calibri"/>
              <a:cs typeface="Calibri"/>
            </a:endParaRPr>
          </a:p>
        </p:txBody>
      </p:sp>
      <p:sp>
        <p:nvSpPr>
          <p:cNvPr id="123" name="object 123"/>
          <p:cNvSpPr txBox="1"/>
          <p:nvPr/>
        </p:nvSpPr>
        <p:spPr>
          <a:xfrm>
            <a:off x="4100378" y="2861108"/>
            <a:ext cx="149114" cy="316072"/>
          </a:xfrm>
          <a:prstGeom prst="rect">
            <a:avLst/>
          </a:prstGeom>
        </p:spPr>
        <p:txBody>
          <a:bodyPr vert="horz" wrap="square" lIns="0" tIns="10501" rIns="0" bIns="0" rtlCol="0">
            <a:spAutoFit/>
          </a:bodyPr>
          <a:lstStyle/>
          <a:p>
            <a:pPr marL="10502">
              <a:spcBef>
                <a:spcPts val="83"/>
              </a:spcBef>
            </a:pPr>
            <a:r>
              <a:rPr sz="1985" dirty="0">
                <a:solidFill>
                  <a:srgbClr val="FF0000"/>
                </a:solidFill>
                <a:latin typeface="Calibri"/>
                <a:cs typeface="Calibri"/>
              </a:rPr>
              <a:t>0</a:t>
            </a:r>
            <a:endParaRPr sz="1985">
              <a:latin typeface="Calibri"/>
              <a:cs typeface="Calibri"/>
            </a:endParaRPr>
          </a:p>
        </p:txBody>
      </p:sp>
      <p:sp>
        <p:nvSpPr>
          <p:cNvPr id="124" name="object 124"/>
          <p:cNvSpPr txBox="1"/>
          <p:nvPr/>
        </p:nvSpPr>
        <p:spPr>
          <a:xfrm>
            <a:off x="4496372" y="2397802"/>
            <a:ext cx="275652" cy="316072"/>
          </a:xfrm>
          <a:prstGeom prst="rect">
            <a:avLst/>
          </a:prstGeom>
        </p:spPr>
        <p:txBody>
          <a:bodyPr vert="horz" wrap="square" lIns="0" tIns="10501" rIns="0" bIns="0" rtlCol="0">
            <a:spAutoFit/>
          </a:bodyPr>
          <a:lstStyle/>
          <a:p>
            <a:pPr marL="10502">
              <a:spcBef>
                <a:spcPts val="83"/>
              </a:spcBef>
            </a:pPr>
            <a:r>
              <a:rPr sz="1985" dirty="0">
                <a:solidFill>
                  <a:srgbClr val="FF0000"/>
                </a:solidFill>
                <a:latin typeface="Calibri"/>
                <a:cs typeface="Calibri"/>
              </a:rPr>
              <a:t>≈1</a:t>
            </a:r>
            <a:endParaRPr sz="1985">
              <a:latin typeface="Calibri"/>
              <a:cs typeface="Calibri"/>
            </a:endParaRPr>
          </a:p>
        </p:txBody>
      </p:sp>
      <p:sp>
        <p:nvSpPr>
          <p:cNvPr id="125" name="object 125"/>
          <p:cNvSpPr txBox="1"/>
          <p:nvPr/>
        </p:nvSpPr>
        <p:spPr>
          <a:xfrm>
            <a:off x="3907791" y="2202694"/>
            <a:ext cx="298754" cy="327735"/>
          </a:xfrm>
          <a:prstGeom prst="rect">
            <a:avLst/>
          </a:prstGeom>
          <a:solidFill>
            <a:srgbClr val="FFFFFF"/>
          </a:solidFill>
        </p:spPr>
        <p:txBody>
          <a:bodyPr vert="horz" wrap="square" lIns="0" tIns="22051" rIns="0" bIns="0" rtlCol="0">
            <a:spAutoFit/>
          </a:bodyPr>
          <a:lstStyle/>
          <a:p>
            <a:pPr marL="86638">
              <a:spcBef>
                <a:spcPts val="173"/>
              </a:spcBef>
            </a:pPr>
            <a:r>
              <a:rPr sz="1985" dirty="0">
                <a:solidFill>
                  <a:srgbClr val="FF0000"/>
                </a:solidFill>
                <a:latin typeface="Calibri"/>
                <a:cs typeface="Calibri"/>
              </a:rPr>
              <a:t>7</a:t>
            </a:r>
            <a:endParaRPr sz="1985">
              <a:latin typeface="Calibri"/>
              <a:cs typeface="Calibri"/>
            </a:endParaRPr>
          </a:p>
        </p:txBody>
      </p:sp>
      <p:sp>
        <p:nvSpPr>
          <p:cNvPr id="126" name="object 126"/>
          <p:cNvSpPr txBox="1"/>
          <p:nvPr/>
        </p:nvSpPr>
        <p:spPr>
          <a:xfrm>
            <a:off x="4069086" y="1020698"/>
            <a:ext cx="298754" cy="326675"/>
          </a:xfrm>
          <a:prstGeom prst="rect">
            <a:avLst/>
          </a:prstGeom>
          <a:solidFill>
            <a:srgbClr val="FFFFFF"/>
          </a:solidFill>
        </p:spPr>
        <p:txBody>
          <a:bodyPr vert="horz" wrap="square" lIns="0" tIns="21002" rIns="0" bIns="0" rtlCol="0">
            <a:spAutoFit/>
          </a:bodyPr>
          <a:lstStyle/>
          <a:p>
            <a:pPr marL="86113">
              <a:spcBef>
                <a:spcPts val="165"/>
              </a:spcBef>
            </a:pPr>
            <a:r>
              <a:rPr sz="1985" dirty="0">
                <a:solidFill>
                  <a:srgbClr val="FF0000"/>
                </a:solidFill>
                <a:latin typeface="Calibri"/>
                <a:cs typeface="Calibri"/>
              </a:rPr>
              <a:t>7</a:t>
            </a:r>
            <a:endParaRPr sz="1985">
              <a:latin typeface="Calibri"/>
              <a:cs typeface="Calibri"/>
            </a:endParaRPr>
          </a:p>
        </p:txBody>
      </p:sp>
      <p:sp>
        <p:nvSpPr>
          <p:cNvPr id="127" name="object 127"/>
          <p:cNvSpPr txBox="1"/>
          <p:nvPr/>
        </p:nvSpPr>
        <p:spPr>
          <a:xfrm>
            <a:off x="3063824" y="1043171"/>
            <a:ext cx="275652" cy="316072"/>
          </a:xfrm>
          <a:prstGeom prst="rect">
            <a:avLst/>
          </a:prstGeom>
        </p:spPr>
        <p:txBody>
          <a:bodyPr vert="horz" wrap="square" lIns="0" tIns="10501" rIns="0" bIns="0" rtlCol="0">
            <a:spAutoFit/>
          </a:bodyPr>
          <a:lstStyle/>
          <a:p>
            <a:pPr marL="10502">
              <a:spcBef>
                <a:spcPts val="83"/>
              </a:spcBef>
            </a:pPr>
            <a:r>
              <a:rPr sz="1985" dirty="0">
                <a:solidFill>
                  <a:srgbClr val="FF0000"/>
                </a:solidFill>
                <a:latin typeface="Calibri"/>
                <a:cs typeface="Calibri"/>
              </a:rPr>
              <a:t>≈0</a:t>
            </a:r>
            <a:endParaRPr sz="1985">
              <a:latin typeface="Calibri"/>
              <a:cs typeface="Calibri"/>
            </a:endParaRPr>
          </a:p>
        </p:txBody>
      </p:sp>
      <p:sp>
        <p:nvSpPr>
          <p:cNvPr id="128" name="object 128"/>
          <p:cNvSpPr txBox="1"/>
          <p:nvPr/>
        </p:nvSpPr>
        <p:spPr>
          <a:xfrm>
            <a:off x="4047769" y="106165"/>
            <a:ext cx="275652" cy="316072"/>
          </a:xfrm>
          <a:prstGeom prst="rect">
            <a:avLst/>
          </a:prstGeom>
        </p:spPr>
        <p:txBody>
          <a:bodyPr vert="horz" wrap="square" lIns="0" tIns="10501" rIns="0" bIns="0" rtlCol="0">
            <a:spAutoFit/>
          </a:bodyPr>
          <a:lstStyle/>
          <a:p>
            <a:pPr marL="10502">
              <a:spcBef>
                <a:spcPts val="83"/>
              </a:spcBef>
            </a:pPr>
            <a:r>
              <a:rPr sz="1985" dirty="0">
                <a:solidFill>
                  <a:srgbClr val="FF0000"/>
                </a:solidFill>
                <a:latin typeface="Calibri"/>
                <a:cs typeface="Calibri"/>
              </a:rPr>
              <a:t>≈0</a:t>
            </a:r>
            <a:endParaRPr sz="1985">
              <a:latin typeface="Calibri"/>
              <a:cs typeface="Calibri"/>
            </a:endParaRPr>
          </a:p>
        </p:txBody>
      </p:sp>
      <p:sp>
        <p:nvSpPr>
          <p:cNvPr id="129" name="object 129"/>
          <p:cNvSpPr txBox="1"/>
          <p:nvPr/>
        </p:nvSpPr>
        <p:spPr>
          <a:xfrm>
            <a:off x="3273529" y="4687738"/>
            <a:ext cx="149114" cy="316072"/>
          </a:xfrm>
          <a:prstGeom prst="rect">
            <a:avLst/>
          </a:prstGeom>
        </p:spPr>
        <p:txBody>
          <a:bodyPr vert="horz" wrap="square" lIns="0" tIns="10501" rIns="0" bIns="0" rtlCol="0">
            <a:spAutoFit/>
          </a:bodyPr>
          <a:lstStyle/>
          <a:p>
            <a:pPr marL="10502">
              <a:spcBef>
                <a:spcPts val="83"/>
              </a:spcBef>
            </a:pPr>
            <a:r>
              <a:rPr sz="1985" b="1" dirty="0">
                <a:solidFill>
                  <a:srgbClr val="0000FF"/>
                </a:solidFill>
                <a:latin typeface="Calibri"/>
                <a:cs typeface="Calibri"/>
              </a:rPr>
              <a:t>1</a:t>
            </a:r>
            <a:endParaRPr sz="1985">
              <a:latin typeface="Calibri"/>
              <a:cs typeface="Calibri"/>
            </a:endParaRPr>
          </a:p>
        </p:txBody>
      </p:sp>
      <p:sp>
        <p:nvSpPr>
          <p:cNvPr id="130" name="object 130"/>
          <p:cNvSpPr txBox="1"/>
          <p:nvPr/>
        </p:nvSpPr>
        <p:spPr>
          <a:xfrm>
            <a:off x="3866522" y="4733858"/>
            <a:ext cx="607484" cy="316072"/>
          </a:xfrm>
          <a:prstGeom prst="rect">
            <a:avLst/>
          </a:prstGeom>
        </p:spPr>
        <p:txBody>
          <a:bodyPr vert="horz" wrap="square" lIns="0" tIns="10501" rIns="0" bIns="0" rtlCol="0">
            <a:spAutoFit/>
          </a:bodyPr>
          <a:lstStyle/>
          <a:p>
            <a:pPr marL="10502">
              <a:spcBef>
                <a:spcPts val="83"/>
              </a:spcBef>
              <a:tabLst>
                <a:tab pos="468898" algn="l"/>
              </a:tabLst>
            </a:pPr>
            <a:r>
              <a:rPr sz="2977" b="1" baseline="1157" dirty="0">
                <a:solidFill>
                  <a:srgbClr val="7E7E7E"/>
                </a:solidFill>
                <a:latin typeface="Calibri"/>
                <a:cs typeface="Calibri"/>
              </a:rPr>
              <a:t>0	</a:t>
            </a:r>
            <a:r>
              <a:rPr sz="1985" b="1" dirty="0">
                <a:solidFill>
                  <a:srgbClr val="7E7E7E"/>
                </a:solidFill>
                <a:latin typeface="Calibri"/>
                <a:cs typeface="Calibri"/>
              </a:rPr>
              <a:t>0</a:t>
            </a:r>
            <a:endParaRPr sz="1985">
              <a:latin typeface="Calibri"/>
              <a:cs typeface="Calibri"/>
            </a:endParaRPr>
          </a:p>
        </p:txBody>
      </p:sp>
      <p:sp>
        <p:nvSpPr>
          <p:cNvPr id="131" name="object 131"/>
          <p:cNvSpPr txBox="1"/>
          <p:nvPr/>
        </p:nvSpPr>
        <p:spPr>
          <a:xfrm>
            <a:off x="1861183" y="1215598"/>
            <a:ext cx="403239" cy="316072"/>
          </a:xfrm>
          <a:prstGeom prst="rect">
            <a:avLst/>
          </a:prstGeom>
        </p:spPr>
        <p:txBody>
          <a:bodyPr vert="horz" wrap="square" lIns="0" tIns="10501" rIns="0" bIns="0" rtlCol="0">
            <a:spAutoFit/>
          </a:bodyPr>
          <a:lstStyle/>
          <a:p>
            <a:pPr marL="10502">
              <a:spcBef>
                <a:spcPts val="83"/>
              </a:spcBef>
            </a:pPr>
            <a:r>
              <a:rPr sz="1985" b="1" spc="-4" dirty="0">
                <a:solidFill>
                  <a:srgbClr val="0000FF"/>
                </a:solidFill>
                <a:latin typeface="Calibri"/>
                <a:cs typeface="Calibri"/>
              </a:rPr>
              <a:t>100</a:t>
            </a:r>
            <a:endParaRPr sz="1985">
              <a:latin typeface="Calibri"/>
              <a:cs typeface="Calibri"/>
            </a:endParaRPr>
          </a:p>
        </p:txBody>
      </p:sp>
      <p:sp>
        <p:nvSpPr>
          <p:cNvPr id="132" name="object 132"/>
          <p:cNvSpPr txBox="1"/>
          <p:nvPr/>
        </p:nvSpPr>
        <p:spPr>
          <a:xfrm>
            <a:off x="6148077" y="1599200"/>
            <a:ext cx="149114" cy="316072"/>
          </a:xfrm>
          <a:prstGeom prst="rect">
            <a:avLst/>
          </a:prstGeom>
        </p:spPr>
        <p:txBody>
          <a:bodyPr vert="horz" wrap="square" lIns="0" tIns="10501" rIns="0" bIns="0" rtlCol="0">
            <a:spAutoFit/>
          </a:bodyPr>
          <a:lstStyle/>
          <a:p>
            <a:pPr marL="10502">
              <a:spcBef>
                <a:spcPts val="83"/>
              </a:spcBef>
            </a:pPr>
            <a:r>
              <a:rPr sz="1985" b="1" dirty="0">
                <a:solidFill>
                  <a:srgbClr val="7E7E7E"/>
                </a:solidFill>
                <a:latin typeface="Calibri"/>
                <a:cs typeface="Calibri"/>
              </a:rPr>
              <a:t>0</a:t>
            </a:r>
            <a:endParaRPr sz="1985">
              <a:latin typeface="Calibri"/>
              <a:cs typeface="Calibri"/>
            </a:endParaRPr>
          </a:p>
        </p:txBody>
      </p:sp>
      <p:sp>
        <p:nvSpPr>
          <p:cNvPr id="133" name="object 133"/>
          <p:cNvSpPr txBox="1"/>
          <p:nvPr/>
        </p:nvSpPr>
        <p:spPr>
          <a:xfrm>
            <a:off x="6124449" y="2691725"/>
            <a:ext cx="149114" cy="316072"/>
          </a:xfrm>
          <a:prstGeom prst="rect">
            <a:avLst/>
          </a:prstGeom>
        </p:spPr>
        <p:txBody>
          <a:bodyPr vert="horz" wrap="square" lIns="0" tIns="10501" rIns="0" bIns="0" rtlCol="0">
            <a:spAutoFit/>
          </a:bodyPr>
          <a:lstStyle/>
          <a:p>
            <a:pPr marL="10502">
              <a:spcBef>
                <a:spcPts val="83"/>
              </a:spcBef>
            </a:pPr>
            <a:r>
              <a:rPr sz="1985" b="1" dirty="0">
                <a:solidFill>
                  <a:srgbClr val="7E7E7E"/>
                </a:solidFill>
                <a:latin typeface="Calibri"/>
                <a:cs typeface="Calibri"/>
              </a:rPr>
              <a:t>0</a:t>
            </a:r>
            <a:endParaRPr sz="1985">
              <a:latin typeface="Calibri"/>
              <a:cs typeface="Calibri"/>
            </a:endParaRPr>
          </a:p>
        </p:txBody>
      </p:sp>
      <p:sp>
        <p:nvSpPr>
          <p:cNvPr id="134" name="object 134"/>
          <p:cNvSpPr txBox="1"/>
          <p:nvPr/>
        </p:nvSpPr>
        <p:spPr>
          <a:xfrm>
            <a:off x="4885750" y="4714453"/>
            <a:ext cx="149114" cy="316072"/>
          </a:xfrm>
          <a:prstGeom prst="rect">
            <a:avLst/>
          </a:prstGeom>
        </p:spPr>
        <p:txBody>
          <a:bodyPr vert="horz" wrap="square" lIns="0" tIns="10501" rIns="0" bIns="0" rtlCol="0">
            <a:spAutoFit/>
          </a:bodyPr>
          <a:lstStyle/>
          <a:p>
            <a:pPr marL="10502">
              <a:spcBef>
                <a:spcPts val="83"/>
              </a:spcBef>
            </a:pPr>
            <a:r>
              <a:rPr sz="1985" b="1" dirty="0">
                <a:solidFill>
                  <a:srgbClr val="7E7E7E"/>
                </a:solidFill>
                <a:latin typeface="Calibri"/>
                <a:cs typeface="Calibri"/>
              </a:rPr>
              <a:t>0</a:t>
            </a:r>
            <a:endParaRPr sz="1985">
              <a:latin typeface="Calibri"/>
              <a:cs typeface="Calibri"/>
            </a:endParaRPr>
          </a:p>
        </p:txBody>
      </p:sp>
      <p:sp>
        <p:nvSpPr>
          <p:cNvPr id="135" name="object 135"/>
          <p:cNvSpPr txBox="1"/>
          <p:nvPr/>
        </p:nvSpPr>
        <p:spPr>
          <a:xfrm>
            <a:off x="1868996" y="70357"/>
            <a:ext cx="149114" cy="316072"/>
          </a:xfrm>
          <a:prstGeom prst="rect">
            <a:avLst/>
          </a:prstGeom>
        </p:spPr>
        <p:txBody>
          <a:bodyPr vert="horz" wrap="square" lIns="0" tIns="10501" rIns="0" bIns="0" rtlCol="0">
            <a:spAutoFit/>
          </a:bodyPr>
          <a:lstStyle/>
          <a:p>
            <a:pPr marL="10502">
              <a:spcBef>
                <a:spcPts val="83"/>
              </a:spcBef>
            </a:pPr>
            <a:r>
              <a:rPr sz="1985" b="1" dirty="0">
                <a:solidFill>
                  <a:srgbClr val="7E7E7E"/>
                </a:solidFill>
                <a:latin typeface="Calibri"/>
                <a:cs typeface="Calibri"/>
              </a:rPr>
              <a:t>0</a:t>
            </a:r>
            <a:endParaRPr sz="1985">
              <a:latin typeface="Calibri"/>
              <a:cs typeface="Calibri"/>
            </a:endParaRPr>
          </a:p>
        </p:txBody>
      </p:sp>
      <p:sp>
        <p:nvSpPr>
          <p:cNvPr id="136" name="object 136"/>
          <p:cNvSpPr txBox="1"/>
          <p:nvPr/>
        </p:nvSpPr>
        <p:spPr>
          <a:xfrm>
            <a:off x="1877312" y="615780"/>
            <a:ext cx="149114" cy="316072"/>
          </a:xfrm>
          <a:prstGeom prst="rect">
            <a:avLst/>
          </a:prstGeom>
        </p:spPr>
        <p:txBody>
          <a:bodyPr vert="horz" wrap="square" lIns="0" tIns="10501" rIns="0" bIns="0" rtlCol="0">
            <a:spAutoFit/>
          </a:bodyPr>
          <a:lstStyle/>
          <a:p>
            <a:pPr marL="10502">
              <a:spcBef>
                <a:spcPts val="83"/>
              </a:spcBef>
            </a:pPr>
            <a:r>
              <a:rPr sz="1985" b="1" dirty="0">
                <a:solidFill>
                  <a:srgbClr val="7E7E7E"/>
                </a:solidFill>
                <a:latin typeface="Calibri"/>
                <a:cs typeface="Calibri"/>
              </a:rPr>
              <a:t>0</a:t>
            </a:r>
            <a:endParaRPr sz="1985">
              <a:latin typeface="Calibri"/>
              <a:cs typeface="Calibri"/>
            </a:endParaRPr>
          </a:p>
        </p:txBody>
      </p:sp>
      <p:sp>
        <p:nvSpPr>
          <p:cNvPr id="137" name="object 137"/>
          <p:cNvSpPr txBox="1"/>
          <p:nvPr/>
        </p:nvSpPr>
        <p:spPr>
          <a:xfrm>
            <a:off x="1786836" y="2894605"/>
            <a:ext cx="403239" cy="316072"/>
          </a:xfrm>
          <a:prstGeom prst="rect">
            <a:avLst/>
          </a:prstGeom>
        </p:spPr>
        <p:txBody>
          <a:bodyPr vert="horz" wrap="square" lIns="0" tIns="10501" rIns="0" bIns="0" rtlCol="0">
            <a:spAutoFit/>
          </a:bodyPr>
          <a:lstStyle/>
          <a:p>
            <a:pPr marL="10502">
              <a:spcBef>
                <a:spcPts val="83"/>
              </a:spcBef>
            </a:pPr>
            <a:r>
              <a:rPr sz="1985" b="1" spc="-4" dirty="0">
                <a:solidFill>
                  <a:srgbClr val="0000FF"/>
                </a:solidFill>
                <a:latin typeface="Calibri"/>
                <a:cs typeface="Calibri"/>
              </a:rPr>
              <a:t>100</a:t>
            </a:r>
            <a:endParaRPr sz="1985">
              <a:latin typeface="Calibri"/>
              <a:cs typeface="Calibri"/>
            </a:endParaRPr>
          </a:p>
        </p:txBody>
      </p:sp>
      <p:sp>
        <p:nvSpPr>
          <p:cNvPr id="138" name="object 138"/>
          <p:cNvSpPr txBox="1"/>
          <p:nvPr/>
        </p:nvSpPr>
        <p:spPr>
          <a:xfrm>
            <a:off x="1833460" y="4110624"/>
            <a:ext cx="352834" cy="316072"/>
          </a:xfrm>
          <a:prstGeom prst="rect">
            <a:avLst/>
          </a:prstGeom>
        </p:spPr>
        <p:txBody>
          <a:bodyPr vert="horz" wrap="square" lIns="0" tIns="10501" rIns="0" bIns="0" rtlCol="0">
            <a:spAutoFit/>
          </a:bodyPr>
          <a:lstStyle/>
          <a:p>
            <a:pPr marL="10502">
              <a:spcBef>
                <a:spcPts val="83"/>
              </a:spcBef>
            </a:pPr>
            <a:r>
              <a:rPr sz="1985" b="1" spc="-4" dirty="0">
                <a:solidFill>
                  <a:srgbClr val="FF0000"/>
                </a:solidFill>
                <a:latin typeface="Calibri"/>
                <a:cs typeface="Calibri"/>
              </a:rPr>
              <a:t>-10</a:t>
            </a:r>
            <a:endParaRPr sz="1985">
              <a:latin typeface="Calibri"/>
              <a:cs typeface="Calibri"/>
            </a:endParaRPr>
          </a:p>
        </p:txBody>
      </p:sp>
      <p:sp>
        <p:nvSpPr>
          <p:cNvPr id="139" name="object 139"/>
          <p:cNvSpPr txBox="1"/>
          <p:nvPr/>
        </p:nvSpPr>
        <p:spPr>
          <a:xfrm>
            <a:off x="1845809" y="1744535"/>
            <a:ext cx="352834" cy="898330"/>
          </a:xfrm>
          <a:prstGeom prst="rect">
            <a:avLst/>
          </a:prstGeom>
        </p:spPr>
        <p:txBody>
          <a:bodyPr vert="horz" wrap="square" lIns="0" tIns="144914" rIns="0" bIns="0" rtlCol="0">
            <a:spAutoFit/>
          </a:bodyPr>
          <a:lstStyle/>
          <a:p>
            <a:pPr marL="10502">
              <a:spcBef>
                <a:spcPts val="1141"/>
              </a:spcBef>
            </a:pPr>
            <a:r>
              <a:rPr sz="1985" b="1" spc="-4" dirty="0">
                <a:solidFill>
                  <a:srgbClr val="FF0000"/>
                </a:solidFill>
                <a:latin typeface="Calibri"/>
                <a:cs typeface="Calibri"/>
              </a:rPr>
              <a:t>-10</a:t>
            </a:r>
            <a:endParaRPr sz="1985">
              <a:latin typeface="Calibri"/>
              <a:cs typeface="Calibri"/>
            </a:endParaRPr>
          </a:p>
          <a:p>
            <a:pPr marL="21528">
              <a:spcBef>
                <a:spcPts val="1058"/>
              </a:spcBef>
            </a:pPr>
            <a:r>
              <a:rPr sz="1985" b="1" dirty="0">
                <a:solidFill>
                  <a:srgbClr val="7E7E7E"/>
                </a:solidFill>
                <a:latin typeface="Calibri"/>
                <a:cs typeface="Calibri"/>
              </a:rPr>
              <a:t>0</a:t>
            </a:r>
            <a:endParaRPr sz="1985">
              <a:latin typeface="Calibri"/>
              <a:cs typeface="Calibri"/>
            </a:endParaRPr>
          </a:p>
        </p:txBody>
      </p:sp>
      <p:sp>
        <p:nvSpPr>
          <p:cNvPr id="140" name="object 140"/>
          <p:cNvSpPr txBox="1"/>
          <p:nvPr/>
        </p:nvSpPr>
        <p:spPr>
          <a:xfrm>
            <a:off x="1868996" y="3483357"/>
            <a:ext cx="149114" cy="316072"/>
          </a:xfrm>
          <a:prstGeom prst="rect">
            <a:avLst/>
          </a:prstGeom>
        </p:spPr>
        <p:txBody>
          <a:bodyPr vert="horz" wrap="square" lIns="0" tIns="10501" rIns="0" bIns="0" rtlCol="0">
            <a:spAutoFit/>
          </a:bodyPr>
          <a:lstStyle/>
          <a:p>
            <a:pPr marL="10502">
              <a:spcBef>
                <a:spcPts val="83"/>
              </a:spcBef>
            </a:pPr>
            <a:r>
              <a:rPr sz="1985" b="1" dirty="0">
                <a:solidFill>
                  <a:srgbClr val="7E7E7E"/>
                </a:solidFill>
                <a:latin typeface="Calibri"/>
                <a:cs typeface="Calibri"/>
              </a:rPr>
              <a:t>0</a:t>
            </a:r>
            <a:endParaRPr sz="1985">
              <a:latin typeface="Calibri"/>
              <a:cs typeface="Calibri"/>
            </a:endParaRPr>
          </a:p>
        </p:txBody>
      </p:sp>
      <p:sp>
        <p:nvSpPr>
          <p:cNvPr id="141" name="object 141"/>
          <p:cNvSpPr txBox="1"/>
          <p:nvPr/>
        </p:nvSpPr>
        <p:spPr>
          <a:xfrm>
            <a:off x="6006733" y="3229483"/>
            <a:ext cx="276177" cy="316072"/>
          </a:xfrm>
          <a:prstGeom prst="rect">
            <a:avLst/>
          </a:prstGeom>
        </p:spPr>
        <p:txBody>
          <a:bodyPr vert="horz" wrap="square" lIns="0" tIns="10501" rIns="0" bIns="0" rtlCol="0">
            <a:spAutoFit/>
          </a:bodyPr>
          <a:lstStyle/>
          <a:p>
            <a:pPr marL="10502">
              <a:spcBef>
                <a:spcPts val="83"/>
              </a:spcBef>
            </a:pPr>
            <a:r>
              <a:rPr sz="1985" b="1" spc="-4" dirty="0">
                <a:solidFill>
                  <a:srgbClr val="0000FF"/>
                </a:solidFill>
                <a:latin typeface="Calibri"/>
                <a:cs typeface="Calibri"/>
              </a:rPr>
              <a:t>10</a:t>
            </a:r>
            <a:endParaRPr sz="1985">
              <a:latin typeface="Calibri"/>
              <a:cs typeface="Calibri"/>
            </a:endParaRPr>
          </a:p>
        </p:txBody>
      </p:sp>
      <p:sp>
        <p:nvSpPr>
          <p:cNvPr id="142" name="object 142"/>
          <p:cNvSpPr txBox="1"/>
          <p:nvPr/>
        </p:nvSpPr>
        <p:spPr>
          <a:xfrm>
            <a:off x="5854993" y="2125405"/>
            <a:ext cx="403239" cy="316072"/>
          </a:xfrm>
          <a:prstGeom prst="rect">
            <a:avLst/>
          </a:prstGeom>
        </p:spPr>
        <p:txBody>
          <a:bodyPr vert="horz" wrap="square" lIns="0" tIns="10501" rIns="0" bIns="0" rtlCol="0">
            <a:spAutoFit/>
          </a:bodyPr>
          <a:lstStyle/>
          <a:p>
            <a:pPr marL="10502">
              <a:spcBef>
                <a:spcPts val="83"/>
              </a:spcBef>
            </a:pPr>
            <a:r>
              <a:rPr sz="1985" b="1" spc="-4" dirty="0">
                <a:solidFill>
                  <a:srgbClr val="0000FF"/>
                </a:solidFill>
                <a:latin typeface="Calibri"/>
                <a:cs typeface="Calibri"/>
              </a:rPr>
              <a:t>100</a:t>
            </a:r>
            <a:endParaRPr sz="1985">
              <a:latin typeface="Calibri"/>
              <a:cs typeface="Calibri"/>
            </a:endParaRPr>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2" name="bg object 16">
            <a:extLst>
              <a:ext uri="{FF2B5EF4-FFF2-40B4-BE49-F238E27FC236}">
                <a16:creationId xmlns:a16="http://schemas.microsoft.com/office/drawing/2014/main" id="{625B560F-0096-45C2-AE33-DE8E48714280}"/>
              </a:ext>
            </a:extLst>
          </p:cNvPr>
          <p:cNvPicPr/>
          <p:nvPr/>
        </p:nvPicPr>
        <p:blipFill>
          <a:blip r:embed="rId2" cstate="print"/>
          <a:stretch>
            <a:fillRect/>
          </a:stretch>
        </p:blipFill>
        <p:spPr>
          <a:xfrm>
            <a:off x="2509613" y="353917"/>
            <a:ext cx="2998159" cy="4065508"/>
          </a:xfrm>
          <a:prstGeom prst="rect">
            <a:avLst/>
          </a:prstGeom>
        </p:spPr>
      </p:pic>
      <p:sp>
        <p:nvSpPr>
          <p:cNvPr id="2" name="object 2"/>
          <p:cNvSpPr txBox="1"/>
          <p:nvPr/>
        </p:nvSpPr>
        <p:spPr>
          <a:xfrm>
            <a:off x="5647598" y="4300651"/>
            <a:ext cx="155415" cy="316072"/>
          </a:xfrm>
          <a:prstGeom prst="rect">
            <a:avLst/>
          </a:prstGeom>
        </p:spPr>
        <p:txBody>
          <a:bodyPr vert="horz" wrap="square" lIns="0" tIns="10501" rIns="0" bIns="0" rtlCol="0">
            <a:spAutoFit/>
          </a:bodyPr>
          <a:lstStyle/>
          <a:p>
            <a:pPr marL="10502">
              <a:spcBef>
                <a:spcPts val="83"/>
              </a:spcBef>
            </a:pPr>
            <a:r>
              <a:rPr sz="1985" dirty="0">
                <a:latin typeface="Cambria Math"/>
                <a:cs typeface="Cambria Math"/>
              </a:rPr>
              <a:t>𝑥</a:t>
            </a:r>
            <a:endParaRPr sz="1985">
              <a:latin typeface="Cambria Math"/>
              <a:cs typeface="Cambria Math"/>
            </a:endParaRPr>
          </a:p>
        </p:txBody>
      </p:sp>
      <p:sp>
        <p:nvSpPr>
          <p:cNvPr id="3" name="object 3"/>
          <p:cNvSpPr txBox="1"/>
          <p:nvPr/>
        </p:nvSpPr>
        <p:spPr>
          <a:xfrm>
            <a:off x="5772350" y="4420361"/>
            <a:ext cx="128112" cy="233823"/>
          </a:xfrm>
          <a:prstGeom prst="rect">
            <a:avLst/>
          </a:prstGeom>
        </p:spPr>
        <p:txBody>
          <a:bodyPr vert="horz" wrap="square" lIns="0" tIns="11026" rIns="0" bIns="0" rtlCol="0">
            <a:spAutoFit/>
          </a:bodyPr>
          <a:lstStyle/>
          <a:p>
            <a:pPr marL="10502">
              <a:spcBef>
                <a:spcPts val="87"/>
              </a:spcBef>
            </a:pPr>
            <a:r>
              <a:rPr sz="1447" spc="37" dirty="0">
                <a:latin typeface="Cambria Math"/>
                <a:cs typeface="Cambria Math"/>
              </a:rPr>
              <a:t>1</a:t>
            </a:r>
            <a:endParaRPr sz="1447">
              <a:latin typeface="Cambria Math"/>
              <a:cs typeface="Cambria Math"/>
            </a:endParaRPr>
          </a:p>
        </p:txBody>
      </p:sp>
      <p:sp>
        <p:nvSpPr>
          <p:cNvPr id="4" name="object 4"/>
          <p:cNvSpPr txBox="1"/>
          <p:nvPr/>
        </p:nvSpPr>
        <p:spPr>
          <a:xfrm>
            <a:off x="5626596" y="4573547"/>
            <a:ext cx="307680" cy="773769"/>
          </a:xfrm>
          <a:prstGeom prst="rect">
            <a:avLst/>
          </a:prstGeom>
        </p:spPr>
        <p:txBody>
          <a:bodyPr vert="horz" wrap="square" lIns="0" tIns="85058" rIns="0" bIns="0" rtlCol="0">
            <a:spAutoFit/>
          </a:bodyPr>
          <a:lstStyle/>
          <a:p>
            <a:pPr marL="31505">
              <a:spcBef>
                <a:spcPts val="670"/>
              </a:spcBef>
            </a:pPr>
            <a:r>
              <a:rPr sz="1985" spc="4" dirty="0">
                <a:latin typeface="Cambria Math"/>
                <a:cs typeface="Cambria Math"/>
              </a:rPr>
              <a:t>𝑥</a:t>
            </a:r>
            <a:r>
              <a:rPr sz="2171" spc="6" baseline="-15873" dirty="0">
                <a:latin typeface="Cambria Math"/>
                <a:cs typeface="Cambria Math"/>
              </a:rPr>
              <a:t>2</a:t>
            </a:r>
            <a:endParaRPr sz="2171" baseline="-15873">
              <a:latin typeface="Cambria Math"/>
              <a:cs typeface="Cambria Math"/>
            </a:endParaRPr>
          </a:p>
          <a:p>
            <a:pPr marL="38331">
              <a:spcBef>
                <a:spcPts val="587"/>
              </a:spcBef>
            </a:pPr>
            <a:r>
              <a:rPr sz="1985" spc="4" dirty="0">
                <a:latin typeface="Cambria Math"/>
                <a:cs typeface="Cambria Math"/>
              </a:rPr>
              <a:t>𝑥</a:t>
            </a:r>
            <a:r>
              <a:rPr sz="2171" spc="6" baseline="-15873" dirty="0">
                <a:latin typeface="Cambria Math"/>
                <a:cs typeface="Cambria Math"/>
              </a:rPr>
              <a:t>3</a:t>
            </a:r>
            <a:endParaRPr sz="2171" baseline="-15873">
              <a:latin typeface="Cambria Math"/>
              <a:cs typeface="Cambria Math"/>
            </a:endParaRPr>
          </a:p>
        </p:txBody>
      </p:sp>
      <p:sp>
        <p:nvSpPr>
          <p:cNvPr id="5" name="object 5"/>
          <p:cNvSpPr txBox="1"/>
          <p:nvPr/>
        </p:nvSpPr>
        <p:spPr>
          <a:xfrm>
            <a:off x="5719217" y="507683"/>
            <a:ext cx="162241" cy="316072"/>
          </a:xfrm>
          <a:prstGeom prst="rect">
            <a:avLst/>
          </a:prstGeom>
        </p:spPr>
        <p:txBody>
          <a:bodyPr vert="horz" wrap="square" lIns="0" tIns="10501" rIns="0" bIns="0" rtlCol="0">
            <a:spAutoFit/>
          </a:bodyPr>
          <a:lstStyle/>
          <a:p>
            <a:pPr marL="10502">
              <a:spcBef>
                <a:spcPts val="83"/>
              </a:spcBef>
            </a:pPr>
            <a:r>
              <a:rPr sz="1985" dirty="0">
                <a:latin typeface="Cambria Math"/>
                <a:cs typeface="Cambria Math"/>
              </a:rPr>
              <a:t>𝑦</a:t>
            </a:r>
            <a:endParaRPr sz="1985">
              <a:latin typeface="Cambria Math"/>
              <a:cs typeface="Cambria Math"/>
            </a:endParaRPr>
          </a:p>
        </p:txBody>
      </p:sp>
      <p:pic>
        <p:nvPicPr>
          <p:cNvPr id="6" name="object 6"/>
          <p:cNvPicPr/>
          <p:nvPr/>
        </p:nvPicPr>
        <p:blipFill>
          <a:blip r:embed="rId3" cstate="print"/>
          <a:stretch>
            <a:fillRect/>
          </a:stretch>
        </p:blipFill>
        <p:spPr>
          <a:xfrm>
            <a:off x="6029835" y="4347422"/>
            <a:ext cx="370476" cy="992976"/>
          </a:xfrm>
          <a:prstGeom prst="rect">
            <a:avLst/>
          </a:prstGeom>
        </p:spPr>
      </p:pic>
      <p:sp>
        <p:nvSpPr>
          <p:cNvPr id="7" name="object 7"/>
          <p:cNvSpPr txBox="1"/>
          <p:nvPr/>
        </p:nvSpPr>
        <p:spPr>
          <a:xfrm>
            <a:off x="6029836" y="4347423"/>
            <a:ext cx="370685" cy="939202"/>
          </a:xfrm>
          <a:prstGeom prst="rect">
            <a:avLst/>
          </a:prstGeom>
          <a:ln w="6096">
            <a:solidFill>
              <a:srgbClr val="FFC000"/>
            </a:solidFill>
          </a:ln>
        </p:spPr>
        <p:txBody>
          <a:bodyPr vert="horz" wrap="square" lIns="0" tIns="22577" rIns="0" bIns="0" rtlCol="0">
            <a:spAutoFit/>
          </a:bodyPr>
          <a:lstStyle/>
          <a:p>
            <a:pPr marL="121294">
              <a:spcBef>
                <a:spcPts val="178"/>
              </a:spcBef>
            </a:pPr>
            <a:r>
              <a:rPr sz="1985" dirty="0">
                <a:latin typeface="Calibri"/>
                <a:cs typeface="Calibri"/>
              </a:rPr>
              <a:t>3</a:t>
            </a:r>
            <a:endParaRPr sz="1985">
              <a:latin typeface="Calibri"/>
              <a:cs typeface="Calibri"/>
            </a:endParaRPr>
          </a:p>
          <a:p>
            <a:pPr marL="121294">
              <a:spcBef>
                <a:spcPts val="4"/>
              </a:spcBef>
            </a:pPr>
            <a:r>
              <a:rPr sz="1985" dirty="0">
                <a:latin typeface="Calibri"/>
                <a:cs typeface="Calibri"/>
              </a:rPr>
              <a:t>1</a:t>
            </a:r>
            <a:endParaRPr sz="1985">
              <a:latin typeface="Calibri"/>
              <a:cs typeface="Calibri"/>
            </a:endParaRPr>
          </a:p>
          <a:p>
            <a:pPr marL="121294"/>
            <a:r>
              <a:rPr sz="1985" dirty="0">
                <a:latin typeface="Calibri"/>
                <a:cs typeface="Calibri"/>
              </a:rPr>
              <a:t>0</a:t>
            </a:r>
            <a:endParaRPr sz="1985">
              <a:latin typeface="Calibri"/>
              <a:cs typeface="Calibri"/>
            </a:endParaRPr>
          </a:p>
        </p:txBody>
      </p:sp>
      <p:pic>
        <p:nvPicPr>
          <p:cNvPr id="8" name="object 8"/>
          <p:cNvPicPr/>
          <p:nvPr/>
        </p:nvPicPr>
        <p:blipFill>
          <a:blip r:embed="rId4" cstate="print"/>
          <a:stretch>
            <a:fillRect/>
          </a:stretch>
        </p:blipFill>
        <p:spPr>
          <a:xfrm>
            <a:off x="7655393" y="4313398"/>
            <a:ext cx="512870" cy="1102607"/>
          </a:xfrm>
          <a:prstGeom prst="rect">
            <a:avLst/>
          </a:prstGeom>
        </p:spPr>
      </p:pic>
      <p:grpSp>
        <p:nvGrpSpPr>
          <p:cNvPr id="9" name="object 9"/>
          <p:cNvGrpSpPr/>
          <p:nvPr/>
        </p:nvGrpSpPr>
        <p:grpSpPr>
          <a:xfrm>
            <a:off x="6038658" y="468766"/>
            <a:ext cx="375936" cy="385912"/>
            <a:chOff x="5777484" y="566927"/>
            <a:chExt cx="454659" cy="466725"/>
          </a:xfrm>
        </p:grpSpPr>
        <p:pic>
          <p:nvPicPr>
            <p:cNvPr id="10" name="object 10"/>
            <p:cNvPicPr/>
            <p:nvPr/>
          </p:nvPicPr>
          <p:blipFill>
            <a:blip r:embed="rId5" cstate="print"/>
            <a:stretch>
              <a:fillRect/>
            </a:stretch>
          </p:blipFill>
          <p:spPr>
            <a:xfrm>
              <a:off x="5780532" y="569975"/>
              <a:ext cx="448056" cy="460248"/>
            </a:xfrm>
            <a:prstGeom prst="rect">
              <a:avLst/>
            </a:prstGeom>
          </p:spPr>
        </p:pic>
        <p:sp>
          <p:nvSpPr>
            <p:cNvPr id="11" name="object 11"/>
            <p:cNvSpPr/>
            <p:nvPr/>
          </p:nvSpPr>
          <p:spPr>
            <a:xfrm>
              <a:off x="5780532" y="569975"/>
              <a:ext cx="448309" cy="460375"/>
            </a:xfrm>
            <a:custGeom>
              <a:avLst/>
              <a:gdLst/>
              <a:ahLst/>
              <a:cxnLst/>
              <a:rect l="l" t="t" r="r" b="b"/>
              <a:pathLst>
                <a:path w="448310" h="460375">
                  <a:moveTo>
                    <a:pt x="0" y="460248"/>
                  </a:moveTo>
                  <a:lnTo>
                    <a:pt x="448056" y="460248"/>
                  </a:lnTo>
                  <a:lnTo>
                    <a:pt x="448056" y="0"/>
                  </a:lnTo>
                  <a:lnTo>
                    <a:pt x="0" y="0"/>
                  </a:lnTo>
                  <a:lnTo>
                    <a:pt x="0" y="460248"/>
                  </a:lnTo>
                  <a:close/>
                </a:path>
              </a:pathLst>
            </a:custGeom>
            <a:ln w="6096">
              <a:solidFill>
                <a:srgbClr val="EC7C30"/>
              </a:solidFill>
            </a:ln>
          </p:spPr>
          <p:txBody>
            <a:bodyPr wrap="square" lIns="0" tIns="0" rIns="0" bIns="0" rtlCol="0"/>
            <a:lstStyle/>
            <a:p>
              <a:endParaRPr sz="1488"/>
            </a:p>
          </p:txBody>
        </p:sp>
      </p:grpSp>
      <p:pic>
        <p:nvPicPr>
          <p:cNvPr id="12" name="object 12"/>
          <p:cNvPicPr/>
          <p:nvPr/>
        </p:nvPicPr>
        <p:blipFill>
          <a:blip r:embed="rId6" cstate="print"/>
          <a:stretch>
            <a:fillRect/>
          </a:stretch>
        </p:blipFill>
        <p:spPr>
          <a:xfrm>
            <a:off x="8218668" y="4325999"/>
            <a:ext cx="512870" cy="1101347"/>
          </a:xfrm>
          <a:prstGeom prst="rect">
            <a:avLst/>
          </a:prstGeom>
        </p:spPr>
      </p:pic>
      <p:pic>
        <p:nvPicPr>
          <p:cNvPr id="13" name="object 13"/>
          <p:cNvPicPr/>
          <p:nvPr/>
        </p:nvPicPr>
        <p:blipFill>
          <a:blip r:embed="rId7" cstate="print"/>
          <a:stretch>
            <a:fillRect/>
          </a:stretch>
        </p:blipFill>
        <p:spPr>
          <a:xfrm>
            <a:off x="6629654" y="4344902"/>
            <a:ext cx="370476" cy="991716"/>
          </a:xfrm>
          <a:prstGeom prst="rect">
            <a:avLst/>
          </a:prstGeom>
        </p:spPr>
      </p:pic>
      <p:sp>
        <p:nvSpPr>
          <p:cNvPr id="14" name="object 14"/>
          <p:cNvSpPr txBox="1"/>
          <p:nvPr/>
        </p:nvSpPr>
        <p:spPr>
          <a:xfrm>
            <a:off x="6629655" y="4344902"/>
            <a:ext cx="370685" cy="938672"/>
          </a:xfrm>
          <a:prstGeom prst="rect">
            <a:avLst/>
          </a:prstGeom>
          <a:ln w="6096">
            <a:solidFill>
              <a:srgbClr val="FFC000"/>
            </a:solidFill>
          </a:ln>
        </p:spPr>
        <p:txBody>
          <a:bodyPr vert="horz" wrap="square" lIns="0" tIns="22052" rIns="0" bIns="0" rtlCol="0">
            <a:spAutoFit/>
          </a:bodyPr>
          <a:lstStyle/>
          <a:p>
            <a:pPr marL="121819">
              <a:spcBef>
                <a:spcPts val="174"/>
              </a:spcBef>
            </a:pPr>
            <a:r>
              <a:rPr sz="1985" dirty="0">
                <a:latin typeface="Calibri"/>
                <a:cs typeface="Calibri"/>
              </a:rPr>
              <a:t>4</a:t>
            </a:r>
            <a:endParaRPr sz="1985">
              <a:latin typeface="Calibri"/>
              <a:cs typeface="Calibri"/>
            </a:endParaRPr>
          </a:p>
          <a:p>
            <a:pPr marL="121819"/>
            <a:r>
              <a:rPr sz="1985" dirty="0">
                <a:latin typeface="Calibri"/>
                <a:cs typeface="Calibri"/>
              </a:rPr>
              <a:t>1</a:t>
            </a:r>
            <a:endParaRPr sz="1985">
              <a:latin typeface="Calibri"/>
              <a:cs typeface="Calibri"/>
            </a:endParaRPr>
          </a:p>
          <a:p>
            <a:pPr marL="121819"/>
            <a:r>
              <a:rPr sz="1985" dirty="0">
                <a:latin typeface="Calibri"/>
                <a:cs typeface="Calibri"/>
              </a:rPr>
              <a:t>0</a:t>
            </a:r>
            <a:endParaRPr sz="1985">
              <a:latin typeface="Calibri"/>
              <a:cs typeface="Calibri"/>
            </a:endParaRPr>
          </a:p>
        </p:txBody>
      </p:sp>
      <p:grpSp>
        <p:nvGrpSpPr>
          <p:cNvPr id="15" name="object 15"/>
          <p:cNvGrpSpPr/>
          <p:nvPr/>
        </p:nvGrpSpPr>
        <p:grpSpPr>
          <a:xfrm>
            <a:off x="6606973" y="468766"/>
            <a:ext cx="375936" cy="386963"/>
            <a:chOff x="6464808" y="566927"/>
            <a:chExt cx="454659" cy="467995"/>
          </a:xfrm>
        </p:grpSpPr>
        <p:pic>
          <p:nvPicPr>
            <p:cNvPr id="16" name="object 16"/>
            <p:cNvPicPr/>
            <p:nvPr/>
          </p:nvPicPr>
          <p:blipFill>
            <a:blip r:embed="rId8" cstate="print"/>
            <a:stretch>
              <a:fillRect/>
            </a:stretch>
          </p:blipFill>
          <p:spPr>
            <a:xfrm>
              <a:off x="6467856" y="569975"/>
              <a:ext cx="448055" cy="461772"/>
            </a:xfrm>
            <a:prstGeom prst="rect">
              <a:avLst/>
            </a:prstGeom>
          </p:spPr>
        </p:pic>
        <p:sp>
          <p:nvSpPr>
            <p:cNvPr id="17" name="object 17"/>
            <p:cNvSpPr/>
            <p:nvPr/>
          </p:nvSpPr>
          <p:spPr>
            <a:xfrm>
              <a:off x="6467856" y="569975"/>
              <a:ext cx="448309" cy="462280"/>
            </a:xfrm>
            <a:custGeom>
              <a:avLst/>
              <a:gdLst/>
              <a:ahLst/>
              <a:cxnLst/>
              <a:rect l="l" t="t" r="r" b="b"/>
              <a:pathLst>
                <a:path w="448309" h="462280">
                  <a:moveTo>
                    <a:pt x="0" y="461772"/>
                  </a:moveTo>
                  <a:lnTo>
                    <a:pt x="448055" y="461772"/>
                  </a:lnTo>
                  <a:lnTo>
                    <a:pt x="448055" y="0"/>
                  </a:lnTo>
                  <a:lnTo>
                    <a:pt x="0" y="0"/>
                  </a:lnTo>
                  <a:lnTo>
                    <a:pt x="0" y="461772"/>
                  </a:lnTo>
                  <a:close/>
                </a:path>
              </a:pathLst>
            </a:custGeom>
            <a:ln w="6095">
              <a:solidFill>
                <a:srgbClr val="EC7C30"/>
              </a:solidFill>
            </a:ln>
          </p:spPr>
          <p:txBody>
            <a:bodyPr wrap="square" lIns="0" tIns="0" rIns="0" bIns="0" rtlCol="0"/>
            <a:lstStyle/>
            <a:p>
              <a:endParaRPr sz="1488"/>
            </a:p>
          </p:txBody>
        </p:sp>
      </p:grpSp>
      <p:sp>
        <p:nvSpPr>
          <p:cNvPr id="18" name="object 18"/>
          <p:cNvSpPr txBox="1"/>
          <p:nvPr/>
        </p:nvSpPr>
        <p:spPr>
          <a:xfrm>
            <a:off x="6152908" y="482166"/>
            <a:ext cx="716695" cy="316072"/>
          </a:xfrm>
          <a:prstGeom prst="rect">
            <a:avLst/>
          </a:prstGeom>
        </p:spPr>
        <p:txBody>
          <a:bodyPr vert="horz" wrap="square" lIns="0" tIns="10501" rIns="0" bIns="0" rtlCol="0">
            <a:spAutoFit/>
          </a:bodyPr>
          <a:lstStyle/>
          <a:p>
            <a:pPr marL="10502">
              <a:spcBef>
                <a:spcPts val="83"/>
              </a:spcBef>
              <a:tabLst>
                <a:tab pos="578115" algn="l"/>
              </a:tabLst>
            </a:pPr>
            <a:r>
              <a:rPr sz="1985" dirty="0">
                <a:latin typeface="Calibri"/>
                <a:cs typeface="Calibri"/>
              </a:rPr>
              <a:t>0	0</a:t>
            </a:r>
            <a:endParaRPr sz="1985">
              <a:latin typeface="Calibri"/>
              <a:cs typeface="Calibri"/>
            </a:endParaRPr>
          </a:p>
        </p:txBody>
      </p:sp>
      <p:pic>
        <p:nvPicPr>
          <p:cNvPr id="19" name="object 19"/>
          <p:cNvPicPr/>
          <p:nvPr/>
        </p:nvPicPr>
        <p:blipFill>
          <a:blip r:embed="rId9" cstate="print"/>
          <a:stretch>
            <a:fillRect/>
          </a:stretch>
        </p:blipFill>
        <p:spPr>
          <a:xfrm>
            <a:off x="7192930" y="4356242"/>
            <a:ext cx="370475" cy="991716"/>
          </a:xfrm>
          <a:prstGeom prst="rect">
            <a:avLst/>
          </a:prstGeom>
        </p:spPr>
      </p:pic>
      <p:sp>
        <p:nvSpPr>
          <p:cNvPr id="20" name="object 20"/>
          <p:cNvSpPr txBox="1"/>
          <p:nvPr/>
        </p:nvSpPr>
        <p:spPr>
          <a:xfrm>
            <a:off x="7192930" y="4356242"/>
            <a:ext cx="370685" cy="938672"/>
          </a:xfrm>
          <a:prstGeom prst="rect">
            <a:avLst/>
          </a:prstGeom>
          <a:ln w="6096">
            <a:solidFill>
              <a:srgbClr val="FFC000"/>
            </a:solidFill>
          </a:ln>
        </p:spPr>
        <p:txBody>
          <a:bodyPr vert="horz" wrap="square" lIns="0" tIns="22052" rIns="0" bIns="0" rtlCol="0">
            <a:spAutoFit/>
          </a:bodyPr>
          <a:lstStyle/>
          <a:p>
            <a:pPr marL="121819">
              <a:spcBef>
                <a:spcPts val="174"/>
              </a:spcBef>
            </a:pPr>
            <a:r>
              <a:rPr sz="1985" dirty="0">
                <a:latin typeface="Calibri"/>
                <a:cs typeface="Calibri"/>
              </a:rPr>
              <a:t>2</a:t>
            </a:r>
            <a:endParaRPr sz="1985">
              <a:latin typeface="Calibri"/>
              <a:cs typeface="Calibri"/>
            </a:endParaRPr>
          </a:p>
          <a:p>
            <a:pPr marL="121819"/>
            <a:r>
              <a:rPr sz="1985" dirty="0">
                <a:latin typeface="Calibri"/>
                <a:cs typeface="Calibri"/>
              </a:rPr>
              <a:t>0</a:t>
            </a:r>
            <a:endParaRPr sz="1985">
              <a:latin typeface="Calibri"/>
              <a:cs typeface="Calibri"/>
            </a:endParaRPr>
          </a:p>
          <a:p>
            <a:pPr marL="121819"/>
            <a:r>
              <a:rPr sz="1985" dirty="0">
                <a:latin typeface="Calibri"/>
                <a:cs typeface="Calibri"/>
              </a:rPr>
              <a:t>0</a:t>
            </a:r>
            <a:endParaRPr sz="1985">
              <a:latin typeface="Calibri"/>
              <a:cs typeface="Calibri"/>
            </a:endParaRPr>
          </a:p>
        </p:txBody>
      </p:sp>
      <p:grpSp>
        <p:nvGrpSpPr>
          <p:cNvPr id="21" name="object 21"/>
          <p:cNvGrpSpPr/>
          <p:nvPr/>
        </p:nvGrpSpPr>
        <p:grpSpPr>
          <a:xfrm>
            <a:off x="7155125" y="485148"/>
            <a:ext cx="375936" cy="386963"/>
            <a:chOff x="7127747" y="586740"/>
            <a:chExt cx="454659" cy="467995"/>
          </a:xfrm>
        </p:grpSpPr>
        <p:pic>
          <p:nvPicPr>
            <p:cNvPr id="22" name="object 22"/>
            <p:cNvPicPr/>
            <p:nvPr/>
          </p:nvPicPr>
          <p:blipFill>
            <a:blip r:embed="rId10" cstate="print"/>
            <a:stretch>
              <a:fillRect/>
            </a:stretch>
          </p:blipFill>
          <p:spPr>
            <a:xfrm>
              <a:off x="7130795" y="589788"/>
              <a:ext cx="448055" cy="461772"/>
            </a:xfrm>
            <a:prstGeom prst="rect">
              <a:avLst/>
            </a:prstGeom>
          </p:spPr>
        </p:pic>
        <p:sp>
          <p:nvSpPr>
            <p:cNvPr id="23" name="object 23"/>
            <p:cNvSpPr/>
            <p:nvPr/>
          </p:nvSpPr>
          <p:spPr>
            <a:xfrm>
              <a:off x="7130795" y="589788"/>
              <a:ext cx="448309" cy="462280"/>
            </a:xfrm>
            <a:custGeom>
              <a:avLst/>
              <a:gdLst/>
              <a:ahLst/>
              <a:cxnLst/>
              <a:rect l="l" t="t" r="r" b="b"/>
              <a:pathLst>
                <a:path w="448309" h="462280">
                  <a:moveTo>
                    <a:pt x="0" y="461772"/>
                  </a:moveTo>
                  <a:lnTo>
                    <a:pt x="448055" y="461772"/>
                  </a:lnTo>
                  <a:lnTo>
                    <a:pt x="448055" y="0"/>
                  </a:lnTo>
                  <a:lnTo>
                    <a:pt x="0" y="0"/>
                  </a:lnTo>
                  <a:lnTo>
                    <a:pt x="0" y="461772"/>
                  </a:lnTo>
                  <a:close/>
                </a:path>
              </a:pathLst>
            </a:custGeom>
            <a:ln w="6095">
              <a:solidFill>
                <a:srgbClr val="EC7C30"/>
              </a:solidFill>
            </a:ln>
          </p:spPr>
          <p:txBody>
            <a:bodyPr wrap="square" lIns="0" tIns="0" rIns="0" bIns="0" rtlCol="0"/>
            <a:lstStyle/>
            <a:p>
              <a:endParaRPr sz="1488"/>
            </a:p>
          </p:txBody>
        </p:sp>
      </p:grpSp>
      <p:sp>
        <p:nvSpPr>
          <p:cNvPr id="24" name="object 24"/>
          <p:cNvSpPr txBox="1"/>
          <p:nvPr/>
        </p:nvSpPr>
        <p:spPr>
          <a:xfrm>
            <a:off x="7268851" y="499323"/>
            <a:ext cx="149114" cy="316072"/>
          </a:xfrm>
          <a:prstGeom prst="rect">
            <a:avLst/>
          </a:prstGeom>
        </p:spPr>
        <p:txBody>
          <a:bodyPr vert="horz" wrap="square" lIns="0" tIns="10501" rIns="0" bIns="0" rtlCol="0">
            <a:spAutoFit/>
          </a:bodyPr>
          <a:lstStyle/>
          <a:p>
            <a:pPr marL="10502">
              <a:spcBef>
                <a:spcPts val="83"/>
              </a:spcBef>
            </a:pPr>
            <a:r>
              <a:rPr sz="1985" dirty="0">
                <a:latin typeface="Calibri"/>
                <a:cs typeface="Calibri"/>
              </a:rPr>
              <a:t>0</a:t>
            </a:r>
            <a:endParaRPr sz="1985">
              <a:latin typeface="Calibri"/>
              <a:cs typeface="Calibri"/>
            </a:endParaRPr>
          </a:p>
        </p:txBody>
      </p:sp>
      <p:sp>
        <p:nvSpPr>
          <p:cNvPr id="25" name="object 25"/>
          <p:cNvSpPr txBox="1"/>
          <p:nvPr/>
        </p:nvSpPr>
        <p:spPr>
          <a:xfrm>
            <a:off x="7734782" y="4363803"/>
            <a:ext cx="370685" cy="938672"/>
          </a:xfrm>
          <a:prstGeom prst="rect">
            <a:avLst/>
          </a:prstGeom>
          <a:ln w="6096">
            <a:solidFill>
              <a:srgbClr val="FFC000"/>
            </a:solidFill>
          </a:ln>
        </p:spPr>
        <p:txBody>
          <a:bodyPr vert="horz" wrap="square" lIns="0" tIns="22052" rIns="0" bIns="0" rtlCol="0">
            <a:spAutoFit/>
          </a:bodyPr>
          <a:lstStyle/>
          <a:p>
            <a:pPr marL="121294">
              <a:spcBef>
                <a:spcPts val="174"/>
              </a:spcBef>
            </a:pPr>
            <a:r>
              <a:rPr sz="1985" dirty="0">
                <a:latin typeface="Calibri"/>
                <a:cs typeface="Calibri"/>
              </a:rPr>
              <a:t>1</a:t>
            </a:r>
            <a:endParaRPr sz="1985">
              <a:latin typeface="Calibri"/>
              <a:cs typeface="Calibri"/>
            </a:endParaRPr>
          </a:p>
          <a:p>
            <a:pPr marL="121294"/>
            <a:r>
              <a:rPr sz="1985" dirty="0">
                <a:latin typeface="Calibri"/>
                <a:cs typeface="Calibri"/>
              </a:rPr>
              <a:t>0</a:t>
            </a:r>
            <a:endParaRPr sz="1985">
              <a:latin typeface="Calibri"/>
              <a:cs typeface="Calibri"/>
            </a:endParaRPr>
          </a:p>
          <a:p>
            <a:pPr marL="121294"/>
            <a:r>
              <a:rPr sz="1985" dirty="0">
                <a:latin typeface="Calibri"/>
                <a:cs typeface="Calibri"/>
              </a:rPr>
              <a:t>1</a:t>
            </a:r>
            <a:endParaRPr sz="1985">
              <a:latin typeface="Calibri"/>
              <a:cs typeface="Calibri"/>
            </a:endParaRPr>
          </a:p>
        </p:txBody>
      </p:sp>
      <p:grpSp>
        <p:nvGrpSpPr>
          <p:cNvPr id="26" name="object 26"/>
          <p:cNvGrpSpPr/>
          <p:nvPr/>
        </p:nvGrpSpPr>
        <p:grpSpPr>
          <a:xfrm>
            <a:off x="7701912" y="477481"/>
            <a:ext cx="376987" cy="387488"/>
            <a:chOff x="7789036" y="577469"/>
            <a:chExt cx="455930" cy="468630"/>
          </a:xfrm>
        </p:grpSpPr>
        <p:pic>
          <p:nvPicPr>
            <p:cNvPr id="27" name="object 27"/>
            <p:cNvPicPr/>
            <p:nvPr/>
          </p:nvPicPr>
          <p:blipFill>
            <a:blip r:embed="rId11" cstate="print"/>
            <a:stretch>
              <a:fillRect/>
            </a:stretch>
          </p:blipFill>
          <p:spPr>
            <a:xfrm>
              <a:off x="7792211" y="580644"/>
              <a:ext cx="449579" cy="461772"/>
            </a:xfrm>
            <a:prstGeom prst="rect">
              <a:avLst/>
            </a:prstGeom>
          </p:spPr>
        </p:pic>
        <p:sp>
          <p:nvSpPr>
            <p:cNvPr id="28" name="object 28"/>
            <p:cNvSpPr/>
            <p:nvPr/>
          </p:nvSpPr>
          <p:spPr>
            <a:xfrm>
              <a:off x="7792211" y="580644"/>
              <a:ext cx="449580" cy="462280"/>
            </a:xfrm>
            <a:custGeom>
              <a:avLst/>
              <a:gdLst/>
              <a:ahLst/>
              <a:cxnLst/>
              <a:rect l="l" t="t" r="r" b="b"/>
              <a:pathLst>
                <a:path w="449579" h="462280">
                  <a:moveTo>
                    <a:pt x="0" y="461772"/>
                  </a:moveTo>
                  <a:lnTo>
                    <a:pt x="449579" y="461772"/>
                  </a:lnTo>
                  <a:lnTo>
                    <a:pt x="449579" y="0"/>
                  </a:lnTo>
                  <a:lnTo>
                    <a:pt x="0" y="0"/>
                  </a:lnTo>
                  <a:lnTo>
                    <a:pt x="0" y="461772"/>
                  </a:lnTo>
                  <a:close/>
                </a:path>
              </a:pathLst>
            </a:custGeom>
            <a:ln w="6096">
              <a:solidFill>
                <a:srgbClr val="EC7C30"/>
              </a:solidFill>
            </a:ln>
          </p:spPr>
          <p:txBody>
            <a:bodyPr wrap="square" lIns="0" tIns="0" rIns="0" bIns="0" rtlCol="0"/>
            <a:lstStyle/>
            <a:p>
              <a:endParaRPr sz="1488"/>
            </a:p>
          </p:txBody>
        </p:sp>
      </p:grpSp>
      <p:sp>
        <p:nvSpPr>
          <p:cNvPr id="29" name="object 29"/>
          <p:cNvSpPr txBox="1"/>
          <p:nvPr/>
        </p:nvSpPr>
        <p:spPr>
          <a:xfrm>
            <a:off x="8269074" y="4363803"/>
            <a:ext cx="370685" cy="939202"/>
          </a:xfrm>
          <a:prstGeom prst="rect">
            <a:avLst/>
          </a:prstGeom>
          <a:ln w="6096">
            <a:solidFill>
              <a:srgbClr val="FFC000"/>
            </a:solidFill>
          </a:ln>
        </p:spPr>
        <p:txBody>
          <a:bodyPr vert="horz" wrap="square" lIns="0" tIns="22577" rIns="0" bIns="0" rtlCol="0">
            <a:spAutoFit/>
          </a:bodyPr>
          <a:lstStyle/>
          <a:p>
            <a:pPr marL="122344">
              <a:spcBef>
                <a:spcPts val="178"/>
              </a:spcBef>
            </a:pPr>
            <a:r>
              <a:rPr sz="1985" dirty="0">
                <a:latin typeface="Calibri"/>
                <a:cs typeface="Calibri"/>
              </a:rPr>
              <a:t>3</a:t>
            </a:r>
            <a:endParaRPr sz="1985">
              <a:latin typeface="Calibri"/>
              <a:cs typeface="Calibri"/>
            </a:endParaRPr>
          </a:p>
          <a:p>
            <a:pPr marL="84538"/>
            <a:r>
              <a:rPr sz="1985" spc="-4" dirty="0">
                <a:latin typeface="Calibri"/>
                <a:cs typeface="Calibri"/>
              </a:rPr>
              <a:t>-1</a:t>
            </a:r>
            <a:endParaRPr sz="1985">
              <a:latin typeface="Calibri"/>
              <a:cs typeface="Calibri"/>
            </a:endParaRPr>
          </a:p>
          <a:p>
            <a:pPr marL="122344"/>
            <a:r>
              <a:rPr sz="1985" dirty="0">
                <a:latin typeface="Calibri"/>
                <a:cs typeface="Calibri"/>
              </a:rPr>
              <a:t>0</a:t>
            </a:r>
            <a:endParaRPr sz="1985">
              <a:latin typeface="Calibri"/>
              <a:cs typeface="Calibri"/>
            </a:endParaRPr>
          </a:p>
        </p:txBody>
      </p:sp>
      <p:grpSp>
        <p:nvGrpSpPr>
          <p:cNvPr id="30" name="object 30"/>
          <p:cNvGrpSpPr/>
          <p:nvPr/>
        </p:nvGrpSpPr>
        <p:grpSpPr>
          <a:xfrm>
            <a:off x="8232531" y="477587"/>
            <a:ext cx="375936" cy="386963"/>
            <a:chOff x="8430768" y="577595"/>
            <a:chExt cx="454659" cy="467995"/>
          </a:xfrm>
        </p:grpSpPr>
        <p:pic>
          <p:nvPicPr>
            <p:cNvPr id="31" name="object 31"/>
            <p:cNvPicPr/>
            <p:nvPr/>
          </p:nvPicPr>
          <p:blipFill>
            <a:blip r:embed="rId12" cstate="print"/>
            <a:stretch>
              <a:fillRect/>
            </a:stretch>
          </p:blipFill>
          <p:spPr>
            <a:xfrm>
              <a:off x="8433816" y="580643"/>
              <a:ext cx="448055" cy="461772"/>
            </a:xfrm>
            <a:prstGeom prst="rect">
              <a:avLst/>
            </a:prstGeom>
          </p:spPr>
        </p:pic>
        <p:sp>
          <p:nvSpPr>
            <p:cNvPr id="32" name="object 32"/>
            <p:cNvSpPr/>
            <p:nvPr/>
          </p:nvSpPr>
          <p:spPr>
            <a:xfrm>
              <a:off x="8433816" y="580643"/>
              <a:ext cx="448309" cy="462280"/>
            </a:xfrm>
            <a:custGeom>
              <a:avLst/>
              <a:gdLst/>
              <a:ahLst/>
              <a:cxnLst/>
              <a:rect l="l" t="t" r="r" b="b"/>
              <a:pathLst>
                <a:path w="448309" h="462280">
                  <a:moveTo>
                    <a:pt x="0" y="461772"/>
                  </a:moveTo>
                  <a:lnTo>
                    <a:pt x="448055" y="461772"/>
                  </a:lnTo>
                  <a:lnTo>
                    <a:pt x="448055" y="0"/>
                  </a:lnTo>
                  <a:lnTo>
                    <a:pt x="0" y="0"/>
                  </a:lnTo>
                  <a:lnTo>
                    <a:pt x="0" y="461772"/>
                  </a:lnTo>
                  <a:close/>
                </a:path>
              </a:pathLst>
            </a:custGeom>
            <a:ln w="6095">
              <a:solidFill>
                <a:srgbClr val="EC7C30"/>
              </a:solidFill>
            </a:ln>
          </p:spPr>
          <p:txBody>
            <a:bodyPr wrap="square" lIns="0" tIns="0" rIns="0" bIns="0" rtlCol="0"/>
            <a:lstStyle/>
            <a:p>
              <a:endParaRPr sz="1488"/>
            </a:p>
          </p:txBody>
        </p:sp>
      </p:grpSp>
      <p:sp>
        <p:nvSpPr>
          <p:cNvPr id="33" name="object 33"/>
          <p:cNvSpPr txBox="1"/>
          <p:nvPr/>
        </p:nvSpPr>
        <p:spPr>
          <a:xfrm>
            <a:off x="7817005" y="490817"/>
            <a:ext cx="678891" cy="316072"/>
          </a:xfrm>
          <a:prstGeom prst="rect">
            <a:avLst/>
          </a:prstGeom>
        </p:spPr>
        <p:txBody>
          <a:bodyPr vert="horz" wrap="square" lIns="0" tIns="10501" rIns="0" bIns="0" rtlCol="0">
            <a:spAutoFit/>
          </a:bodyPr>
          <a:lstStyle/>
          <a:p>
            <a:pPr marL="10502">
              <a:spcBef>
                <a:spcPts val="83"/>
              </a:spcBef>
              <a:tabLst>
                <a:tab pos="539784" algn="l"/>
              </a:tabLst>
            </a:pPr>
            <a:r>
              <a:rPr sz="1985" dirty="0">
                <a:latin typeface="Calibri"/>
                <a:cs typeface="Calibri"/>
              </a:rPr>
              <a:t>7	0</a:t>
            </a:r>
            <a:endParaRPr sz="1985">
              <a:latin typeface="Calibri"/>
              <a:cs typeface="Calibri"/>
            </a:endParaRPr>
          </a:p>
        </p:txBody>
      </p:sp>
      <p:sp>
        <p:nvSpPr>
          <p:cNvPr id="34" name="object 34"/>
          <p:cNvSpPr/>
          <p:nvPr/>
        </p:nvSpPr>
        <p:spPr>
          <a:xfrm>
            <a:off x="6092211" y="4698366"/>
            <a:ext cx="263576" cy="289828"/>
          </a:xfrm>
          <a:custGeom>
            <a:avLst/>
            <a:gdLst/>
            <a:ahLst/>
            <a:cxnLst/>
            <a:rect l="l" t="t" r="r" b="b"/>
            <a:pathLst>
              <a:path w="318770" h="350520">
                <a:moveTo>
                  <a:pt x="0" y="350520"/>
                </a:moveTo>
                <a:lnTo>
                  <a:pt x="318515" y="350520"/>
                </a:lnTo>
                <a:lnTo>
                  <a:pt x="318515" y="0"/>
                </a:lnTo>
                <a:lnTo>
                  <a:pt x="0" y="0"/>
                </a:lnTo>
                <a:lnTo>
                  <a:pt x="0" y="350520"/>
                </a:lnTo>
                <a:close/>
              </a:path>
            </a:pathLst>
          </a:custGeom>
          <a:ln w="38100">
            <a:solidFill>
              <a:srgbClr val="0000FF"/>
            </a:solidFill>
          </a:ln>
        </p:spPr>
        <p:txBody>
          <a:bodyPr wrap="square" lIns="0" tIns="0" rIns="0" bIns="0" rtlCol="0"/>
          <a:lstStyle/>
          <a:p>
            <a:endParaRPr sz="1488"/>
          </a:p>
        </p:txBody>
      </p:sp>
      <p:sp>
        <p:nvSpPr>
          <p:cNvPr id="35" name="object 35"/>
          <p:cNvSpPr/>
          <p:nvPr/>
        </p:nvSpPr>
        <p:spPr>
          <a:xfrm>
            <a:off x="6683208" y="4694585"/>
            <a:ext cx="264626" cy="289828"/>
          </a:xfrm>
          <a:custGeom>
            <a:avLst/>
            <a:gdLst/>
            <a:ahLst/>
            <a:cxnLst/>
            <a:rect l="l" t="t" r="r" b="b"/>
            <a:pathLst>
              <a:path w="320040" h="350520">
                <a:moveTo>
                  <a:pt x="0" y="350519"/>
                </a:moveTo>
                <a:lnTo>
                  <a:pt x="320040" y="350519"/>
                </a:lnTo>
                <a:lnTo>
                  <a:pt x="320040" y="0"/>
                </a:lnTo>
                <a:lnTo>
                  <a:pt x="0" y="0"/>
                </a:lnTo>
                <a:lnTo>
                  <a:pt x="0" y="350519"/>
                </a:lnTo>
                <a:close/>
              </a:path>
            </a:pathLst>
          </a:custGeom>
          <a:ln w="38099">
            <a:solidFill>
              <a:srgbClr val="0000FF"/>
            </a:solidFill>
          </a:ln>
        </p:spPr>
        <p:txBody>
          <a:bodyPr wrap="square" lIns="0" tIns="0" rIns="0" bIns="0" rtlCol="0"/>
          <a:lstStyle/>
          <a:p>
            <a:endParaRPr sz="1488"/>
          </a:p>
        </p:txBody>
      </p:sp>
      <p:sp>
        <p:nvSpPr>
          <p:cNvPr id="36" name="object 36"/>
          <p:cNvSpPr/>
          <p:nvPr/>
        </p:nvSpPr>
        <p:spPr>
          <a:xfrm>
            <a:off x="7788335" y="5028517"/>
            <a:ext cx="263576" cy="289828"/>
          </a:xfrm>
          <a:custGeom>
            <a:avLst/>
            <a:gdLst/>
            <a:ahLst/>
            <a:cxnLst/>
            <a:rect l="l" t="t" r="r" b="b"/>
            <a:pathLst>
              <a:path w="318770" h="350520">
                <a:moveTo>
                  <a:pt x="0" y="350519"/>
                </a:moveTo>
                <a:lnTo>
                  <a:pt x="318516" y="350519"/>
                </a:lnTo>
                <a:lnTo>
                  <a:pt x="318516" y="0"/>
                </a:lnTo>
                <a:lnTo>
                  <a:pt x="0" y="0"/>
                </a:lnTo>
                <a:lnTo>
                  <a:pt x="0" y="350519"/>
                </a:lnTo>
                <a:close/>
              </a:path>
            </a:pathLst>
          </a:custGeom>
          <a:ln w="38100">
            <a:solidFill>
              <a:srgbClr val="00AF50"/>
            </a:solidFill>
          </a:ln>
        </p:spPr>
        <p:txBody>
          <a:bodyPr wrap="square" lIns="0" tIns="0" rIns="0" bIns="0" rtlCol="0"/>
          <a:lstStyle/>
          <a:p>
            <a:endParaRPr sz="1488"/>
          </a:p>
        </p:txBody>
      </p:sp>
      <p:sp>
        <p:nvSpPr>
          <p:cNvPr id="37" name="object 37"/>
          <p:cNvSpPr/>
          <p:nvPr/>
        </p:nvSpPr>
        <p:spPr>
          <a:xfrm>
            <a:off x="7759353" y="523581"/>
            <a:ext cx="263576" cy="289828"/>
          </a:xfrm>
          <a:custGeom>
            <a:avLst/>
            <a:gdLst/>
            <a:ahLst/>
            <a:cxnLst/>
            <a:rect l="l" t="t" r="r" b="b"/>
            <a:pathLst>
              <a:path w="318770" h="350519">
                <a:moveTo>
                  <a:pt x="0" y="350520"/>
                </a:moveTo>
                <a:lnTo>
                  <a:pt x="318516" y="350520"/>
                </a:lnTo>
                <a:lnTo>
                  <a:pt x="318516" y="0"/>
                </a:lnTo>
                <a:lnTo>
                  <a:pt x="0" y="0"/>
                </a:lnTo>
                <a:lnTo>
                  <a:pt x="0" y="350520"/>
                </a:lnTo>
                <a:close/>
              </a:path>
            </a:pathLst>
          </a:custGeom>
          <a:ln w="38100">
            <a:solidFill>
              <a:srgbClr val="FF0000"/>
            </a:solidFill>
          </a:ln>
        </p:spPr>
        <p:txBody>
          <a:bodyPr wrap="square" lIns="0" tIns="0" rIns="0" bIns="0" rtlCol="0"/>
          <a:lstStyle/>
          <a:p>
            <a:endParaRPr sz="1488"/>
          </a:p>
        </p:txBody>
      </p:sp>
      <p:sp>
        <p:nvSpPr>
          <p:cNvPr id="38" name="object 38"/>
          <p:cNvSpPr/>
          <p:nvPr/>
        </p:nvSpPr>
        <p:spPr>
          <a:xfrm>
            <a:off x="8328929" y="4719787"/>
            <a:ext cx="263576" cy="289828"/>
          </a:xfrm>
          <a:custGeom>
            <a:avLst/>
            <a:gdLst/>
            <a:ahLst/>
            <a:cxnLst/>
            <a:rect l="l" t="t" r="r" b="b"/>
            <a:pathLst>
              <a:path w="318770" h="350520">
                <a:moveTo>
                  <a:pt x="0" y="350519"/>
                </a:moveTo>
                <a:lnTo>
                  <a:pt x="318516" y="350519"/>
                </a:lnTo>
                <a:lnTo>
                  <a:pt x="318516" y="0"/>
                </a:lnTo>
                <a:lnTo>
                  <a:pt x="0" y="0"/>
                </a:lnTo>
                <a:lnTo>
                  <a:pt x="0" y="350519"/>
                </a:lnTo>
                <a:close/>
              </a:path>
            </a:pathLst>
          </a:custGeom>
          <a:ln w="38099">
            <a:solidFill>
              <a:srgbClr val="0000FF"/>
            </a:solidFill>
          </a:ln>
        </p:spPr>
        <p:txBody>
          <a:bodyPr wrap="square" lIns="0" tIns="0" rIns="0" bIns="0" rtlCol="0"/>
          <a:lstStyle/>
          <a:p>
            <a:endParaRPr sz="1488"/>
          </a:p>
        </p:txBody>
      </p:sp>
      <p:sp>
        <p:nvSpPr>
          <p:cNvPr id="39" name="object 39"/>
          <p:cNvSpPr txBox="1"/>
          <p:nvPr/>
        </p:nvSpPr>
        <p:spPr>
          <a:xfrm>
            <a:off x="3975941" y="4203138"/>
            <a:ext cx="147014" cy="316072"/>
          </a:xfrm>
          <a:prstGeom prst="rect">
            <a:avLst/>
          </a:prstGeom>
        </p:spPr>
        <p:txBody>
          <a:bodyPr vert="horz" wrap="square" lIns="0" tIns="10501" rIns="0" bIns="0" rtlCol="0">
            <a:spAutoFit/>
          </a:bodyPr>
          <a:lstStyle/>
          <a:p>
            <a:pPr marL="10502">
              <a:spcBef>
                <a:spcPts val="83"/>
              </a:spcBef>
            </a:pPr>
            <a:r>
              <a:rPr sz="1985" dirty="0">
                <a:latin typeface="Calibri"/>
                <a:cs typeface="Calibri"/>
              </a:rPr>
              <a:t>+</a:t>
            </a:r>
            <a:endParaRPr sz="1985">
              <a:latin typeface="Calibri"/>
              <a:cs typeface="Calibri"/>
            </a:endParaRPr>
          </a:p>
        </p:txBody>
      </p:sp>
      <p:grpSp>
        <p:nvGrpSpPr>
          <p:cNvPr id="40" name="object 40"/>
          <p:cNvGrpSpPr/>
          <p:nvPr/>
        </p:nvGrpSpPr>
        <p:grpSpPr>
          <a:xfrm>
            <a:off x="2380417" y="3051911"/>
            <a:ext cx="262525" cy="232073"/>
            <a:chOff x="1353185" y="3691001"/>
            <a:chExt cx="317500" cy="280670"/>
          </a:xfrm>
        </p:grpSpPr>
        <p:pic>
          <p:nvPicPr>
            <p:cNvPr id="41" name="object 41"/>
            <p:cNvPicPr/>
            <p:nvPr/>
          </p:nvPicPr>
          <p:blipFill>
            <a:blip r:embed="rId13" cstate="print"/>
            <a:stretch>
              <a:fillRect/>
            </a:stretch>
          </p:blipFill>
          <p:spPr>
            <a:xfrm>
              <a:off x="1356360" y="3694176"/>
              <a:ext cx="310896" cy="274319"/>
            </a:xfrm>
            <a:prstGeom prst="rect">
              <a:avLst/>
            </a:prstGeom>
          </p:spPr>
        </p:pic>
        <p:sp>
          <p:nvSpPr>
            <p:cNvPr id="42" name="object 42"/>
            <p:cNvSpPr/>
            <p:nvPr/>
          </p:nvSpPr>
          <p:spPr>
            <a:xfrm>
              <a:off x="1356360" y="3694176"/>
              <a:ext cx="311150" cy="274320"/>
            </a:xfrm>
            <a:custGeom>
              <a:avLst/>
              <a:gdLst/>
              <a:ahLst/>
              <a:cxnLst/>
              <a:rect l="l" t="t" r="r" b="b"/>
              <a:pathLst>
                <a:path w="311150" h="274320">
                  <a:moveTo>
                    <a:pt x="0" y="274319"/>
                  </a:moveTo>
                  <a:lnTo>
                    <a:pt x="310896" y="274319"/>
                  </a:lnTo>
                  <a:lnTo>
                    <a:pt x="310896" y="0"/>
                  </a:lnTo>
                  <a:lnTo>
                    <a:pt x="0" y="0"/>
                  </a:lnTo>
                  <a:lnTo>
                    <a:pt x="0" y="274319"/>
                  </a:lnTo>
                  <a:close/>
                </a:path>
              </a:pathLst>
            </a:custGeom>
            <a:ln w="6096">
              <a:solidFill>
                <a:srgbClr val="A4A4A4"/>
              </a:solidFill>
            </a:ln>
          </p:spPr>
          <p:txBody>
            <a:bodyPr wrap="square" lIns="0" tIns="0" rIns="0" bIns="0" rtlCol="0"/>
            <a:lstStyle/>
            <a:p>
              <a:endParaRPr sz="1488"/>
            </a:p>
          </p:txBody>
        </p:sp>
      </p:grpSp>
      <p:sp>
        <p:nvSpPr>
          <p:cNvPr id="43" name="object 43"/>
          <p:cNvSpPr txBox="1"/>
          <p:nvPr/>
        </p:nvSpPr>
        <p:spPr>
          <a:xfrm>
            <a:off x="2438068" y="2988799"/>
            <a:ext cx="147014" cy="316072"/>
          </a:xfrm>
          <a:prstGeom prst="rect">
            <a:avLst/>
          </a:prstGeom>
        </p:spPr>
        <p:txBody>
          <a:bodyPr vert="horz" wrap="square" lIns="0" tIns="10501" rIns="0" bIns="0" rtlCol="0">
            <a:spAutoFit/>
          </a:bodyPr>
          <a:lstStyle/>
          <a:p>
            <a:pPr marL="10502">
              <a:spcBef>
                <a:spcPts val="83"/>
              </a:spcBef>
            </a:pPr>
            <a:r>
              <a:rPr sz="1985" dirty="0">
                <a:latin typeface="Calibri"/>
                <a:cs typeface="Calibri"/>
              </a:rPr>
              <a:t>+</a:t>
            </a:r>
            <a:endParaRPr sz="1985">
              <a:latin typeface="Calibri"/>
              <a:cs typeface="Calibri"/>
            </a:endParaRPr>
          </a:p>
        </p:txBody>
      </p:sp>
      <p:grpSp>
        <p:nvGrpSpPr>
          <p:cNvPr id="44" name="object 44"/>
          <p:cNvGrpSpPr/>
          <p:nvPr/>
        </p:nvGrpSpPr>
        <p:grpSpPr>
          <a:xfrm>
            <a:off x="2374116" y="796292"/>
            <a:ext cx="262525" cy="231022"/>
            <a:chOff x="1345564" y="963041"/>
            <a:chExt cx="317500" cy="279400"/>
          </a:xfrm>
        </p:grpSpPr>
        <p:pic>
          <p:nvPicPr>
            <p:cNvPr id="45" name="object 45"/>
            <p:cNvPicPr/>
            <p:nvPr/>
          </p:nvPicPr>
          <p:blipFill>
            <a:blip r:embed="rId14" cstate="print"/>
            <a:stretch>
              <a:fillRect/>
            </a:stretch>
          </p:blipFill>
          <p:spPr>
            <a:xfrm>
              <a:off x="1348739" y="966216"/>
              <a:ext cx="310896" cy="272796"/>
            </a:xfrm>
            <a:prstGeom prst="rect">
              <a:avLst/>
            </a:prstGeom>
          </p:spPr>
        </p:pic>
        <p:sp>
          <p:nvSpPr>
            <p:cNvPr id="46" name="object 46"/>
            <p:cNvSpPr/>
            <p:nvPr/>
          </p:nvSpPr>
          <p:spPr>
            <a:xfrm>
              <a:off x="1348739" y="966216"/>
              <a:ext cx="311150" cy="273050"/>
            </a:xfrm>
            <a:custGeom>
              <a:avLst/>
              <a:gdLst/>
              <a:ahLst/>
              <a:cxnLst/>
              <a:rect l="l" t="t" r="r" b="b"/>
              <a:pathLst>
                <a:path w="311150" h="273050">
                  <a:moveTo>
                    <a:pt x="0" y="272796"/>
                  </a:moveTo>
                  <a:lnTo>
                    <a:pt x="310896" y="272796"/>
                  </a:lnTo>
                  <a:lnTo>
                    <a:pt x="310896" y="0"/>
                  </a:lnTo>
                  <a:lnTo>
                    <a:pt x="0" y="0"/>
                  </a:lnTo>
                  <a:lnTo>
                    <a:pt x="0" y="272796"/>
                  </a:lnTo>
                  <a:close/>
                </a:path>
              </a:pathLst>
            </a:custGeom>
            <a:ln w="6096">
              <a:solidFill>
                <a:srgbClr val="A4A4A4"/>
              </a:solidFill>
            </a:ln>
          </p:spPr>
          <p:txBody>
            <a:bodyPr wrap="square" lIns="0" tIns="0" rIns="0" bIns="0" rtlCol="0"/>
            <a:lstStyle/>
            <a:p>
              <a:endParaRPr sz="1488"/>
            </a:p>
          </p:txBody>
        </p:sp>
      </p:grpSp>
      <p:sp>
        <p:nvSpPr>
          <p:cNvPr id="47" name="object 47"/>
          <p:cNvSpPr txBox="1"/>
          <p:nvPr/>
        </p:nvSpPr>
        <p:spPr>
          <a:xfrm>
            <a:off x="2432291" y="731460"/>
            <a:ext cx="147014" cy="316072"/>
          </a:xfrm>
          <a:prstGeom prst="rect">
            <a:avLst/>
          </a:prstGeom>
        </p:spPr>
        <p:txBody>
          <a:bodyPr vert="horz" wrap="square" lIns="0" tIns="10501" rIns="0" bIns="0" rtlCol="0">
            <a:spAutoFit/>
          </a:bodyPr>
          <a:lstStyle/>
          <a:p>
            <a:pPr marL="10502">
              <a:spcBef>
                <a:spcPts val="83"/>
              </a:spcBef>
            </a:pPr>
            <a:r>
              <a:rPr sz="1985" dirty="0">
                <a:latin typeface="Calibri"/>
                <a:cs typeface="Calibri"/>
              </a:rPr>
              <a:t>+</a:t>
            </a:r>
            <a:endParaRPr sz="1985">
              <a:latin typeface="Calibri"/>
              <a:cs typeface="Calibri"/>
            </a:endParaRPr>
          </a:p>
        </p:txBody>
      </p:sp>
      <p:grpSp>
        <p:nvGrpSpPr>
          <p:cNvPr id="48" name="object 48"/>
          <p:cNvGrpSpPr/>
          <p:nvPr/>
        </p:nvGrpSpPr>
        <p:grpSpPr>
          <a:xfrm>
            <a:off x="5384548" y="2288277"/>
            <a:ext cx="262525" cy="232073"/>
            <a:chOff x="4986401" y="2767457"/>
            <a:chExt cx="317500" cy="280670"/>
          </a:xfrm>
        </p:grpSpPr>
        <p:pic>
          <p:nvPicPr>
            <p:cNvPr id="49" name="object 49"/>
            <p:cNvPicPr/>
            <p:nvPr/>
          </p:nvPicPr>
          <p:blipFill>
            <a:blip r:embed="rId15" cstate="print"/>
            <a:stretch>
              <a:fillRect/>
            </a:stretch>
          </p:blipFill>
          <p:spPr>
            <a:xfrm>
              <a:off x="4989576" y="2770632"/>
              <a:ext cx="310896" cy="274320"/>
            </a:xfrm>
            <a:prstGeom prst="rect">
              <a:avLst/>
            </a:prstGeom>
          </p:spPr>
        </p:pic>
        <p:sp>
          <p:nvSpPr>
            <p:cNvPr id="50" name="object 50"/>
            <p:cNvSpPr/>
            <p:nvPr/>
          </p:nvSpPr>
          <p:spPr>
            <a:xfrm>
              <a:off x="4989576" y="2770632"/>
              <a:ext cx="311150" cy="274320"/>
            </a:xfrm>
            <a:custGeom>
              <a:avLst/>
              <a:gdLst/>
              <a:ahLst/>
              <a:cxnLst/>
              <a:rect l="l" t="t" r="r" b="b"/>
              <a:pathLst>
                <a:path w="311150" h="274319">
                  <a:moveTo>
                    <a:pt x="0" y="274320"/>
                  </a:moveTo>
                  <a:lnTo>
                    <a:pt x="310896" y="274320"/>
                  </a:lnTo>
                  <a:lnTo>
                    <a:pt x="310896" y="0"/>
                  </a:lnTo>
                  <a:lnTo>
                    <a:pt x="0" y="0"/>
                  </a:lnTo>
                  <a:lnTo>
                    <a:pt x="0" y="274320"/>
                  </a:lnTo>
                  <a:close/>
                </a:path>
              </a:pathLst>
            </a:custGeom>
            <a:ln w="6096">
              <a:solidFill>
                <a:srgbClr val="A4A4A4"/>
              </a:solidFill>
            </a:ln>
          </p:spPr>
          <p:txBody>
            <a:bodyPr wrap="square" lIns="0" tIns="0" rIns="0" bIns="0" rtlCol="0"/>
            <a:lstStyle/>
            <a:p>
              <a:endParaRPr sz="1488"/>
            </a:p>
          </p:txBody>
        </p:sp>
      </p:grpSp>
      <p:sp>
        <p:nvSpPr>
          <p:cNvPr id="51" name="object 51"/>
          <p:cNvSpPr txBox="1"/>
          <p:nvPr/>
        </p:nvSpPr>
        <p:spPr>
          <a:xfrm>
            <a:off x="5442934" y="2224956"/>
            <a:ext cx="147014" cy="316072"/>
          </a:xfrm>
          <a:prstGeom prst="rect">
            <a:avLst/>
          </a:prstGeom>
        </p:spPr>
        <p:txBody>
          <a:bodyPr vert="horz" wrap="square" lIns="0" tIns="10501" rIns="0" bIns="0" rtlCol="0">
            <a:spAutoFit/>
          </a:bodyPr>
          <a:lstStyle/>
          <a:p>
            <a:pPr marL="10502">
              <a:spcBef>
                <a:spcPts val="83"/>
              </a:spcBef>
            </a:pPr>
            <a:r>
              <a:rPr sz="1985" dirty="0">
                <a:latin typeface="Calibri"/>
                <a:cs typeface="Calibri"/>
              </a:rPr>
              <a:t>+</a:t>
            </a:r>
            <a:endParaRPr sz="1985">
              <a:latin typeface="Calibri"/>
              <a:cs typeface="Calibri"/>
            </a:endParaRPr>
          </a:p>
        </p:txBody>
      </p:sp>
      <p:grpSp>
        <p:nvGrpSpPr>
          <p:cNvPr id="52" name="object 52"/>
          <p:cNvGrpSpPr/>
          <p:nvPr/>
        </p:nvGrpSpPr>
        <p:grpSpPr>
          <a:xfrm>
            <a:off x="3176813" y="5031562"/>
            <a:ext cx="404813" cy="387488"/>
            <a:chOff x="2316352" y="6085204"/>
            <a:chExt cx="489584" cy="468630"/>
          </a:xfrm>
        </p:grpSpPr>
        <p:pic>
          <p:nvPicPr>
            <p:cNvPr id="53" name="object 53"/>
            <p:cNvPicPr/>
            <p:nvPr/>
          </p:nvPicPr>
          <p:blipFill>
            <a:blip r:embed="rId16" cstate="print"/>
            <a:stretch>
              <a:fillRect/>
            </a:stretch>
          </p:blipFill>
          <p:spPr>
            <a:xfrm>
              <a:off x="2319527" y="6088379"/>
              <a:ext cx="483107" cy="461772"/>
            </a:xfrm>
            <a:prstGeom prst="rect">
              <a:avLst/>
            </a:prstGeom>
          </p:spPr>
        </p:pic>
        <p:sp>
          <p:nvSpPr>
            <p:cNvPr id="54" name="object 54"/>
            <p:cNvSpPr/>
            <p:nvPr/>
          </p:nvSpPr>
          <p:spPr>
            <a:xfrm>
              <a:off x="2319527" y="6088379"/>
              <a:ext cx="483234" cy="462280"/>
            </a:xfrm>
            <a:custGeom>
              <a:avLst/>
              <a:gdLst/>
              <a:ahLst/>
              <a:cxnLst/>
              <a:rect l="l" t="t" r="r" b="b"/>
              <a:pathLst>
                <a:path w="483235" h="462279">
                  <a:moveTo>
                    <a:pt x="0" y="461772"/>
                  </a:moveTo>
                  <a:lnTo>
                    <a:pt x="483107" y="461772"/>
                  </a:lnTo>
                  <a:lnTo>
                    <a:pt x="483107" y="0"/>
                  </a:lnTo>
                  <a:lnTo>
                    <a:pt x="0" y="0"/>
                  </a:lnTo>
                  <a:lnTo>
                    <a:pt x="0" y="461772"/>
                  </a:lnTo>
                  <a:close/>
                </a:path>
              </a:pathLst>
            </a:custGeom>
            <a:ln w="6096">
              <a:solidFill>
                <a:srgbClr val="FFC000"/>
              </a:solidFill>
            </a:ln>
          </p:spPr>
          <p:txBody>
            <a:bodyPr wrap="square" lIns="0" tIns="0" rIns="0" bIns="0" rtlCol="0"/>
            <a:lstStyle/>
            <a:p>
              <a:endParaRPr sz="1488"/>
            </a:p>
          </p:txBody>
        </p:sp>
      </p:grpSp>
      <p:sp>
        <p:nvSpPr>
          <p:cNvPr id="55" name="object 55"/>
          <p:cNvSpPr txBox="1"/>
          <p:nvPr/>
        </p:nvSpPr>
        <p:spPr>
          <a:xfrm>
            <a:off x="3305556" y="5046621"/>
            <a:ext cx="149114" cy="316072"/>
          </a:xfrm>
          <a:prstGeom prst="rect">
            <a:avLst/>
          </a:prstGeom>
        </p:spPr>
        <p:txBody>
          <a:bodyPr vert="horz" wrap="square" lIns="0" tIns="10501" rIns="0" bIns="0" rtlCol="0">
            <a:spAutoFit/>
          </a:bodyPr>
          <a:lstStyle/>
          <a:p>
            <a:pPr marL="10502">
              <a:spcBef>
                <a:spcPts val="83"/>
              </a:spcBef>
            </a:pPr>
            <a:r>
              <a:rPr sz="1985" dirty="0">
                <a:latin typeface="Calibri"/>
                <a:cs typeface="Calibri"/>
              </a:rPr>
              <a:t>1</a:t>
            </a:r>
            <a:endParaRPr sz="1985">
              <a:latin typeface="Calibri"/>
              <a:cs typeface="Calibri"/>
            </a:endParaRPr>
          </a:p>
        </p:txBody>
      </p:sp>
      <p:grpSp>
        <p:nvGrpSpPr>
          <p:cNvPr id="56" name="object 56"/>
          <p:cNvGrpSpPr/>
          <p:nvPr/>
        </p:nvGrpSpPr>
        <p:grpSpPr>
          <a:xfrm>
            <a:off x="3798054" y="5031562"/>
            <a:ext cx="418991" cy="387488"/>
            <a:chOff x="3067685" y="6085204"/>
            <a:chExt cx="506730" cy="468630"/>
          </a:xfrm>
        </p:grpSpPr>
        <p:pic>
          <p:nvPicPr>
            <p:cNvPr id="57" name="object 57"/>
            <p:cNvPicPr/>
            <p:nvPr/>
          </p:nvPicPr>
          <p:blipFill>
            <a:blip r:embed="rId17" cstate="print"/>
            <a:stretch>
              <a:fillRect/>
            </a:stretch>
          </p:blipFill>
          <p:spPr>
            <a:xfrm>
              <a:off x="3070860" y="6088379"/>
              <a:ext cx="499872" cy="461772"/>
            </a:xfrm>
            <a:prstGeom prst="rect">
              <a:avLst/>
            </a:prstGeom>
          </p:spPr>
        </p:pic>
        <p:sp>
          <p:nvSpPr>
            <p:cNvPr id="58" name="object 58"/>
            <p:cNvSpPr/>
            <p:nvPr/>
          </p:nvSpPr>
          <p:spPr>
            <a:xfrm>
              <a:off x="3070860" y="6088379"/>
              <a:ext cx="500380" cy="462280"/>
            </a:xfrm>
            <a:custGeom>
              <a:avLst/>
              <a:gdLst/>
              <a:ahLst/>
              <a:cxnLst/>
              <a:rect l="l" t="t" r="r" b="b"/>
              <a:pathLst>
                <a:path w="500379" h="462279">
                  <a:moveTo>
                    <a:pt x="0" y="461772"/>
                  </a:moveTo>
                  <a:lnTo>
                    <a:pt x="499872" y="461772"/>
                  </a:lnTo>
                  <a:lnTo>
                    <a:pt x="499872" y="0"/>
                  </a:lnTo>
                  <a:lnTo>
                    <a:pt x="0" y="0"/>
                  </a:lnTo>
                  <a:lnTo>
                    <a:pt x="0" y="461772"/>
                  </a:lnTo>
                  <a:close/>
                </a:path>
              </a:pathLst>
            </a:custGeom>
            <a:ln w="6095">
              <a:solidFill>
                <a:srgbClr val="FFC000"/>
              </a:solidFill>
            </a:ln>
          </p:spPr>
          <p:txBody>
            <a:bodyPr wrap="square" lIns="0" tIns="0" rIns="0" bIns="0" rtlCol="0"/>
            <a:lstStyle/>
            <a:p>
              <a:endParaRPr sz="1488"/>
            </a:p>
          </p:txBody>
        </p:sp>
      </p:grpSp>
      <p:sp>
        <p:nvSpPr>
          <p:cNvPr id="59" name="object 59"/>
          <p:cNvSpPr txBox="1"/>
          <p:nvPr/>
        </p:nvSpPr>
        <p:spPr>
          <a:xfrm>
            <a:off x="3933623" y="5046621"/>
            <a:ext cx="149114" cy="316072"/>
          </a:xfrm>
          <a:prstGeom prst="rect">
            <a:avLst/>
          </a:prstGeom>
        </p:spPr>
        <p:txBody>
          <a:bodyPr vert="horz" wrap="square" lIns="0" tIns="10501" rIns="0" bIns="0" rtlCol="0">
            <a:spAutoFit/>
          </a:bodyPr>
          <a:lstStyle/>
          <a:p>
            <a:pPr marL="10502">
              <a:spcBef>
                <a:spcPts val="83"/>
              </a:spcBef>
            </a:pPr>
            <a:r>
              <a:rPr sz="1985" dirty="0">
                <a:latin typeface="Calibri"/>
                <a:cs typeface="Calibri"/>
              </a:rPr>
              <a:t>0</a:t>
            </a:r>
            <a:endParaRPr sz="1985">
              <a:latin typeface="Calibri"/>
              <a:cs typeface="Calibri"/>
            </a:endParaRPr>
          </a:p>
        </p:txBody>
      </p:sp>
      <p:grpSp>
        <p:nvGrpSpPr>
          <p:cNvPr id="60" name="object 60"/>
          <p:cNvGrpSpPr/>
          <p:nvPr/>
        </p:nvGrpSpPr>
        <p:grpSpPr>
          <a:xfrm>
            <a:off x="4414254" y="5031562"/>
            <a:ext cx="418991" cy="387488"/>
            <a:chOff x="3812921" y="6085204"/>
            <a:chExt cx="506730" cy="468630"/>
          </a:xfrm>
        </p:grpSpPr>
        <p:pic>
          <p:nvPicPr>
            <p:cNvPr id="61" name="object 61"/>
            <p:cNvPicPr/>
            <p:nvPr/>
          </p:nvPicPr>
          <p:blipFill>
            <a:blip r:embed="rId17" cstate="print"/>
            <a:stretch>
              <a:fillRect/>
            </a:stretch>
          </p:blipFill>
          <p:spPr>
            <a:xfrm>
              <a:off x="3816096" y="6088379"/>
              <a:ext cx="499872" cy="461772"/>
            </a:xfrm>
            <a:prstGeom prst="rect">
              <a:avLst/>
            </a:prstGeom>
          </p:spPr>
        </p:pic>
        <p:sp>
          <p:nvSpPr>
            <p:cNvPr id="62" name="object 62"/>
            <p:cNvSpPr/>
            <p:nvPr/>
          </p:nvSpPr>
          <p:spPr>
            <a:xfrm>
              <a:off x="3816096" y="6088379"/>
              <a:ext cx="500380" cy="462280"/>
            </a:xfrm>
            <a:custGeom>
              <a:avLst/>
              <a:gdLst/>
              <a:ahLst/>
              <a:cxnLst/>
              <a:rect l="l" t="t" r="r" b="b"/>
              <a:pathLst>
                <a:path w="500379" h="462279">
                  <a:moveTo>
                    <a:pt x="0" y="461772"/>
                  </a:moveTo>
                  <a:lnTo>
                    <a:pt x="499872" y="461772"/>
                  </a:lnTo>
                  <a:lnTo>
                    <a:pt x="499872" y="0"/>
                  </a:lnTo>
                  <a:lnTo>
                    <a:pt x="0" y="0"/>
                  </a:lnTo>
                  <a:lnTo>
                    <a:pt x="0" y="461772"/>
                  </a:lnTo>
                  <a:close/>
                </a:path>
              </a:pathLst>
            </a:custGeom>
            <a:ln w="6095">
              <a:solidFill>
                <a:srgbClr val="FFC000"/>
              </a:solidFill>
            </a:ln>
          </p:spPr>
          <p:txBody>
            <a:bodyPr wrap="square" lIns="0" tIns="0" rIns="0" bIns="0" rtlCol="0"/>
            <a:lstStyle/>
            <a:p>
              <a:endParaRPr sz="1488"/>
            </a:p>
          </p:txBody>
        </p:sp>
      </p:grpSp>
      <p:sp>
        <p:nvSpPr>
          <p:cNvPr id="63" name="object 63"/>
          <p:cNvSpPr txBox="1"/>
          <p:nvPr/>
        </p:nvSpPr>
        <p:spPr>
          <a:xfrm>
            <a:off x="4419399" y="5046621"/>
            <a:ext cx="408490" cy="316072"/>
          </a:xfrm>
          <a:prstGeom prst="rect">
            <a:avLst/>
          </a:prstGeom>
        </p:spPr>
        <p:txBody>
          <a:bodyPr vert="horz" wrap="square" lIns="0" tIns="10501" rIns="0" bIns="0" rtlCol="0">
            <a:spAutoFit/>
          </a:bodyPr>
          <a:lstStyle/>
          <a:p>
            <a:pPr marL="1050" algn="ctr">
              <a:spcBef>
                <a:spcPts val="83"/>
              </a:spcBef>
            </a:pPr>
            <a:r>
              <a:rPr sz="1985" dirty="0">
                <a:latin typeface="Calibri"/>
                <a:cs typeface="Calibri"/>
              </a:rPr>
              <a:t>1</a:t>
            </a:r>
            <a:endParaRPr sz="1985">
              <a:latin typeface="Calibri"/>
              <a:cs typeface="Calibri"/>
            </a:endParaRPr>
          </a:p>
        </p:txBody>
      </p:sp>
      <p:grpSp>
        <p:nvGrpSpPr>
          <p:cNvPr id="64" name="object 64"/>
          <p:cNvGrpSpPr/>
          <p:nvPr/>
        </p:nvGrpSpPr>
        <p:grpSpPr>
          <a:xfrm>
            <a:off x="1378619" y="2395387"/>
            <a:ext cx="404813" cy="387488"/>
            <a:chOff x="141604" y="2896997"/>
            <a:chExt cx="489584" cy="468630"/>
          </a:xfrm>
        </p:grpSpPr>
        <p:pic>
          <p:nvPicPr>
            <p:cNvPr id="65" name="object 65"/>
            <p:cNvPicPr/>
            <p:nvPr/>
          </p:nvPicPr>
          <p:blipFill>
            <a:blip r:embed="rId18" cstate="print"/>
            <a:stretch>
              <a:fillRect/>
            </a:stretch>
          </p:blipFill>
          <p:spPr>
            <a:xfrm>
              <a:off x="144779" y="2900172"/>
              <a:ext cx="483108" cy="461772"/>
            </a:xfrm>
            <a:prstGeom prst="rect">
              <a:avLst/>
            </a:prstGeom>
          </p:spPr>
        </p:pic>
        <p:sp>
          <p:nvSpPr>
            <p:cNvPr id="66" name="object 66"/>
            <p:cNvSpPr/>
            <p:nvPr/>
          </p:nvSpPr>
          <p:spPr>
            <a:xfrm>
              <a:off x="144779" y="2900172"/>
              <a:ext cx="483234" cy="462280"/>
            </a:xfrm>
            <a:custGeom>
              <a:avLst/>
              <a:gdLst/>
              <a:ahLst/>
              <a:cxnLst/>
              <a:rect l="l" t="t" r="r" b="b"/>
              <a:pathLst>
                <a:path w="483234" h="462279">
                  <a:moveTo>
                    <a:pt x="0" y="461772"/>
                  </a:moveTo>
                  <a:lnTo>
                    <a:pt x="483108" y="461772"/>
                  </a:lnTo>
                  <a:lnTo>
                    <a:pt x="483108" y="0"/>
                  </a:lnTo>
                  <a:lnTo>
                    <a:pt x="0" y="0"/>
                  </a:lnTo>
                  <a:lnTo>
                    <a:pt x="0" y="461772"/>
                  </a:lnTo>
                  <a:close/>
                </a:path>
              </a:pathLst>
            </a:custGeom>
            <a:ln w="6096">
              <a:solidFill>
                <a:srgbClr val="FFC000"/>
              </a:solidFill>
            </a:ln>
          </p:spPr>
          <p:txBody>
            <a:bodyPr wrap="square" lIns="0" tIns="0" rIns="0" bIns="0" rtlCol="0"/>
            <a:lstStyle/>
            <a:p>
              <a:endParaRPr sz="1488"/>
            </a:p>
          </p:txBody>
        </p:sp>
      </p:grpSp>
      <p:sp>
        <p:nvSpPr>
          <p:cNvPr id="67" name="object 67"/>
          <p:cNvSpPr txBox="1"/>
          <p:nvPr/>
        </p:nvSpPr>
        <p:spPr>
          <a:xfrm>
            <a:off x="1506837" y="2409459"/>
            <a:ext cx="149114" cy="316072"/>
          </a:xfrm>
          <a:prstGeom prst="rect">
            <a:avLst/>
          </a:prstGeom>
        </p:spPr>
        <p:txBody>
          <a:bodyPr vert="horz" wrap="square" lIns="0" tIns="10501" rIns="0" bIns="0" rtlCol="0">
            <a:spAutoFit/>
          </a:bodyPr>
          <a:lstStyle/>
          <a:p>
            <a:pPr marL="10502">
              <a:spcBef>
                <a:spcPts val="83"/>
              </a:spcBef>
            </a:pPr>
            <a:r>
              <a:rPr sz="1985" dirty="0">
                <a:latin typeface="Calibri"/>
                <a:cs typeface="Calibri"/>
              </a:rPr>
              <a:t>1</a:t>
            </a:r>
            <a:endParaRPr sz="1985">
              <a:latin typeface="Calibri"/>
              <a:cs typeface="Calibri"/>
            </a:endParaRPr>
          </a:p>
        </p:txBody>
      </p:sp>
      <p:grpSp>
        <p:nvGrpSpPr>
          <p:cNvPr id="68" name="object 68"/>
          <p:cNvGrpSpPr/>
          <p:nvPr/>
        </p:nvGrpSpPr>
        <p:grpSpPr>
          <a:xfrm>
            <a:off x="1364757" y="2972523"/>
            <a:ext cx="418991" cy="387488"/>
            <a:chOff x="124840" y="3594989"/>
            <a:chExt cx="506730" cy="468630"/>
          </a:xfrm>
        </p:grpSpPr>
        <p:pic>
          <p:nvPicPr>
            <p:cNvPr id="69" name="object 69"/>
            <p:cNvPicPr/>
            <p:nvPr/>
          </p:nvPicPr>
          <p:blipFill>
            <a:blip r:embed="rId19" cstate="print"/>
            <a:stretch>
              <a:fillRect/>
            </a:stretch>
          </p:blipFill>
          <p:spPr>
            <a:xfrm>
              <a:off x="128015" y="3598164"/>
              <a:ext cx="499872" cy="461772"/>
            </a:xfrm>
            <a:prstGeom prst="rect">
              <a:avLst/>
            </a:prstGeom>
          </p:spPr>
        </p:pic>
        <p:sp>
          <p:nvSpPr>
            <p:cNvPr id="70" name="object 70"/>
            <p:cNvSpPr/>
            <p:nvPr/>
          </p:nvSpPr>
          <p:spPr>
            <a:xfrm>
              <a:off x="128015" y="3598164"/>
              <a:ext cx="500380" cy="462280"/>
            </a:xfrm>
            <a:custGeom>
              <a:avLst/>
              <a:gdLst/>
              <a:ahLst/>
              <a:cxnLst/>
              <a:rect l="l" t="t" r="r" b="b"/>
              <a:pathLst>
                <a:path w="500380" h="462279">
                  <a:moveTo>
                    <a:pt x="0" y="461772"/>
                  </a:moveTo>
                  <a:lnTo>
                    <a:pt x="499872" y="461772"/>
                  </a:lnTo>
                  <a:lnTo>
                    <a:pt x="499872" y="0"/>
                  </a:lnTo>
                  <a:lnTo>
                    <a:pt x="0" y="0"/>
                  </a:lnTo>
                  <a:lnTo>
                    <a:pt x="0" y="461772"/>
                  </a:lnTo>
                  <a:close/>
                </a:path>
              </a:pathLst>
            </a:custGeom>
            <a:ln w="6096">
              <a:solidFill>
                <a:srgbClr val="FFC000"/>
              </a:solidFill>
            </a:ln>
          </p:spPr>
          <p:txBody>
            <a:bodyPr wrap="square" lIns="0" tIns="0" rIns="0" bIns="0" rtlCol="0"/>
            <a:lstStyle/>
            <a:p>
              <a:endParaRPr sz="1488"/>
            </a:p>
          </p:txBody>
        </p:sp>
      </p:grpSp>
      <p:sp>
        <p:nvSpPr>
          <p:cNvPr id="71" name="object 71"/>
          <p:cNvSpPr txBox="1"/>
          <p:nvPr/>
        </p:nvSpPr>
        <p:spPr>
          <a:xfrm>
            <a:off x="1499780" y="2986343"/>
            <a:ext cx="149114" cy="316072"/>
          </a:xfrm>
          <a:prstGeom prst="rect">
            <a:avLst/>
          </a:prstGeom>
        </p:spPr>
        <p:txBody>
          <a:bodyPr vert="horz" wrap="square" lIns="0" tIns="10501" rIns="0" bIns="0" rtlCol="0">
            <a:spAutoFit/>
          </a:bodyPr>
          <a:lstStyle/>
          <a:p>
            <a:pPr marL="10502">
              <a:spcBef>
                <a:spcPts val="83"/>
              </a:spcBef>
            </a:pPr>
            <a:r>
              <a:rPr sz="1985" dirty="0">
                <a:latin typeface="Calibri"/>
                <a:cs typeface="Calibri"/>
              </a:rPr>
              <a:t>0</a:t>
            </a:r>
            <a:endParaRPr sz="1985">
              <a:latin typeface="Calibri"/>
              <a:cs typeface="Calibri"/>
            </a:endParaRPr>
          </a:p>
        </p:txBody>
      </p:sp>
      <p:grpSp>
        <p:nvGrpSpPr>
          <p:cNvPr id="72" name="object 72"/>
          <p:cNvGrpSpPr/>
          <p:nvPr/>
        </p:nvGrpSpPr>
        <p:grpSpPr>
          <a:xfrm>
            <a:off x="1355936" y="3549658"/>
            <a:ext cx="418991" cy="387488"/>
            <a:chOff x="114172" y="4292980"/>
            <a:chExt cx="506730" cy="468630"/>
          </a:xfrm>
        </p:grpSpPr>
        <p:pic>
          <p:nvPicPr>
            <p:cNvPr id="73" name="object 73"/>
            <p:cNvPicPr/>
            <p:nvPr/>
          </p:nvPicPr>
          <p:blipFill>
            <a:blip r:embed="rId20" cstate="print"/>
            <a:stretch>
              <a:fillRect/>
            </a:stretch>
          </p:blipFill>
          <p:spPr>
            <a:xfrm>
              <a:off x="117347" y="4296155"/>
              <a:ext cx="499872" cy="461772"/>
            </a:xfrm>
            <a:prstGeom prst="rect">
              <a:avLst/>
            </a:prstGeom>
          </p:spPr>
        </p:pic>
        <p:sp>
          <p:nvSpPr>
            <p:cNvPr id="74" name="object 74"/>
            <p:cNvSpPr/>
            <p:nvPr/>
          </p:nvSpPr>
          <p:spPr>
            <a:xfrm>
              <a:off x="117347" y="4296155"/>
              <a:ext cx="500380" cy="462280"/>
            </a:xfrm>
            <a:custGeom>
              <a:avLst/>
              <a:gdLst/>
              <a:ahLst/>
              <a:cxnLst/>
              <a:rect l="l" t="t" r="r" b="b"/>
              <a:pathLst>
                <a:path w="500380" h="462279">
                  <a:moveTo>
                    <a:pt x="0" y="461772"/>
                  </a:moveTo>
                  <a:lnTo>
                    <a:pt x="499872" y="461772"/>
                  </a:lnTo>
                  <a:lnTo>
                    <a:pt x="499872" y="0"/>
                  </a:lnTo>
                  <a:lnTo>
                    <a:pt x="0" y="0"/>
                  </a:lnTo>
                  <a:lnTo>
                    <a:pt x="0" y="461772"/>
                  </a:lnTo>
                  <a:close/>
                </a:path>
              </a:pathLst>
            </a:custGeom>
            <a:ln w="6096">
              <a:solidFill>
                <a:srgbClr val="FFC000"/>
              </a:solidFill>
            </a:ln>
          </p:spPr>
          <p:txBody>
            <a:bodyPr wrap="square" lIns="0" tIns="0" rIns="0" bIns="0" rtlCol="0"/>
            <a:lstStyle/>
            <a:p>
              <a:endParaRPr sz="1488"/>
            </a:p>
          </p:txBody>
        </p:sp>
      </p:grpSp>
      <p:sp>
        <p:nvSpPr>
          <p:cNvPr id="75" name="object 75"/>
          <p:cNvSpPr txBox="1"/>
          <p:nvPr/>
        </p:nvSpPr>
        <p:spPr>
          <a:xfrm>
            <a:off x="1491212" y="3563941"/>
            <a:ext cx="149114" cy="316072"/>
          </a:xfrm>
          <a:prstGeom prst="rect">
            <a:avLst/>
          </a:prstGeom>
        </p:spPr>
        <p:txBody>
          <a:bodyPr vert="horz" wrap="square" lIns="0" tIns="10501" rIns="0" bIns="0" rtlCol="0">
            <a:spAutoFit/>
          </a:bodyPr>
          <a:lstStyle/>
          <a:p>
            <a:pPr marL="10502">
              <a:spcBef>
                <a:spcPts val="83"/>
              </a:spcBef>
            </a:pPr>
            <a:r>
              <a:rPr sz="1985" dirty="0">
                <a:latin typeface="Calibri"/>
                <a:cs typeface="Calibri"/>
              </a:rPr>
              <a:t>1</a:t>
            </a:r>
            <a:endParaRPr sz="1985">
              <a:latin typeface="Calibri"/>
              <a:cs typeface="Calibri"/>
            </a:endParaRPr>
          </a:p>
        </p:txBody>
      </p:sp>
      <p:grpSp>
        <p:nvGrpSpPr>
          <p:cNvPr id="76" name="object 76"/>
          <p:cNvGrpSpPr/>
          <p:nvPr/>
        </p:nvGrpSpPr>
        <p:grpSpPr>
          <a:xfrm>
            <a:off x="1417683" y="125906"/>
            <a:ext cx="404813" cy="387488"/>
            <a:chOff x="188848" y="152272"/>
            <a:chExt cx="489584" cy="468630"/>
          </a:xfrm>
        </p:grpSpPr>
        <p:pic>
          <p:nvPicPr>
            <p:cNvPr id="77" name="object 77"/>
            <p:cNvPicPr/>
            <p:nvPr/>
          </p:nvPicPr>
          <p:blipFill>
            <a:blip r:embed="rId18" cstate="print"/>
            <a:stretch>
              <a:fillRect/>
            </a:stretch>
          </p:blipFill>
          <p:spPr>
            <a:xfrm>
              <a:off x="192023" y="155447"/>
              <a:ext cx="483108" cy="461772"/>
            </a:xfrm>
            <a:prstGeom prst="rect">
              <a:avLst/>
            </a:prstGeom>
          </p:spPr>
        </p:pic>
        <p:sp>
          <p:nvSpPr>
            <p:cNvPr id="78" name="object 78"/>
            <p:cNvSpPr/>
            <p:nvPr/>
          </p:nvSpPr>
          <p:spPr>
            <a:xfrm>
              <a:off x="192023" y="155447"/>
              <a:ext cx="483234" cy="462280"/>
            </a:xfrm>
            <a:custGeom>
              <a:avLst/>
              <a:gdLst/>
              <a:ahLst/>
              <a:cxnLst/>
              <a:rect l="l" t="t" r="r" b="b"/>
              <a:pathLst>
                <a:path w="483234" h="462280">
                  <a:moveTo>
                    <a:pt x="0" y="461772"/>
                  </a:moveTo>
                  <a:lnTo>
                    <a:pt x="483108" y="461772"/>
                  </a:lnTo>
                  <a:lnTo>
                    <a:pt x="483108" y="0"/>
                  </a:lnTo>
                  <a:lnTo>
                    <a:pt x="0" y="0"/>
                  </a:lnTo>
                  <a:lnTo>
                    <a:pt x="0" y="461772"/>
                  </a:lnTo>
                  <a:close/>
                </a:path>
              </a:pathLst>
            </a:custGeom>
            <a:ln w="6096">
              <a:solidFill>
                <a:srgbClr val="FFC000"/>
              </a:solidFill>
            </a:ln>
          </p:spPr>
          <p:txBody>
            <a:bodyPr wrap="square" lIns="0" tIns="0" rIns="0" bIns="0" rtlCol="0"/>
            <a:lstStyle/>
            <a:p>
              <a:endParaRPr sz="1488"/>
            </a:p>
          </p:txBody>
        </p:sp>
      </p:grpSp>
      <p:sp>
        <p:nvSpPr>
          <p:cNvPr id="79" name="object 79"/>
          <p:cNvSpPr txBox="1"/>
          <p:nvPr/>
        </p:nvSpPr>
        <p:spPr>
          <a:xfrm>
            <a:off x="1545900" y="140189"/>
            <a:ext cx="149114" cy="316072"/>
          </a:xfrm>
          <a:prstGeom prst="rect">
            <a:avLst/>
          </a:prstGeom>
        </p:spPr>
        <p:txBody>
          <a:bodyPr vert="horz" wrap="square" lIns="0" tIns="10501" rIns="0" bIns="0" rtlCol="0">
            <a:spAutoFit/>
          </a:bodyPr>
          <a:lstStyle/>
          <a:p>
            <a:pPr marL="10502">
              <a:spcBef>
                <a:spcPts val="83"/>
              </a:spcBef>
            </a:pPr>
            <a:r>
              <a:rPr sz="1985" dirty="0">
                <a:latin typeface="Calibri"/>
                <a:cs typeface="Calibri"/>
              </a:rPr>
              <a:t>1</a:t>
            </a:r>
            <a:endParaRPr sz="1985">
              <a:latin typeface="Calibri"/>
              <a:cs typeface="Calibri"/>
            </a:endParaRPr>
          </a:p>
        </p:txBody>
      </p:sp>
      <p:grpSp>
        <p:nvGrpSpPr>
          <p:cNvPr id="80" name="object 80"/>
          <p:cNvGrpSpPr/>
          <p:nvPr/>
        </p:nvGrpSpPr>
        <p:grpSpPr>
          <a:xfrm>
            <a:off x="1403822" y="703042"/>
            <a:ext cx="418991" cy="387488"/>
            <a:chOff x="172085" y="850264"/>
            <a:chExt cx="506730" cy="468630"/>
          </a:xfrm>
        </p:grpSpPr>
        <p:pic>
          <p:nvPicPr>
            <p:cNvPr id="81" name="object 81"/>
            <p:cNvPicPr/>
            <p:nvPr/>
          </p:nvPicPr>
          <p:blipFill>
            <a:blip r:embed="rId20" cstate="print"/>
            <a:stretch>
              <a:fillRect/>
            </a:stretch>
          </p:blipFill>
          <p:spPr>
            <a:xfrm>
              <a:off x="175260" y="853439"/>
              <a:ext cx="499872" cy="461772"/>
            </a:xfrm>
            <a:prstGeom prst="rect">
              <a:avLst/>
            </a:prstGeom>
          </p:spPr>
        </p:pic>
        <p:sp>
          <p:nvSpPr>
            <p:cNvPr id="82" name="object 82"/>
            <p:cNvSpPr/>
            <p:nvPr/>
          </p:nvSpPr>
          <p:spPr>
            <a:xfrm>
              <a:off x="175260" y="853439"/>
              <a:ext cx="500380" cy="462280"/>
            </a:xfrm>
            <a:custGeom>
              <a:avLst/>
              <a:gdLst/>
              <a:ahLst/>
              <a:cxnLst/>
              <a:rect l="l" t="t" r="r" b="b"/>
              <a:pathLst>
                <a:path w="500380" h="462280">
                  <a:moveTo>
                    <a:pt x="0" y="461772"/>
                  </a:moveTo>
                  <a:lnTo>
                    <a:pt x="499872" y="461772"/>
                  </a:lnTo>
                  <a:lnTo>
                    <a:pt x="499872" y="0"/>
                  </a:lnTo>
                  <a:lnTo>
                    <a:pt x="0" y="0"/>
                  </a:lnTo>
                  <a:lnTo>
                    <a:pt x="0" y="461772"/>
                  </a:lnTo>
                  <a:close/>
                </a:path>
              </a:pathLst>
            </a:custGeom>
            <a:ln w="6096">
              <a:solidFill>
                <a:srgbClr val="FFC000"/>
              </a:solidFill>
            </a:ln>
          </p:spPr>
          <p:txBody>
            <a:bodyPr wrap="square" lIns="0" tIns="0" rIns="0" bIns="0" rtlCol="0"/>
            <a:lstStyle/>
            <a:p>
              <a:endParaRPr sz="1488"/>
            </a:p>
          </p:txBody>
        </p:sp>
      </p:grpSp>
      <p:sp>
        <p:nvSpPr>
          <p:cNvPr id="83" name="object 83"/>
          <p:cNvSpPr txBox="1"/>
          <p:nvPr/>
        </p:nvSpPr>
        <p:spPr>
          <a:xfrm>
            <a:off x="1538844" y="717324"/>
            <a:ext cx="149114" cy="316072"/>
          </a:xfrm>
          <a:prstGeom prst="rect">
            <a:avLst/>
          </a:prstGeom>
        </p:spPr>
        <p:txBody>
          <a:bodyPr vert="horz" wrap="square" lIns="0" tIns="10501" rIns="0" bIns="0" rtlCol="0">
            <a:spAutoFit/>
          </a:bodyPr>
          <a:lstStyle/>
          <a:p>
            <a:pPr marL="10502">
              <a:spcBef>
                <a:spcPts val="83"/>
              </a:spcBef>
            </a:pPr>
            <a:r>
              <a:rPr sz="1985" dirty="0">
                <a:latin typeface="Calibri"/>
                <a:cs typeface="Calibri"/>
              </a:rPr>
              <a:t>0</a:t>
            </a:r>
            <a:endParaRPr sz="1985">
              <a:latin typeface="Calibri"/>
              <a:cs typeface="Calibri"/>
            </a:endParaRPr>
          </a:p>
        </p:txBody>
      </p:sp>
      <p:grpSp>
        <p:nvGrpSpPr>
          <p:cNvPr id="84" name="object 84"/>
          <p:cNvGrpSpPr/>
          <p:nvPr/>
        </p:nvGrpSpPr>
        <p:grpSpPr>
          <a:xfrm>
            <a:off x="1395001" y="1280179"/>
            <a:ext cx="418991" cy="387488"/>
            <a:chOff x="161417" y="1548257"/>
            <a:chExt cx="506730" cy="468630"/>
          </a:xfrm>
        </p:grpSpPr>
        <p:pic>
          <p:nvPicPr>
            <p:cNvPr id="85" name="object 85"/>
            <p:cNvPicPr/>
            <p:nvPr/>
          </p:nvPicPr>
          <p:blipFill>
            <a:blip r:embed="rId20" cstate="print"/>
            <a:stretch>
              <a:fillRect/>
            </a:stretch>
          </p:blipFill>
          <p:spPr>
            <a:xfrm>
              <a:off x="164592" y="1551432"/>
              <a:ext cx="499872" cy="461772"/>
            </a:xfrm>
            <a:prstGeom prst="rect">
              <a:avLst/>
            </a:prstGeom>
          </p:spPr>
        </p:pic>
        <p:sp>
          <p:nvSpPr>
            <p:cNvPr id="86" name="object 86"/>
            <p:cNvSpPr/>
            <p:nvPr/>
          </p:nvSpPr>
          <p:spPr>
            <a:xfrm>
              <a:off x="164592" y="1551432"/>
              <a:ext cx="500380" cy="462280"/>
            </a:xfrm>
            <a:custGeom>
              <a:avLst/>
              <a:gdLst/>
              <a:ahLst/>
              <a:cxnLst/>
              <a:rect l="l" t="t" r="r" b="b"/>
              <a:pathLst>
                <a:path w="500380" h="462280">
                  <a:moveTo>
                    <a:pt x="0" y="461772"/>
                  </a:moveTo>
                  <a:lnTo>
                    <a:pt x="499872" y="461772"/>
                  </a:lnTo>
                  <a:lnTo>
                    <a:pt x="499872" y="0"/>
                  </a:lnTo>
                  <a:lnTo>
                    <a:pt x="0" y="0"/>
                  </a:lnTo>
                  <a:lnTo>
                    <a:pt x="0" y="461772"/>
                  </a:lnTo>
                  <a:close/>
                </a:path>
              </a:pathLst>
            </a:custGeom>
            <a:ln w="6096">
              <a:solidFill>
                <a:srgbClr val="FFC000"/>
              </a:solidFill>
            </a:ln>
          </p:spPr>
          <p:txBody>
            <a:bodyPr wrap="square" lIns="0" tIns="0" rIns="0" bIns="0" rtlCol="0"/>
            <a:lstStyle/>
            <a:p>
              <a:endParaRPr sz="1488"/>
            </a:p>
          </p:txBody>
        </p:sp>
      </p:grpSp>
      <p:sp>
        <p:nvSpPr>
          <p:cNvPr id="87" name="object 87"/>
          <p:cNvSpPr txBox="1"/>
          <p:nvPr/>
        </p:nvSpPr>
        <p:spPr>
          <a:xfrm>
            <a:off x="1400147" y="1294460"/>
            <a:ext cx="411115" cy="316072"/>
          </a:xfrm>
          <a:prstGeom prst="rect">
            <a:avLst/>
          </a:prstGeom>
        </p:spPr>
        <p:txBody>
          <a:bodyPr vert="horz" wrap="square" lIns="0" tIns="10501" rIns="0" bIns="0" rtlCol="0">
            <a:spAutoFit/>
          </a:bodyPr>
          <a:lstStyle/>
          <a:p>
            <a:pPr algn="ctr">
              <a:spcBef>
                <a:spcPts val="83"/>
              </a:spcBef>
            </a:pPr>
            <a:r>
              <a:rPr sz="1985" dirty="0">
                <a:latin typeface="Calibri"/>
                <a:cs typeface="Calibri"/>
              </a:rPr>
              <a:t>1</a:t>
            </a:r>
            <a:endParaRPr sz="1985">
              <a:latin typeface="Calibri"/>
              <a:cs typeface="Calibri"/>
            </a:endParaRPr>
          </a:p>
        </p:txBody>
      </p:sp>
      <p:grpSp>
        <p:nvGrpSpPr>
          <p:cNvPr id="88" name="object 88"/>
          <p:cNvGrpSpPr/>
          <p:nvPr/>
        </p:nvGrpSpPr>
        <p:grpSpPr>
          <a:xfrm>
            <a:off x="6320819" y="1627974"/>
            <a:ext cx="404813" cy="385912"/>
            <a:chOff x="6118733" y="1968880"/>
            <a:chExt cx="489584" cy="466725"/>
          </a:xfrm>
        </p:grpSpPr>
        <p:pic>
          <p:nvPicPr>
            <p:cNvPr id="89" name="object 89"/>
            <p:cNvPicPr/>
            <p:nvPr/>
          </p:nvPicPr>
          <p:blipFill>
            <a:blip r:embed="rId21" cstate="print"/>
            <a:stretch>
              <a:fillRect/>
            </a:stretch>
          </p:blipFill>
          <p:spPr>
            <a:xfrm>
              <a:off x="6121908" y="1972055"/>
              <a:ext cx="483108" cy="460248"/>
            </a:xfrm>
            <a:prstGeom prst="rect">
              <a:avLst/>
            </a:prstGeom>
          </p:spPr>
        </p:pic>
        <p:sp>
          <p:nvSpPr>
            <p:cNvPr id="90" name="object 90"/>
            <p:cNvSpPr/>
            <p:nvPr/>
          </p:nvSpPr>
          <p:spPr>
            <a:xfrm>
              <a:off x="6121908" y="1972055"/>
              <a:ext cx="483234" cy="460375"/>
            </a:xfrm>
            <a:custGeom>
              <a:avLst/>
              <a:gdLst/>
              <a:ahLst/>
              <a:cxnLst/>
              <a:rect l="l" t="t" r="r" b="b"/>
              <a:pathLst>
                <a:path w="483234" h="460375">
                  <a:moveTo>
                    <a:pt x="0" y="460248"/>
                  </a:moveTo>
                  <a:lnTo>
                    <a:pt x="483108" y="460248"/>
                  </a:lnTo>
                  <a:lnTo>
                    <a:pt x="483108" y="0"/>
                  </a:lnTo>
                  <a:lnTo>
                    <a:pt x="0" y="0"/>
                  </a:lnTo>
                  <a:lnTo>
                    <a:pt x="0" y="460248"/>
                  </a:lnTo>
                  <a:close/>
                </a:path>
              </a:pathLst>
            </a:custGeom>
            <a:ln w="6096">
              <a:solidFill>
                <a:srgbClr val="FFC000"/>
              </a:solidFill>
            </a:ln>
          </p:spPr>
          <p:txBody>
            <a:bodyPr wrap="square" lIns="0" tIns="0" rIns="0" bIns="0" rtlCol="0"/>
            <a:lstStyle/>
            <a:p>
              <a:endParaRPr sz="1488"/>
            </a:p>
          </p:txBody>
        </p:sp>
      </p:grpSp>
      <p:sp>
        <p:nvSpPr>
          <p:cNvPr id="91" name="object 91"/>
          <p:cNvSpPr txBox="1"/>
          <p:nvPr/>
        </p:nvSpPr>
        <p:spPr>
          <a:xfrm>
            <a:off x="6449772" y="1641519"/>
            <a:ext cx="149114" cy="316072"/>
          </a:xfrm>
          <a:prstGeom prst="rect">
            <a:avLst/>
          </a:prstGeom>
        </p:spPr>
        <p:txBody>
          <a:bodyPr vert="horz" wrap="square" lIns="0" tIns="10501" rIns="0" bIns="0" rtlCol="0">
            <a:spAutoFit/>
          </a:bodyPr>
          <a:lstStyle/>
          <a:p>
            <a:pPr marL="10502">
              <a:spcBef>
                <a:spcPts val="83"/>
              </a:spcBef>
            </a:pPr>
            <a:r>
              <a:rPr sz="1985" dirty="0">
                <a:latin typeface="Calibri"/>
                <a:cs typeface="Calibri"/>
              </a:rPr>
              <a:t>1</a:t>
            </a:r>
            <a:endParaRPr sz="1985">
              <a:latin typeface="Calibri"/>
              <a:cs typeface="Calibri"/>
            </a:endParaRPr>
          </a:p>
        </p:txBody>
      </p:sp>
      <p:grpSp>
        <p:nvGrpSpPr>
          <p:cNvPr id="92" name="object 92"/>
          <p:cNvGrpSpPr/>
          <p:nvPr/>
        </p:nvGrpSpPr>
        <p:grpSpPr>
          <a:xfrm>
            <a:off x="6306958" y="2203848"/>
            <a:ext cx="418991" cy="387488"/>
            <a:chOff x="6101969" y="2665348"/>
            <a:chExt cx="506730" cy="468630"/>
          </a:xfrm>
        </p:grpSpPr>
        <p:pic>
          <p:nvPicPr>
            <p:cNvPr id="93" name="object 93"/>
            <p:cNvPicPr/>
            <p:nvPr/>
          </p:nvPicPr>
          <p:blipFill>
            <a:blip r:embed="rId17" cstate="print"/>
            <a:stretch>
              <a:fillRect/>
            </a:stretch>
          </p:blipFill>
          <p:spPr>
            <a:xfrm>
              <a:off x="6105144" y="2668523"/>
              <a:ext cx="499872" cy="461772"/>
            </a:xfrm>
            <a:prstGeom prst="rect">
              <a:avLst/>
            </a:prstGeom>
          </p:spPr>
        </p:pic>
        <p:sp>
          <p:nvSpPr>
            <p:cNvPr id="94" name="object 94"/>
            <p:cNvSpPr/>
            <p:nvPr/>
          </p:nvSpPr>
          <p:spPr>
            <a:xfrm>
              <a:off x="6105144" y="2668523"/>
              <a:ext cx="500380" cy="462280"/>
            </a:xfrm>
            <a:custGeom>
              <a:avLst/>
              <a:gdLst/>
              <a:ahLst/>
              <a:cxnLst/>
              <a:rect l="l" t="t" r="r" b="b"/>
              <a:pathLst>
                <a:path w="500379" h="462280">
                  <a:moveTo>
                    <a:pt x="0" y="461772"/>
                  </a:moveTo>
                  <a:lnTo>
                    <a:pt x="499872" y="461772"/>
                  </a:lnTo>
                  <a:lnTo>
                    <a:pt x="499872" y="0"/>
                  </a:lnTo>
                  <a:lnTo>
                    <a:pt x="0" y="0"/>
                  </a:lnTo>
                  <a:lnTo>
                    <a:pt x="0" y="461772"/>
                  </a:lnTo>
                  <a:close/>
                </a:path>
              </a:pathLst>
            </a:custGeom>
            <a:ln w="6096">
              <a:solidFill>
                <a:srgbClr val="FFC000"/>
              </a:solidFill>
            </a:ln>
          </p:spPr>
          <p:txBody>
            <a:bodyPr wrap="square" lIns="0" tIns="0" rIns="0" bIns="0" rtlCol="0"/>
            <a:lstStyle/>
            <a:p>
              <a:endParaRPr sz="1488"/>
            </a:p>
          </p:txBody>
        </p:sp>
      </p:grpSp>
      <p:sp>
        <p:nvSpPr>
          <p:cNvPr id="95" name="object 95"/>
          <p:cNvSpPr txBox="1"/>
          <p:nvPr/>
        </p:nvSpPr>
        <p:spPr>
          <a:xfrm>
            <a:off x="6442946" y="2218655"/>
            <a:ext cx="149114" cy="316072"/>
          </a:xfrm>
          <a:prstGeom prst="rect">
            <a:avLst/>
          </a:prstGeom>
        </p:spPr>
        <p:txBody>
          <a:bodyPr vert="horz" wrap="square" lIns="0" tIns="10501" rIns="0" bIns="0" rtlCol="0">
            <a:spAutoFit/>
          </a:bodyPr>
          <a:lstStyle/>
          <a:p>
            <a:pPr marL="10502">
              <a:spcBef>
                <a:spcPts val="83"/>
              </a:spcBef>
            </a:pPr>
            <a:r>
              <a:rPr sz="1985" dirty="0">
                <a:latin typeface="Calibri"/>
                <a:cs typeface="Calibri"/>
              </a:rPr>
              <a:t>0</a:t>
            </a:r>
            <a:endParaRPr sz="1985">
              <a:latin typeface="Calibri"/>
              <a:cs typeface="Calibri"/>
            </a:endParaRPr>
          </a:p>
        </p:txBody>
      </p:sp>
      <p:grpSp>
        <p:nvGrpSpPr>
          <p:cNvPr id="96" name="object 96"/>
          <p:cNvGrpSpPr/>
          <p:nvPr/>
        </p:nvGrpSpPr>
        <p:grpSpPr>
          <a:xfrm>
            <a:off x="6298137" y="2780984"/>
            <a:ext cx="418991" cy="387488"/>
            <a:chOff x="6091301" y="3363340"/>
            <a:chExt cx="506730" cy="468630"/>
          </a:xfrm>
        </p:grpSpPr>
        <p:pic>
          <p:nvPicPr>
            <p:cNvPr id="97" name="object 97"/>
            <p:cNvPicPr/>
            <p:nvPr/>
          </p:nvPicPr>
          <p:blipFill>
            <a:blip r:embed="rId17" cstate="print"/>
            <a:stretch>
              <a:fillRect/>
            </a:stretch>
          </p:blipFill>
          <p:spPr>
            <a:xfrm>
              <a:off x="6094476" y="3366515"/>
              <a:ext cx="499872" cy="461772"/>
            </a:xfrm>
            <a:prstGeom prst="rect">
              <a:avLst/>
            </a:prstGeom>
          </p:spPr>
        </p:pic>
        <p:sp>
          <p:nvSpPr>
            <p:cNvPr id="98" name="object 98"/>
            <p:cNvSpPr/>
            <p:nvPr/>
          </p:nvSpPr>
          <p:spPr>
            <a:xfrm>
              <a:off x="6094476" y="3366515"/>
              <a:ext cx="500380" cy="462280"/>
            </a:xfrm>
            <a:custGeom>
              <a:avLst/>
              <a:gdLst/>
              <a:ahLst/>
              <a:cxnLst/>
              <a:rect l="l" t="t" r="r" b="b"/>
              <a:pathLst>
                <a:path w="500379" h="462279">
                  <a:moveTo>
                    <a:pt x="0" y="461772"/>
                  </a:moveTo>
                  <a:lnTo>
                    <a:pt x="499872" y="461772"/>
                  </a:lnTo>
                  <a:lnTo>
                    <a:pt x="499872" y="0"/>
                  </a:lnTo>
                  <a:lnTo>
                    <a:pt x="0" y="0"/>
                  </a:lnTo>
                  <a:lnTo>
                    <a:pt x="0" y="461772"/>
                  </a:lnTo>
                  <a:close/>
                </a:path>
              </a:pathLst>
            </a:custGeom>
            <a:ln w="6096">
              <a:solidFill>
                <a:srgbClr val="FFC000"/>
              </a:solidFill>
            </a:ln>
          </p:spPr>
          <p:txBody>
            <a:bodyPr wrap="square" lIns="0" tIns="0" rIns="0" bIns="0" rtlCol="0"/>
            <a:lstStyle/>
            <a:p>
              <a:endParaRPr sz="1488"/>
            </a:p>
          </p:txBody>
        </p:sp>
      </p:grpSp>
      <p:sp>
        <p:nvSpPr>
          <p:cNvPr id="99" name="object 99"/>
          <p:cNvSpPr txBox="1"/>
          <p:nvPr/>
        </p:nvSpPr>
        <p:spPr>
          <a:xfrm>
            <a:off x="6434124" y="2795791"/>
            <a:ext cx="149114" cy="316072"/>
          </a:xfrm>
          <a:prstGeom prst="rect">
            <a:avLst/>
          </a:prstGeom>
        </p:spPr>
        <p:txBody>
          <a:bodyPr vert="horz" wrap="square" lIns="0" tIns="10501" rIns="0" bIns="0" rtlCol="0">
            <a:spAutoFit/>
          </a:bodyPr>
          <a:lstStyle/>
          <a:p>
            <a:pPr marL="10502">
              <a:spcBef>
                <a:spcPts val="83"/>
              </a:spcBef>
            </a:pPr>
            <a:r>
              <a:rPr sz="1985" dirty="0">
                <a:latin typeface="Calibri"/>
                <a:cs typeface="Calibri"/>
              </a:rPr>
              <a:t>1</a:t>
            </a:r>
            <a:endParaRPr sz="1985">
              <a:latin typeface="Calibri"/>
              <a:cs typeface="Calibri"/>
            </a:endParaRPr>
          </a:p>
        </p:txBody>
      </p:sp>
      <p:sp>
        <p:nvSpPr>
          <p:cNvPr id="100" name="object 100"/>
          <p:cNvSpPr txBox="1"/>
          <p:nvPr/>
        </p:nvSpPr>
        <p:spPr>
          <a:xfrm>
            <a:off x="3771802" y="241524"/>
            <a:ext cx="135463" cy="316072"/>
          </a:xfrm>
          <a:prstGeom prst="rect">
            <a:avLst/>
          </a:prstGeom>
        </p:spPr>
        <p:txBody>
          <a:bodyPr vert="horz" wrap="square" lIns="0" tIns="10501" rIns="0" bIns="0" rtlCol="0">
            <a:spAutoFit/>
          </a:bodyPr>
          <a:lstStyle/>
          <a:p>
            <a:pPr marL="10502">
              <a:spcBef>
                <a:spcPts val="83"/>
              </a:spcBef>
            </a:pPr>
            <a:r>
              <a:rPr sz="1985" dirty="0">
                <a:latin typeface="Calibri"/>
                <a:cs typeface="Calibri"/>
              </a:rPr>
              <a:t>y</a:t>
            </a:r>
            <a:endParaRPr sz="1985">
              <a:latin typeface="Calibri"/>
              <a:cs typeface="Calibri"/>
            </a:endParaRPr>
          </a:p>
        </p:txBody>
      </p:sp>
      <p:grpSp>
        <p:nvGrpSpPr>
          <p:cNvPr id="101" name="object 101"/>
          <p:cNvGrpSpPr/>
          <p:nvPr/>
        </p:nvGrpSpPr>
        <p:grpSpPr>
          <a:xfrm>
            <a:off x="1807577" y="315241"/>
            <a:ext cx="4522264" cy="5104545"/>
            <a:chOff x="660387" y="381254"/>
            <a:chExt cx="5469255" cy="6173470"/>
          </a:xfrm>
        </p:grpSpPr>
        <p:sp>
          <p:nvSpPr>
            <p:cNvPr id="102" name="object 102"/>
            <p:cNvSpPr/>
            <p:nvPr/>
          </p:nvSpPr>
          <p:spPr>
            <a:xfrm>
              <a:off x="660387" y="381253"/>
              <a:ext cx="5469255" cy="5706745"/>
            </a:xfrm>
            <a:custGeom>
              <a:avLst/>
              <a:gdLst/>
              <a:ahLst/>
              <a:cxnLst/>
              <a:rect l="l" t="t" r="r" b="b"/>
              <a:pathLst>
                <a:path w="5469255" h="5706745">
                  <a:moveTo>
                    <a:pt x="639584" y="3443224"/>
                  </a:moveTo>
                  <a:lnTo>
                    <a:pt x="628510" y="3438055"/>
                  </a:lnTo>
                  <a:lnTo>
                    <a:pt x="639076" y="3442335"/>
                  </a:lnTo>
                  <a:lnTo>
                    <a:pt x="628218" y="3401187"/>
                  </a:lnTo>
                  <a:lnTo>
                    <a:pt x="617359" y="3360039"/>
                  </a:lnTo>
                  <a:lnTo>
                    <a:pt x="596214" y="3378631"/>
                  </a:lnTo>
                  <a:lnTo>
                    <a:pt x="16840" y="2720340"/>
                  </a:lnTo>
                  <a:lnTo>
                    <a:pt x="1968" y="2733548"/>
                  </a:lnTo>
                  <a:lnTo>
                    <a:pt x="581342" y="3391700"/>
                  </a:lnTo>
                  <a:lnTo>
                    <a:pt x="563270" y="3407587"/>
                  </a:lnTo>
                  <a:lnTo>
                    <a:pt x="562381" y="3407156"/>
                  </a:lnTo>
                  <a:lnTo>
                    <a:pt x="562406" y="3408349"/>
                  </a:lnTo>
                  <a:lnTo>
                    <a:pt x="560146" y="3410331"/>
                  </a:lnTo>
                  <a:lnTo>
                    <a:pt x="562483" y="3411283"/>
                  </a:lnTo>
                  <a:lnTo>
                    <a:pt x="563143" y="3435451"/>
                  </a:lnTo>
                  <a:lnTo>
                    <a:pt x="0" y="3450717"/>
                  </a:lnTo>
                  <a:lnTo>
                    <a:pt x="533" y="3470529"/>
                  </a:lnTo>
                  <a:lnTo>
                    <a:pt x="563676" y="3455263"/>
                  </a:lnTo>
                  <a:lnTo>
                    <a:pt x="564159" y="3473183"/>
                  </a:lnTo>
                  <a:lnTo>
                    <a:pt x="559993" y="3474847"/>
                  </a:lnTo>
                  <a:lnTo>
                    <a:pt x="564311" y="3478707"/>
                  </a:lnTo>
                  <a:lnTo>
                    <a:pt x="564451" y="3483356"/>
                  </a:lnTo>
                  <a:lnTo>
                    <a:pt x="567626" y="3481654"/>
                  </a:lnTo>
                  <a:lnTo>
                    <a:pt x="581063" y="3493605"/>
                  </a:lnTo>
                  <a:lnTo>
                    <a:pt x="2006" y="4145026"/>
                  </a:lnTo>
                  <a:lnTo>
                    <a:pt x="16814" y="4158107"/>
                  </a:lnTo>
                  <a:lnTo>
                    <a:pt x="595896" y="3506787"/>
                  </a:lnTo>
                  <a:lnTo>
                    <a:pt x="616978" y="3525520"/>
                  </a:lnTo>
                  <a:lnTo>
                    <a:pt x="628091" y="3484118"/>
                  </a:lnTo>
                  <a:lnTo>
                    <a:pt x="638987" y="3443541"/>
                  </a:lnTo>
                  <a:lnTo>
                    <a:pt x="639584" y="3443224"/>
                  </a:lnTo>
                  <a:close/>
                </a:path>
                <a:path w="5469255" h="5706745">
                  <a:moveTo>
                    <a:pt x="645680" y="721360"/>
                  </a:moveTo>
                  <a:lnTo>
                    <a:pt x="644906" y="721004"/>
                  </a:lnTo>
                  <a:lnTo>
                    <a:pt x="634314" y="680847"/>
                  </a:lnTo>
                  <a:lnTo>
                    <a:pt x="623455" y="639699"/>
                  </a:lnTo>
                  <a:lnTo>
                    <a:pt x="602284" y="658304"/>
                  </a:lnTo>
                  <a:lnTo>
                    <a:pt x="22936" y="0"/>
                  </a:lnTo>
                  <a:lnTo>
                    <a:pt x="8064" y="13208"/>
                  </a:lnTo>
                  <a:lnTo>
                    <a:pt x="587438" y="671360"/>
                  </a:lnTo>
                  <a:lnTo>
                    <a:pt x="570496" y="686244"/>
                  </a:lnTo>
                  <a:lnTo>
                    <a:pt x="568477" y="685292"/>
                  </a:lnTo>
                  <a:lnTo>
                    <a:pt x="568540" y="687971"/>
                  </a:lnTo>
                  <a:lnTo>
                    <a:pt x="566242" y="689991"/>
                  </a:lnTo>
                  <a:lnTo>
                    <a:pt x="568629" y="690968"/>
                  </a:lnTo>
                  <a:lnTo>
                    <a:pt x="569239" y="713587"/>
                  </a:lnTo>
                  <a:lnTo>
                    <a:pt x="6096" y="728853"/>
                  </a:lnTo>
                  <a:lnTo>
                    <a:pt x="6629" y="748665"/>
                  </a:lnTo>
                  <a:lnTo>
                    <a:pt x="569772" y="733399"/>
                  </a:lnTo>
                  <a:lnTo>
                    <a:pt x="570255" y="751319"/>
                  </a:lnTo>
                  <a:lnTo>
                    <a:pt x="566089" y="752983"/>
                  </a:lnTo>
                  <a:lnTo>
                    <a:pt x="570407" y="756843"/>
                  </a:lnTo>
                  <a:lnTo>
                    <a:pt x="570547" y="761492"/>
                  </a:lnTo>
                  <a:lnTo>
                    <a:pt x="573722" y="759790"/>
                  </a:lnTo>
                  <a:lnTo>
                    <a:pt x="587159" y="771740"/>
                  </a:lnTo>
                  <a:lnTo>
                    <a:pt x="8102" y="1423162"/>
                  </a:lnTo>
                  <a:lnTo>
                    <a:pt x="22910" y="1436243"/>
                  </a:lnTo>
                  <a:lnTo>
                    <a:pt x="601980" y="784910"/>
                  </a:lnTo>
                  <a:lnTo>
                    <a:pt x="623074" y="803656"/>
                  </a:lnTo>
                  <a:lnTo>
                    <a:pt x="634187" y="762254"/>
                  </a:lnTo>
                  <a:lnTo>
                    <a:pt x="645007" y="721944"/>
                  </a:lnTo>
                  <a:lnTo>
                    <a:pt x="645172" y="721995"/>
                  </a:lnTo>
                  <a:lnTo>
                    <a:pt x="645083" y="721690"/>
                  </a:lnTo>
                  <a:lnTo>
                    <a:pt x="645680" y="721360"/>
                  </a:lnTo>
                  <a:close/>
                </a:path>
                <a:path w="5469255" h="5706745">
                  <a:moveTo>
                    <a:pt x="2642501" y="5055616"/>
                  </a:moveTo>
                  <a:lnTo>
                    <a:pt x="2560332" y="5077714"/>
                  </a:lnTo>
                  <a:lnTo>
                    <a:pt x="2579052" y="5098847"/>
                  </a:lnTo>
                  <a:lnTo>
                    <a:pt x="1927618" y="5677890"/>
                  </a:lnTo>
                  <a:lnTo>
                    <a:pt x="1940826" y="5692699"/>
                  </a:lnTo>
                  <a:lnTo>
                    <a:pt x="2592120" y="5113591"/>
                  </a:lnTo>
                  <a:lnTo>
                    <a:pt x="2610866" y="5134737"/>
                  </a:lnTo>
                  <a:lnTo>
                    <a:pt x="2628582" y="5090414"/>
                  </a:lnTo>
                  <a:lnTo>
                    <a:pt x="2642501" y="5055616"/>
                  </a:lnTo>
                  <a:close/>
                </a:path>
                <a:path w="5469255" h="5706745">
                  <a:moveTo>
                    <a:pt x="2738894" y="5137404"/>
                  </a:moveTo>
                  <a:lnTo>
                    <a:pt x="2732379" y="5123434"/>
                  </a:lnTo>
                  <a:lnTo>
                    <a:pt x="2702953" y="5060188"/>
                  </a:lnTo>
                  <a:lnTo>
                    <a:pt x="2662694" y="5135372"/>
                  </a:lnTo>
                  <a:lnTo>
                    <a:pt x="2690914" y="5136134"/>
                  </a:lnTo>
                  <a:lnTo>
                    <a:pt x="2675648" y="5699239"/>
                  </a:lnTo>
                  <a:lnTo>
                    <a:pt x="2695460" y="5699785"/>
                  </a:lnTo>
                  <a:lnTo>
                    <a:pt x="2710726" y="5136654"/>
                  </a:lnTo>
                  <a:lnTo>
                    <a:pt x="2738894" y="5137404"/>
                  </a:lnTo>
                  <a:close/>
                </a:path>
                <a:path w="5469255" h="5706745">
                  <a:moveTo>
                    <a:pt x="3488321" y="5691581"/>
                  </a:moveTo>
                  <a:lnTo>
                    <a:pt x="2830068" y="5112270"/>
                  </a:lnTo>
                  <a:lnTo>
                    <a:pt x="2837446" y="5103876"/>
                  </a:lnTo>
                  <a:lnTo>
                    <a:pt x="2848749" y="5091049"/>
                  </a:lnTo>
                  <a:lnTo>
                    <a:pt x="2766326" y="5069332"/>
                  </a:lnTo>
                  <a:lnTo>
                    <a:pt x="2798330" y="5148326"/>
                  </a:lnTo>
                  <a:lnTo>
                    <a:pt x="2816987" y="5127129"/>
                  </a:lnTo>
                  <a:lnTo>
                    <a:pt x="3475240" y="5706453"/>
                  </a:lnTo>
                  <a:lnTo>
                    <a:pt x="3488321" y="5691581"/>
                  </a:lnTo>
                  <a:close/>
                </a:path>
                <a:path w="5469255" h="5706745">
                  <a:moveTo>
                    <a:pt x="5468759" y="1829054"/>
                  </a:moveTo>
                  <a:lnTo>
                    <a:pt x="5455424" y="1814322"/>
                  </a:lnTo>
                  <a:lnTo>
                    <a:pt x="4734801" y="2468626"/>
                  </a:lnTo>
                  <a:lnTo>
                    <a:pt x="4715903" y="2447798"/>
                  </a:lnTo>
                  <a:lnTo>
                    <a:pt x="4686833" y="2522563"/>
                  </a:lnTo>
                  <a:lnTo>
                    <a:pt x="4681994" y="2525014"/>
                  </a:lnTo>
                  <a:lnTo>
                    <a:pt x="4685246" y="2526627"/>
                  </a:lnTo>
                  <a:lnTo>
                    <a:pt x="4685042" y="2527173"/>
                  </a:lnTo>
                  <a:lnTo>
                    <a:pt x="4685893" y="2526944"/>
                  </a:lnTo>
                  <a:lnTo>
                    <a:pt x="4695393" y="2531630"/>
                  </a:lnTo>
                  <a:lnTo>
                    <a:pt x="4722380" y="2604135"/>
                  </a:lnTo>
                  <a:lnTo>
                    <a:pt x="4741672" y="2583434"/>
                  </a:lnTo>
                  <a:lnTo>
                    <a:pt x="5429008" y="3224022"/>
                  </a:lnTo>
                  <a:lnTo>
                    <a:pt x="5442470" y="3209544"/>
                  </a:lnTo>
                  <a:lnTo>
                    <a:pt x="4755146" y="2568968"/>
                  </a:lnTo>
                  <a:lnTo>
                    <a:pt x="4763198" y="2560320"/>
                  </a:lnTo>
                  <a:lnTo>
                    <a:pt x="4774323" y="2548382"/>
                  </a:lnTo>
                  <a:lnTo>
                    <a:pt x="4758309" y="2543657"/>
                  </a:lnTo>
                  <a:lnTo>
                    <a:pt x="4758258" y="2534539"/>
                  </a:lnTo>
                  <a:lnTo>
                    <a:pt x="5445391" y="2529586"/>
                  </a:lnTo>
                  <a:lnTo>
                    <a:pt x="5445137" y="2509774"/>
                  </a:lnTo>
                  <a:lnTo>
                    <a:pt x="4758118" y="2514638"/>
                  </a:lnTo>
                  <a:lnTo>
                    <a:pt x="4758067" y="2506713"/>
                  </a:lnTo>
                  <a:lnTo>
                    <a:pt x="4767084" y="2504186"/>
                  </a:lnTo>
                  <a:lnTo>
                    <a:pt x="4757979" y="2494178"/>
                  </a:lnTo>
                  <a:lnTo>
                    <a:pt x="4757940" y="2486406"/>
                  </a:lnTo>
                  <a:lnTo>
                    <a:pt x="4753140" y="2488844"/>
                  </a:lnTo>
                  <a:lnTo>
                    <a:pt x="4748149" y="2483345"/>
                  </a:lnTo>
                  <a:lnTo>
                    <a:pt x="5468759" y="1829054"/>
                  </a:lnTo>
                  <a:close/>
                </a:path>
              </a:pathLst>
            </a:custGeom>
            <a:solidFill>
              <a:srgbClr val="000000"/>
            </a:solidFill>
          </p:spPr>
          <p:txBody>
            <a:bodyPr wrap="square" lIns="0" tIns="0" rIns="0" bIns="0" rtlCol="0"/>
            <a:lstStyle/>
            <a:p>
              <a:endParaRPr sz="1488"/>
            </a:p>
          </p:txBody>
        </p:sp>
        <p:pic>
          <p:nvPicPr>
            <p:cNvPr id="103" name="object 103"/>
            <p:cNvPicPr/>
            <p:nvPr/>
          </p:nvPicPr>
          <p:blipFill>
            <a:blip r:embed="rId22" cstate="print"/>
            <a:stretch>
              <a:fillRect/>
            </a:stretch>
          </p:blipFill>
          <p:spPr>
            <a:xfrm>
              <a:off x="4506468" y="6092951"/>
              <a:ext cx="499872" cy="461772"/>
            </a:xfrm>
            <a:prstGeom prst="rect">
              <a:avLst/>
            </a:prstGeom>
          </p:spPr>
        </p:pic>
      </p:grpSp>
      <p:sp>
        <p:nvSpPr>
          <p:cNvPr id="104" name="object 104"/>
          <p:cNvSpPr txBox="1"/>
          <p:nvPr/>
        </p:nvSpPr>
        <p:spPr>
          <a:xfrm>
            <a:off x="4987714" y="5037969"/>
            <a:ext cx="413740" cy="328266"/>
          </a:xfrm>
          <a:prstGeom prst="rect">
            <a:avLst/>
          </a:prstGeom>
          <a:ln w="6096">
            <a:solidFill>
              <a:srgbClr val="6FAC46"/>
            </a:solidFill>
          </a:ln>
        </p:spPr>
        <p:txBody>
          <a:bodyPr vert="horz" wrap="square" lIns="0" tIns="22577" rIns="0" bIns="0" rtlCol="0">
            <a:spAutoFit/>
          </a:bodyPr>
          <a:lstStyle/>
          <a:p>
            <a:pPr marL="525" algn="ctr">
              <a:spcBef>
                <a:spcPts val="178"/>
              </a:spcBef>
            </a:pPr>
            <a:r>
              <a:rPr sz="1985" dirty="0">
                <a:latin typeface="Calibri"/>
                <a:cs typeface="Calibri"/>
              </a:rPr>
              <a:t>1</a:t>
            </a:r>
            <a:endParaRPr sz="1985">
              <a:latin typeface="Calibri"/>
              <a:cs typeface="Calibri"/>
            </a:endParaRPr>
          </a:p>
        </p:txBody>
      </p:sp>
      <p:grpSp>
        <p:nvGrpSpPr>
          <p:cNvPr id="105" name="object 105"/>
          <p:cNvGrpSpPr/>
          <p:nvPr/>
        </p:nvGrpSpPr>
        <p:grpSpPr>
          <a:xfrm>
            <a:off x="6306958" y="3320317"/>
            <a:ext cx="418991" cy="387488"/>
            <a:chOff x="6101969" y="4015613"/>
            <a:chExt cx="506730" cy="468630"/>
          </a:xfrm>
        </p:grpSpPr>
        <p:pic>
          <p:nvPicPr>
            <p:cNvPr id="106" name="object 106"/>
            <p:cNvPicPr/>
            <p:nvPr/>
          </p:nvPicPr>
          <p:blipFill>
            <a:blip r:embed="rId23" cstate="print"/>
            <a:stretch>
              <a:fillRect/>
            </a:stretch>
          </p:blipFill>
          <p:spPr>
            <a:xfrm>
              <a:off x="6105144" y="4018788"/>
              <a:ext cx="499872" cy="461772"/>
            </a:xfrm>
            <a:prstGeom prst="rect">
              <a:avLst/>
            </a:prstGeom>
          </p:spPr>
        </p:pic>
        <p:sp>
          <p:nvSpPr>
            <p:cNvPr id="107" name="object 107"/>
            <p:cNvSpPr/>
            <p:nvPr/>
          </p:nvSpPr>
          <p:spPr>
            <a:xfrm>
              <a:off x="6105144" y="4018788"/>
              <a:ext cx="500380" cy="462280"/>
            </a:xfrm>
            <a:custGeom>
              <a:avLst/>
              <a:gdLst/>
              <a:ahLst/>
              <a:cxnLst/>
              <a:rect l="l" t="t" r="r" b="b"/>
              <a:pathLst>
                <a:path w="500379" h="462279">
                  <a:moveTo>
                    <a:pt x="0" y="461772"/>
                  </a:moveTo>
                  <a:lnTo>
                    <a:pt x="499872" y="461772"/>
                  </a:lnTo>
                  <a:lnTo>
                    <a:pt x="499872" y="0"/>
                  </a:lnTo>
                  <a:lnTo>
                    <a:pt x="0" y="0"/>
                  </a:lnTo>
                  <a:lnTo>
                    <a:pt x="0" y="461772"/>
                  </a:lnTo>
                  <a:close/>
                </a:path>
              </a:pathLst>
            </a:custGeom>
            <a:ln w="6096">
              <a:solidFill>
                <a:srgbClr val="6FAC46"/>
              </a:solidFill>
            </a:ln>
          </p:spPr>
          <p:txBody>
            <a:bodyPr wrap="square" lIns="0" tIns="0" rIns="0" bIns="0" rtlCol="0"/>
            <a:lstStyle/>
            <a:p>
              <a:endParaRPr sz="1488"/>
            </a:p>
          </p:txBody>
        </p:sp>
      </p:grpSp>
      <p:sp>
        <p:nvSpPr>
          <p:cNvPr id="108" name="object 108"/>
          <p:cNvSpPr txBox="1"/>
          <p:nvPr/>
        </p:nvSpPr>
        <p:spPr>
          <a:xfrm>
            <a:off x="6442946" y="3334598"/>
            <a:ext cx="149114" cy="316072"/>
          </a:xfrm>
          <a:prstGeom prst="rect">
            <a:avLst/>
          </a:prstGeom>
        </p:spPr>
        <p:txBody>
          <a:bodyPr vert="horz" wrap="square" lIns="0" tIns="10501" rIns="0" bIns="0" rtlCol="0">
            <a:spAutoFit/>
          </a:bodyPr>
          <a:lstStyle/>
          <a:p>
            <a:pPr marL="10502">
              <a:spcBef>
                <a:spcPts val="83"/>
              </a:spcBef>
            </a:pPr>
            <a:r>
              <a:rPr sz="1985" dirty="0">
                <a:latin typeface="Calibri"/>
                <a:cs typeface="Calibri"/>
              </a:rPr>
              <a:t>1</a:t>
            </a:r>
            <a:endParaRPr sz="1985">
              <a:latin typeface="Calibri"/>
              <a:cs typeface="Calibri"/>
            </a:endParaRPr>
          </a:p>
        </p:txBody>
      </p:sp>
      <p:grpSp>
        <p:nvGrpSpPr>
          <p:cNvPr id="109" name="object 109"/>
          <p:cNvGrpSpPr/>
          <p:nvPr/>
        </p:nvGrpSpPr>
        <p:grpSpPr>
          <a:xfrm>
            <a:off x="1355936" y="4067569"/>
            <a:ext cx="418991" cy="387488"/>
            <a:chOff x="114172" y="4919345"/>
            <a:chExt cx="506730" cy="468630"/>
          </a:xfrm>
        </p:grpSpPr>
        <p:pic>
          <p:nvPicPr>
            <p:cNvPr id="110" name="object 110"/>
            <p:cNvPicPr/>
            <p:nvPr/>
          </p:nvPicPr>
          <p:blipFill>
            <a:blip r:embed="rId24" cstate="print"/>
            <a:stretch>
              <a:fillRect/>
            </a:stretch>
          </p:blipFill>
          <p:spPr>
            <a:xfrm>
              <a:off x="117347" y="4922520"/>
              <a:ext cx="499872" cy="461772"/>
            </a:xfrm>
            <a:prstGeom prst="rect">
              <a:avLst/>
            </a:prstGeom>
          </p:spPr>
        </p:pic>
        <p:sp>
          <p:nvSpPr>
            <p:cNvPr id="111" name="object 111"/>
            <p:cNvSpPr/>
            <p:nvPr/>
          </p:nvSpPr>
          <p:spPr>
            <a:xfrm>
              <a:off x="117347" y="4922520"/>
              <a:ext cx="500380" cy="462280"/>
            </a:xfrm>
            <a:custGeom>
              <a:avLst/>
              <a:gdLst/>
              <a:ahLst/>
              <a:cxnLst/>
              <a:rect l="l" t="t" r="r" b="b"/>
              <a:pathLst>
                <a:path w="500380" h="462279">
                  <a:moveTo>
                    <a:pt x="0" y="461771"/>
                  </a:moveTo>
                  <a:lnTo>
                    <a:pt x="499872" y="461771"/>
                  </a:lnTo>
                  <a:lnTo>
                    <a:pt x="499872" y="0"/>
                  </a:lnTo>
                  <a:lnTo>
                    <a:pt x="0" y="0"/>
                  </a:lnTo>
                  <a:lnTo>
                    <a:pt x="0" y="461771"/>
                  </a:lnTo>
                  <a:close/>
                </a:path>
              </a:pathLst>
            </a:custGeom>
            <a:ln w="6096">
              <a:solidFill>
                <a:srgbClr val="6FAC46"/>
              </a:solidFill>
            </a:ln>
          </p:spPr>
          <p:txBody>
            <a:bodyPr wrap="square" lIns="0" tIns="0" rIns="0" bIns="0" rtlCol="0"/>
            <a:lstStyle/>
            <a:p>
              <a:endParaRPr sz="1488"/>
            </a:p>
          </p:txBody>
        </p:sp>
      </p:grpSp>
      <p:sp>
        <p:nvSpPr>
          <p:cNvPr id="112" name="object 112"/>
          <p:cNvSpPr txBox="1"/>
          <p:nvPr/>
        </p:nvSpPr>
        <p:spPr>
          <a:xfrm>
            <a:off x="1491212" y="4082376"/>
            <a:ext cx="149114" cy="316072"/>
          </a:xfrm>
          <a:prstGeom prst="rect">
            <a:avLst/>
          </a:prstGeom>
        </p:spPr>
        <p:txBody>
          <a:bodyPr vert="horz" wrap="square" lIns="0" tIns="10501" rIns="0" bIns="0" rtlCol="0">
            <a:spAutoFit/>
          </a:bodyPr>
          <a:lstStyle/>
          <a:p>
            <a:pPr marL="10502">
              <a:spcBef>
                <a:spcPts val="83"/>
              </a:spcBef>
            </a:pPr>
            <a:r>
              <a:rPr sz="1985" dirty="0">
                <a:latin typeface="Calibri"/>
                <a:cs typeface="Calibri"/>
              </a:rPr>
              <a:t>1</a:t>
            </a:r>
            <a:endParaRPr sz="1985">
              <a:latin typeface="Calibri"/>
              <a:cs typeface="Calibri"/>
            </a:endParaRPr>
          </a:p>
        </p:txBody>
      </p:sp>
      <p:grpSp>
        <p:nvGrpSpPr>
          <p:cNvPr id="113" name="object 113"/>
          <p:cNvGrpSpPr/>
          <p:nvPr/>
        </p:nvGrpSpPr>
        <p:grpSpPr>
          <a:xfrm>
            <a:off x="1378619" y="1828332"/>
            <a:ext cx="418991" cy="387488"/>
            <a:chOff x="141604" y="2211197"/>
            <a:chExt cx="506730" cy="468630"/>
          </a:xfrm>
        </p:grpSpPr>
        <p:pic>
          <p:nvPicPr>
            <p:cNvPr id="114" name="object 114"/>
            <p:cNvPicPr/>
            <p:nvPr/>
          </p:nvPicPr>
          <p:blipFill>
            <a:blip r:embed="rId25" cstate="print"/>
            <a:stretch>
              <a:fillRect/>
            </a:stretch>
          </p:blipFill>
          <p:spPr>
            <a:xfrm>
              <a:off x="144779" y="2214372"/>
              <a:ext cx="499872" cy="461772"/>
            </a:xfrm>
            <a:prstGeom prst="rect">
              <a:avLst/>
            </a:prstGeom>
          </p:spPr>
        </p:pic>
        <p:sp>
          <p:nvSpPr>
            <p:cNvPr id="115" name="object 115"/>
            <p:cNvSpPr/>
            <p:nvPr/>
          </p:nvSpPr>
          <p:spPr>
            <a:xfrm>
              <a:off x="144779" y="2214372"/>
              <a:ext cx="500380" cy="462280"/>
            </a:xfrm>
            <a:custGeom>
              <a:avLst/>
              <a:gdLst/>
              <a:ahLst/>
              <a:cxnLst/>
              <a:rect l="l" t="t" r="r" b="b"/>
              <a:pathLst>
                <a:path w="500380" h="462280">
                  <a:moveTo>
                    <a:pt x="0" y="461772"/>
                  </a:moveTo>
                  <a:lnTo>
                    <a:pt x="499872" y="461772"/>
                  </a:lnTo>
                  <a:lnTo>
                    <a:pt x="499872" y="0"/>
                  </a:lnTo>
                  <a:lnTo>
                    <a:pt x="0" y="0"/>
                  </a:lnTo>
                  <a:lnTo>
                    <a:pt x="0" y="461772"/>
                  </a:lnTo>
                  <a:close/>
                </a:path>
              </a:pathLst>
            </a:custGeom>
            <a:ln w="6096">
              <a:solidFill>
                <a:srgbClr val="6FAC46"/>
              </a:solidFill>
            </a:ln>
          </p:spPr>
          <p:txBody>
            <a:bodyPr wrap="square" lIns="0" tIns="0" rIns="0" bIns="0" rtlCol="0"/>
            <a:lstStyle/>
            <a:p>
              <a:endParaRPr sz="1488"/>
            </a:p>
          </p:txBody>
        </p:sp>
      </p:grpSp>
      <p:sp>
        <p:nvSpPr>
          <p:cNvPr id="116" name="object 116"/>
          <p:cNvSpPr txBox="1"/>
          <p:nvPr/>
        </p:nvSpPr>
        <p:spPr>
          <a:xfrm>
            <a:off x="1513389" y="1842089"/>
            <a:ext cx="149114" cy="316072"/>
          </a:xfrm>
          <a:prstGeom prst="rect">
            <a:avLst/>
          </a:prstGeom>
        </p:spPr>
        <p:txBody>
          <a:bodyPr vert="horz" wrap="square" lIns="0" tIns="10501" rIns="0" bIns="0" rtlCol="0">
            <a:spAutoFit/>
          </a:bodyPr>
          <a:lstStyle/>
          <a:p>
            <a:pPr marL="10502">
              <a:spcBef>
                <a:spcPts val="83"/>
              </a:spcBef>
            </a:pPr>
            <a:r>
              <a:rPr sz="1985" dirty="0">
                <a:latin typeface="Calibri"/>
                <a:cs typeface="Calibri"/>
              </a:rPr>
              <a:t>1</a:t>
            </a:r>
            <a:endParaRPr sz="1985">
              <a:latin typeface="Calibri"/>
              <a:cs typeface="Calibri"/>
            </a:endParaRPr>
          </a:p>
        </p:txBody>
      </p:sp>
      <p:grpSp>
        <p:nvGrpSpPr>
          <p:cNvPr id="117" name="object 117"/>
          <p:cNvGrpSpPr/>
          <p:nvPr/>
        </p:nvGrpSpPr>
        <p:grpSpPr>
          <a:xfrm>
            <a:off x="1765247" y="895317"/>
            <a:ext cx="4544316" cy="4150003"/>
            <a:chOff x="609193" y="1082802"/>
            <a:chExt cx="5495925" cy="5019040"/>
          </a:xfrm>
        </p:grpSpPr>
        <p:sp>
          <p:nvSpPr>
            <p:cNvPr id="118" name="object 118"/>
            <p:cNvSpPr/>
            <p:nvPr/>
          </p:nvSpPr>
          <p:spPr>
            <a:xfrm>
              <a:off x="609193" y="1082801"/>
              <a:ext cx="5495925" cy="5019040"/>
            </a:xfrm>
            <a:custGeom>
              <a:avLst/>
              <a:gdLst/>
              <a:ahLst/>
              <a:cxnLst/>
              <a:rect l="l" t="t" r="r" b="b"/>
              <a:pathLst>
                <a:path w="5495925" h="5019040">
                  <a:moveTo>
                    <a:pt x="686206" y="2772156"/>
                  </a:moveTo>
                  <a:lnTo>
                    <a:pt x="617181" y="2822067"/>
                  </a:lnTo>
                  <a:lnTo>
                    <a:pt x="642175" y="2835122"/>
                  </a:lnTo>
                  <a:lnTo>
                    <a:pt x="0" y="4067175"/>
                  </a:lnTo>
                  <a:lnTo>
                    <a:pt x="17576" y="4076319"/>
                  </a:lnTo>
                  <a:lnTo>
                    <a:pt x="659739" y="2844292"/>
                  </a:lnTo>
                  <a:lnTo>
                    <a:pt x="684809" y="2857373"/>
                  </a:lnTo>
                  <a:lnTo>
                    <a:pt x="685355" y="2823845"/>
                  </a:lnTo>
                  <a:lnTo>
                    <a:pt x="686206" y="2772156"/>
                  </a:lnTo>
                  <a:close/>
                </a:path>
                <a:path w="5495925" h="5019040">
                  <a:moveTo>
                    <a:pt x="692556" y="85217"/>
                  </a:moveTo>
                  <a:lnTo>
                    <a:pt x="692073" y="52959"/>
                  </a:lnTo>
                  <a:lnTo>
                    <a:pt x="691286" y="0"/>
                  </a:lnTo>
                  <a:lnTo>
                    <a:pt x="623900" y="52197"/>
                  </a:lnTo>
                  <a:lnTo>
                    <a:pt x="649300" y="64427"/>
                  </a:lnTo>
                  <a:lnTo>
                    <a:pt x="27292" y="1358773"/>
                  </a:lnTo>
                  <a:lnTo>
                    <a:pt x="45148" y="1367409"/>
                  </a:lnTo>
                  <a:lnTo>
                    <a:pt x="667080" y="72974"/>
                  </a:lnTo>
                  <a:lnTo>
                    <a:pt x="692556" y="85217"/>
                  </a:lnTo>
                  <a:close/>
                </a:path>
                <a:path w="5495925" h="5019040">
                  <a:moveTo>
                    <a:pt x="4151655" y="5001374"/>
                  </a:moveTo>
                  <a:lnTo>
                    <a:pt x="3018955" y="4395000"/>
                  </a:lnTo>
                  <a:lnTo>
                    <a:pt x="3022181" y="4388993"/>
                  </a:lnTo>
                  <a:lnTo>
                    <a:pt x="3032277" y="4370197"/>
                  </a:lnTo>
                  <a:lnTo>
                    <a:pt x="2947060" y="4367784"/>
                  </a:lnTo>
                  <a:lnTo>
                    <a:pt x="2996209" y="4437380"/>
                  </a:lnTo>
                  <a:lnTo>
                    <a:pt x="3009557" y="4412513"/>
                  </a:lnTo>
                  <a:lnTo>
                    <a:pt x="4142384" y="5018837"/>
                  </a:lnTo>
                  <a:lnTo>
                    <a:pt x="4151655" y="5001374"/>
                  </a:lnTo>
                  <a:close/>
                </a:path>
                <a:path w="5495925" h="5019040">
                  <a:moveTo>
                    <a:pt x="5495315" y="3209163"/>
                  </a:moveTo>
                  <a:lnTo>
                    <a:pt x="4781105" y="1888070"/>
                  </a:lnTo>
                  <a:lnTo>
                    <a:pt x="4801717" y="1876933"/>
                  </a:lnTo>
                  <a:lnTo>
                    <a:pt x="4805959" y="1874647"/>
                  </a:lnTo>
                  <a:lnTo>
                    <a:pt x="4736236" y="1825752"/>
                  </a:lnTo>
                  <a:lnTo>
                    <a:pt x="4738903" y="1910842"/>
                  </a:lnTo>
                  <a:lnTo>
                    <a:pt x="4763706" y="1897456"/>
                  </a:lnTo>
                  <a:lnTo>
                    <a:pt x="5477789" y="3218561"/>
                  </a:lnTo>
                  <a:lnTo>
                    <a:pt x="5495315" y="3209163"/>
                  </a:lnTo>
                  <a:close/>
                </a:path>
              </a:pathLst>
            </a:custGeom>
            <a:solidFill>
              <a:srgbClr val="000000"/>
            </a:solidFill>
          </p:spPr>
          <p:txBody>
            <a:bodyPr wrap="square" lIns="0" tIns="0" rIns="0" bIns="0" rtlCol="0"/>
            <a:lstStyle/>
            <a:p>
              <a:endParaRPr sz="1488"/>
            </a:p>
          </p:txBody>
        </p:sp>
        <p:sp>
          <p:nvSpPr>
            <p:cNvPr id="119" name="object 119"/>
            <p:cNvSpPr/>
            <p:nvPr/>
          </p:nvSpPr>
          <p:spPr>
            <a:xfrm>
              <a:off x="3233927" y="1830324"/>
              <a:ext cx="266065" cy="3011805"/>
            </a:xfrm>
            <a:custGeom>
              <a:avLst/>
              <a:gdLst/>
              <a:ahLst/>
              <a:cxnLst/>
              <a:rect l="l" t="t" r="r" b="b"/>
              <a:pathLst>
                <a:path w="266064" h="3011804">
                  <a:moveTo>
                    <a:pt x="256412" y="2755392"/>
                  </a:moveTo>
                  <a:lnTo>
                    <a:pt x="0" y="3011805"/>
                  </a:lnTo>
                </a:path>
                <a:path w="266064" h="3011804">
                  <a:moveTo>
                    <a:pt x="265557" y="0"/>
                  </a:moveTo>
                  <a:lnTo>
                    <a:pt x="9144" y="256412"/>
                  </a:lnTo>
                </a:path>
              </a:pathLst>
            </a:custGeom>
            <a:ln w="76200">
              <a:solidFill>
                <a:srgbClr val="0000FF"/>
              </a:solidFill>
            </a:ln>
          </p:spPr>
          <p:txBody>
            <a:bodyPr wrap="square" lIns="0" tIns="0" rIns="0" bIns="0" rtlCol="0"/>
            <a:lstStyle/>
            <a:p>
              <a:endParaRPr sz="1488"/>
            </a:p>
          </p:txBody>
        </p:sp>
      </p:grpSp>
      <p:sp>
        <p:nvSpPr>
          <p:cNvPr id="120" name="object 120"/>
          <p:cNvSpPr txBox="1"/>
          <p:nvPr/>
        </p:nvSpPr>
        <p:spPr>
          <a:xfrm>
            <a:off x="4093343" y="3354025"/>
            <a:ext cx="149114" cy="316072"/>
          </a:xfrm>
          <a:prstGeom prst="rect">
            <a:avLst/>
          </a:prstGeom>
        </p:spPr>
        <p:txBody>
          <a:bodyPr vert="horz" wrap="square" lIns="0" tIns="10501" rIns="0" bIns="0" rtlCol="0">
            <a:spAutoFit/>
          </a:bodyPr>
          <a:lstStyle/>
          <a:p>
            <a:pPr marL="10502">
              <a:spcBef>
                <a:spcPts val="83"/>
              </a:spcBef>
            </a:pPr>
            <a:r>
              <a:rPr sz="1985" dirty="0">
                <a:solidFill>
                  <a:srgbClr val="FF0000"/>
                </a:solidFill>
                <a:latin typeface="Calibri"/>
                <a:cs typeface="Calibri"/>
              </a:rPr>
              <a:t>1</a:t>
            </a:r>
            <a:endParaRPr sz="1985">
              <a:latin typeface="Calibri"/>
              <a:cs typeface="Calibri"/>
            </a:endParaRPr>
          </a:p>
        </p:txBody>
      </p:sp>
      <p:sp>
        <p:nvSpPr>
          <p:cNvPr id="121" name="object 121"/>
          <p:cNvSpPr txBox="1"/>
          <p:nvPr/>
        </p:nvSpPr>
        <p:spPr>
          <a:xfrm>
            <a:off x="3224910" y="2839160"/>
            <a:ext cx="275652" cy="316072"/>
          </a:xfrm>
          <a:prstGeom prst="rect">
            <a:avLst/>
          </a:prstGeom>
        </p:spPr>
        <p:txBody>
          <a:bodyPr vert="horz" wrap="square" lIns="0" tIns="10501" rIns="0" bIns="0" rtlCol="0">
            <a:spAutoFit/>
          </a:bodyPr>
          <a:lstStyle/>
          <a:p>
            <a:pPr marL="10502">
              <a:spcBef>
                <a:spcPts val="83"/>
              </a:spcBef>
            </a:pPr>
            <a:r>
              <a:rPr sz="1985" dirty="0">
                <a:solidFill>
                  <a:srgbClr val="FF0000"/>
                </a:solidFill>
                <a:latin typeface="Calibri"/>
                <a:cs typeface="Calibri"/>
              </a:rPr>
              <a:t>≈0</a:t>
            </a:r>
            <a:endParaRPr sz="1985">
              <a:latin typeface="Calibri"/>
              <a:cs typeface="Calibri"/>
            </a:endParaRPr>
          </a:p>
        </p:txBody>
      </p:sp>
      <p:sp>
        <p:nvSpPr>
          <p:cNvPr id="122" name="object 122"/>
          <p:cNvSpPr txBox="1"/>
          <p:nvPr/>
        </p:nvSpPr>
        <p:spPr>
          <a:xfrm>
            <a:off x="4100378" y="2861108"/>
            <a:ext cx="149114" cy="316072"/>
          </a:xfrm>
          <a:prstGeom prst="rect">
            <a:avLst/>
          </a:prstGeom>
        </p:spPr>
        <p:txBody>
          <a:bodyPr vert="horz" wrap="square" lIns="0" tIns="10501" rIns="0" bIns="0" rtlCol="0">
            <a:spAutoFit/>
          </a:bodyPr>
          <a:lstStyle/>
          <a:p>
            <a:pPr marL="10502">
              <a:spcBef>
                <a:spcPts val="83"/>
              </a:spcBef>
            </a:pPr>
            <a:r>
              <a:rPr sz="1985" dirty="0">
                <a:solidFill>
                  <a:srgbClr val="FF0000"/>
                </a:solidFill>
                <a:latin typeface="Calibri"/>
                <a:cs typeface="Calibri"/>
              </a:rPr>
              <a:t>0</a:t>
            </a:r>
            <a:endParaRPr sz="1985">
              <a:latin typeface="Calibri"/>
              <a:cs typeface="Calibri"/>
            </a:endParaRPr>
          </a:p>
        </p:txBody>
      </p:sp>
      <p:sp>
        <p:nvSpPr>
          <p:cNvPr id="123" name="object 123"/>
          <p:cNvSpPr txBox="1"/>
          <p:nvPr/>
        </p:nvSpPr>
        <p:spPr>
          <a:xfrm>
            <a:off x="4496372" y="2397802"/>
            <a:ext cx="275652" cy="316072"/>
          </a:xfrm>
          <a:prstGeom prst="rect">
            <a:avLst/>
          </a:prstGeom>
        </p:spPr>
        <p:txBody>
          <a:bodyPr vert="horz" wrap="square" lIns="0" tIns="10501" rIns="0" bIns="0" rtlCol="0">
            <a:spAutoFit/>
          </a:bodyPr>
          <a:lstStyle/>
          <a:p>
            <a:pPr marL="10502">
              <a:spcBef>
                <a:spcPts val="83"/>
              </a:spcBef>
            </a:pPr>
            <a:r>
              <a:rPr sz="1985" dirty="0">
                <a:solidFill>
                  <a:srgbClr val="FF0000"/>
                </a:solidFill>
                <a:latin typeface="Calibri"/>
                <a:cs typeface="Calibri"/>
              </a:rPr>
              <a:t>≈1</a:t>
            </a:r>
            <a:endParaRPr sz="1985">
              <a:latin typeface="Calibri"/>
              <a:cs typeface="Calibri"/>
            </a:endParaRPr>
          </a:p>
        </p:txBody>
      </p:sp>
      <p:sp>
        <p:nvSpPr>
          <p:cNvPr id="124" name="object 124"/>
          <p:cNvSpPr txBox="1"/>
          <p:nvPr/>
        </p:nvSpPr>
        <p:spPr>
          <a:xfrm>
            <a:off x="3907791" y="2202694"/>
            <a:ext cx="298754" cy="327735"/>
          </a:xfrm>
          <a:prstGeom prst="rect">
            <a:avLst/>
          </a:prstGeom>
          <a:solidFill>
            <a:srgbClr val="FFFFFF"/>
          </a:solidFill>
        </p:spPr>
        <p:txBody>
          <a:bodyPr vert="horz" wrap="square" lIns="0" tIns="22051" rIns="0" bIns="0" rtlCol="0">
            <a:spAutoFit/>
          </a:bodyPr>
          <a:lstStyle/>
          <a:p>
            <a:pPr marL="86638">
              <a:spcBef>
                <a:spcPts val="173"/>
              </a:spcBef>
            </a:pPr>
            <a:r>
              <a:rPr sz="1985" dirty="0">
                <a:solidFill>
                  <a:srgbClr val="FF0000"/>
                </a:solidFill>
                <a:latin typeface="Calibri"/>
                <a:cs typeface="Calibri"/>
              </a:rPr>
              <a:t>7</a:t>
            </a:r>
            <a:endParaRPr sz="1985">
              <a:latin typeface="Calibri"/>
              <a:cs typeface="Calibri"/>
            </a:endParaRPr>
          </a:p>
        </p:txBody>
      </p:sp>
      <p:sp>
        <p:nvSpPr>
          <p:cNvPr id="125" name="object 125"/>
          <p:cNvSpPr txBox="1"/>
          <p:nvPr/>
        </p:nvSpPr>
        <p:spPr>
          <a:xfrm>
            <a:off x="4069086" y="1020698"/>
            <a:ext cx="298754" cy="326675"/>
          </a:xfrm>
          <a:prstGeom prst="rect">
            <a:avLst/>
          </a:prstGeom>
          <a:solidFill>
            <a:srgbClr val="FFFFFF"/>
          </a:solidFill>
        </p:spPr>
        <p:txBody>
          <a:bodyPr vert="horz" wrap="square" lIns="0" tIns="21002" rIns="0" bIns="0" rtlCol="0">
            <a:spAutoFit/>
          </a:bodyPr>
          <a:lstStyle/>
          <a:p>
            <a:pPr marL="86113">
              <a:spcBef>
                <a:spcPts val="165"/>
              </a:spcBef>
            </a:pPr>
            <a:r>
              <a:rPr sz="1985" dirty="0">
                <a:solidFill>
                  <a:srgbClr val="FF0000"/>
                </a:solidFill>
                <a:latin typeface="Calibri"/>
                <a:cs typeface="Calibri"/>
              </a:rPr>
              <a:t>7</a:t>
            </a:r>
            <a:endParaRPr sz="1985">
              <a:latin typeface="Calibri"/>
              <a:cs typeface="Calibri"/>
            </a:endParaRPr>
          </a:p>
        </p:txBody>
      </p:sp>
      <p:sp>
        <p:nvSpPr>
          <p:cNvPr id="126" name="object 126"/>
          <p:cNvSpPr txBox="1"/>
          <p:nvPr/>
        </p:nvSpPr>
        <p:spPr>
          <a:xfrm>
            <a:off x="3063824" y="1043171"/>
            <a:ext cx="275652" cy="316072"/>
          </a:xfrm>
          <a:prstGeom prst="rect">
            <a:avLst/>
          </a:prstGeom>
        </p:spPr>
        <p:txBody>
          <a:bodyPr vert="horz" wrap="square" lIns="0" tIns="10501" rIns="0" bIns="0" rtlCol="0">
            <a:spAutoFit/>
          </a:bodyPr>
          <a:lstStyle/>
          <a:p>
            <a:pPr marL="10502">
              <a:spcBef>
                <a:spcPts val="83"/>
              </a:spcBef>
            </a:pPr>
            <a:r>
              <a:rPr sz="1985" dirty="0">
                <a:solidFill>
                  <a:srgbClr val="FF0000"/>
                </a:solidFill>
                <a:latin typeface="Calibri"/>
                <a:cs typeface="Calibri"/>
              </a:rPr>
              <a:t>≈1</a:t>
            </a:r>
            <a:endParaRPr sz="1985">
              <a:latin typeface="Calibri"/>
              <a:cs typeface="Calibri"/>
            </a:endParaRPr>
          </a:p>
        </p:txBody>
      </p:sp>
      <p:sp>
        <p:nvSpPr>
          <p:cNvPr id="127" name="object 127"/>
          <p:cNvSpPr txBox="1"/>
          <p:nvPr/>
        </p:nvSpPr>
        <p:spPr>
          <a:xfrm>
            <a:off x="4047769" y="106165"/>
            <a:ext cx="275652" cy="316072"/>
          </a:xfrm>
          <a:prstGeom prst="rect">
            <a:avLst/>
          </a:prstGeom>
        </p:spPr>
        <p:txBody>
          <a:bodyPr vert="horz" wrap="square" lIns="0" tIns="10501" rIns="0" bIns="0" rtlCol="0">
            <a:spAutoFit/>
          </a:bodyPr>
          <a:lstStyle/>
          <a:p>
            <a:pPr marL="10502">
              <a:spcBef>
                <a:spcPts val="83"/>
              </a:spcBef>
            </a:pPr>
            <a:r>
              <a:rPr sz="1985" dirty="0">
                <a:solidFill>
                  <a:srgbClr val="FF0000"/>
                </a:solidFill>
                <a:latin typeface="Calibri"/>
                <a:cs typeface="Calibri"/>
              </a:rPr>
              <a:t>≈7</a:t>
            </a:r>
            <a:endParaRPr sz="1985">
              <a:latin typeface="Calibri"/>
              <a:cs typeface="Calibri"/>
            </a:endParaRPr>
          </a:p>
        </p:txBody>
      </p:sp>
      <p:sp>
        <p:nvSpPr>
          <p:cNvPr id="128" name="object 128"/>
          <p:cNvSpPr txBox="1"/>
          <p:nvPr/>
        </p:nvSpPr>
        <p:spPr>
          <a:xfrm>
            <a:off x="3273529" y="4687738"/>
            <a:ext cx="149114" cy="316072"/>
          </a:xfrm>
          <a:prstGeom prst="rect">
            <a:avLst/>
          </a:prstGeom>
        </p:spPr>
        <p:txBody>
          <a:bodyPr vert="horz" wrap="square" lIns="0" tIns="10501" rIns="0" bIns="0" rtlCol="0">
            <a:spAutoFit/>
          </a:bodyPr>
          <a:lstStyle/>
          <a:p>
            <a:pPr marL="10502">
              <a:spcBef>
                <a:spcPts val="83"/>
              </a:spcBef>
            </a:pPr>
            <a:r>
              <a:rPr sz="1985" b="1" dirty="0">
                <a:solidFill>
                  <a:srgbClr val="0000FF"/>
                </a:solidFill>
                <a:latin typeface="Calibri"/>
                <a:cs typeface="Calibri"/>
              </a:rPr>
              <a:t>1</a:t>
            </a:r>
            <a:endParaRPr sz="1985">
              <a:latin typeface="Calibri"/>
              <a:cs typeface="Calibri"/>
            </a:endParaRPr>
          </a:p>
        </p:txBody>
      </p:sp>
      <p:sp>
        <p:nvSpPr>
          <p:cNvPr id="129" name="object 129"/>
          <p:cNvSpPr txBox="1"/>
          <p:nvPr/>
        </p:nvSpPr>
        <p:spPr>
          <a:xfrm>
            <a:off x="3866522" y="4733858"/>
            <a:ext cx="607484" cy="316072"/>
          </a:xfrm>
          <a:prstGeom prst="rect">
            <a:avLst/>
          </a:prstGeom>
        </p:spPr>
        <p:txBody>
          <a:bodyPr vert="horz" wrap="square" lIns="0" tIns="10501" rIns="0" bIns="0" rtlCol="0">
            <a:spAutoFit/>
          </a:bodyPr>
          <a:lstStyle/>
          <a:p>
            <a:pPr marL="10502">
              <a:spcBef>
                <a:spcPts val="83"/>
              </a:spcBef>
              <a:tabLst>
                <a:tab pos="468898" algn="l"/>
              </a:tabLst>
            </a:pPr>
            <a:r>
              <a:rPr sz="2977" b="1" baseline="1157" dirty="0">
                <a:solidFill>
                  <a:srgbClr val="7E7E7E"/>
                </a:solidFill>
                <a:latin typeface="Calibri"/>
                <a:cs typeface="Calibri"/>
              </a:rPr>
              <a:t>0	</a:t>
            </a:r>
            <a:r>
              <a:rPr sz="1985" b="1" dirty="0">
                <a:solidFill>
                  <a:srgbClr val="7E7E7E"/>
                </a:solidFill>
                <a:latin typeface="Calibri"/>
                <a:cs typeface="Calibri"/>
              </a:rPr>
              <a:t>0</a:t>
            </a:r>
            <a:endParaRPr sz="1985">
              <a:latin typeface="Calibri"/>
              <a:cs typeface="Calibri"/>
            </a:endParaRPr>
          </a:p>
        </p:txBody>
      </p:sp>
      <p:sp>
        <p:nvSpPr>
          <p:cNvPr id="130" name="object 130"/>
          <p:cNvSpPr txBox="1"/>
          <p:nvPr/>
        </p:nvSpPr>
        <p:spPr>
          <a:xfrm>
            <a:off x="1861183" y="1215598"/>
            <a:ext cx="403239" cy="316072"/>
          </a:xfrm>
          <a:prstGeom prst="rect">
            <a:avLst/>
          </a:prstGeom>
        </p:spPr>
        <p:txBody>
          <a:bodyPr vert="horz" wrap="square" lIns="0" tIns="10501" rIns="0" bIns="0" rtlCol="0">
            <a:spAutoFit/>
          </a:bodyPr>
          <a:lstStyle/>
          <a:p>
            <a:pPr marL="10502">
              <a:spcBef>
                <a:spcPts val="83"/>
              </a:spcBef>
            </a:pPr>
            <a:r>
              <a:rPr sz="1985" b="1" spc="-4" dirty="0">
                <a:solidFill>
                  <a:srgbClr val="0000FF"/>
                </a:solidFill>
                <a:latin typeface="Calibri"/>
                <a:cs typeface="Calibri"/>
              </a:rPr>
              <a:t>100</a:t>
            </a:r>
            <a:endParaRPr sz="1985">
              <a:latin typeface="Calibri"/>
              <a:cs typeface="Calibri"/>
            </a:endParaRPr>
          </a:p>
        </p:txBody>
      </p:sp>
      <p:sp>
        <p:nvSpPr>
          <p:cNvPr id="131" name="object 131"/>
          <p:cNvSpPr txBox="1"/>
          <p:nvPr/>
        </p:nvSpPr>
        <p:spPr>
          <a:xfrm>
            <a:off x="6148077" y="1599200"/>
            <a:ext cx="149114" cy="316072"/>
          </a:xfrm>
          <a:prstGeom prst="rect">
            <a:avLst/>
          </a:prstGeom>
        </p:spPr>
        <p:txBody>
          <a:bodyPr vert="horz" wrap="square" lIns="0" tIns="10501" rIns="0" bIns="0" rtlCol="0">
            <a:spAutoFit/>
          </a:bodyPr>
          <a:lstStyle/>
          <a:p>
            <a:pPr marL="10502">
              <a:spcBef>
                <a:spcPts val="83"/>
              </a:spcBef>
            </a:pPr>
            <a:r>
              <a:rPr sz="1985" b="1" dirty="0">
                <a:solidFill>
                  <a:srgbClr val="7E7E7E"/>
                </a:solidFill>
                <a:latin typeface="Calibri"/>
                <a:cs typeface="Calibri"/>
              </a:rPr>
              <a:t>0</a:t>
            </a:r>
            <a:endParaRPr sz="1985">
              <a:latin typeface="Calibri"/>
              <a:cs typeface="Calibri"/>
            </a:endParaRPr>
          </a:p>
        </p:txBody>
      </p:sp>
      <p:sp>
        <p:nvSpPr>
          <p:cNvPr id="132" name="object 132"/>
          <p:cNvSpPr txBox="1"/>
          <p:nvPr/>
        </p:nvSpPr>
        <p:spPr>
          <a:xfrm>
            <a:off x="6124449" y="2691725"/>
            <a:ext cx="149114" cy="316072"/>
          </a:xfrm>
          <a:prstGeom prst="rect">
            <a:avLst/>
          </a:prstGeom>
        </p:spPr>
        <p:txBody>
          <a:bodyPr vert="horz" wrap="square" lIns="0" tIns="10501" rIns="0" bIns="0" rtlCol="0">
            <a:spAutoFit/>
          </a:bodyPr>
          <a:lstStyle/>
          <a:p>
            <a:pPr marL="10502">
              <a:spcBef>
                <a:spcPts val="83"/>
              </a:spcBef>
            </a:pPr>
            <a:r>
              <a:rPr sz="1985" b="1" dirty="0">
                <a:solidFill>
                  <a:srgbClr val="7E7E7E"/>
                </a:solidFill>
                <a:latin typeface="Calibri"/>
                <a:cs typeface="Calibri"/>
              </a:rPr>
              <a:t>0</a:t>
            </a:r>
            <a:endParaRPr sz="1985">
              <a:latin typeface="Calibri"/>
              <a:cs typeface="Calibri"/>
            </a:endParaRPr>
          </a:p>
        </p:txBody>
      </p:sp>
      <p:sp>
        <p:nvSpPr>
          <p:cNvPr id="133" name="object 133"/>
          <p:cNvSpPr txBox="1"/>
          <p:nvPr/>
        </p:nvSpPr>
        <p:spPr>
          <a:xfrm>
            <a:off x="4885750" y="4714453"/>
            <a:ext cx="149114" cy="316072"/>
          </a:xfrm>
          <a:prstGeom prst="rect">
            <a:avLst/>
          </a:prstGeom>
        </p:spPr>
        <p:txBody>
          <a:bodyPr vert="horz" wrap="square" lIns="0" tIns="10501" rIns="0" bIns="0" rtlCol="0">
            <a:spAutoFit/>
          </a:bodyPr>
          <a:lstStyle/>
          <a:p>
            <a:pPr marL="10502">
              <a:spcBef>
                <a:spcPts val="83"/>
              </a:spcBef>
            </a:pPr>
            <a:r>
              <a:rPr sz="1985" b="1" dirty="0">
                <a:solidFill>
                  <a:srgbClr val="7E7E7E"/>
                </a:solidFill>
                <a:latin typeface="Calibri"/>
                <a:cs typeface="Calibri"/>
              </a:rPr>
              <a:t>0</a:t>
            </a:r>
            <a:endParaRPr sz="1985">
              <a:latin typeface="Calibri"/>
              <a:cs typeface="Calibri"/>
            </a:endParaRPr>
          </a:p>
        </p:txBody>
      </p:sp>
      <p:sp>
        <p:nvSpPr>
          <p:cNvPr id="134" name="object 134"/>
          <p:cNvSpPr txBox="1"/>
          <p:nvPr/>
        </p:nvSpPr>
        <p:spPr>
          <a:xfrm>
            <a:off x="1868996" y="70357"/>
            <a:ext cx="149114" cy="316072"/>
          </a:xfrm>
          <a:prstGeom prst="rect">
            <a:avLst/>
          </a:prstGeom>
        </p:spPr>
        <p:txBody>
          <a:bodyPr vert="horz" wrap="square" lIns="0" tIns="10501" rIns="0" bIns="0" rtlCol="0">
            <a:spAutoFit/>
          </a:bodyPr>
          <a:lstStyle/>
          <a:p>
            <a:pPr marL="10502">
              <a:spcBef>
                <a:spcPts val="83"/>
              </a:spcBef>
            </a:pPr>
            <a:r>
              <a:rPr sz="1985" b="1" dirty="0">
                <a:solidFill>
                  <a:srgbClr val="7E7E7E"/>
                </a:solidFill>
                <a:latin typeface="Calibri"/>
                <a:cs typeface="Calibri"/>
              </a:rPr>
              <a:t>0</a:t>
            </a:r>
            <a:endParaRPr sz="1985">
              <a:latin typeface="Calibri"/>
              <a:cs typeface="Calibri"/>
            </a:endParaRPr>
          </a:p>
        </p:txBody>
      </p:sp>
      <p:sp>
        <p:nvSpPr>
          <p:cNvPr id="135" name="object 135"/>
          <p:cNvSpPr txBox="1"/>
          <p:nvPr/>
        </p:nvSpPr>
        <p:spPr>
          <a:xfrm>
            <a:off x="1877312" y="615780"/>
            <a:ext cx="149114" cy="316072"/>
          </a:xfrm>
          <a:prstGeom prst="rect">
            <a:avLst/>
          </a:prstGeom>
        </p:spPr>
        <p:txBody>
          <a:bodyPr vert="horz" wrap="square" lIns="0" tIns="10501" rIns="0" bIns="0" rtlCol="0">
            <a:spAutoFit/>
          </a:bodyPr>
          <a:lstStyle/>
          <a:p>
            <a:pPr marL="10502">
              <a:spcBef>
                <a:spcPts val="83"/>
              </a:spcBef>
            </a:pPr>
            <a:r>
              <a:rPr sz="1985" b="1" dirty="0">
                <a:solidFill>
                  <a:srgbClr val="7E7E7E"/>
                </a:solidFill>
                <a:latin typeface="Calibri"/>
                <a:cs typeface="Calibri"/>
              </a:rPr>
              <a:t>0</a:t>
            </a:r>
            <a:endParaRPr sz="1985">
              <a:latin typeface="Calibri"/>
              <a:cs typeface="Calibri"/>
            </a:endParaRPr>
          </a:p>
        </p:txBody>
      </p:sp>
      <p:sp>
        <p:nvSpPr>
          <p:cNvPr id="136" name="object 136"/>
          <p:cNvSpPr txBox="1"/>
          <p:nvPr/>
        </p:nvSpPr>
        <p:spPr>
          <a:xfrm>
            <a:off x="1786836" y="2894605"/>
            <a:ext cx="403239" cy="316072"/>
          </a:xfrm>
          <a:prstGeom prst="rect">
            <a:avLst/>
          </a:prstGeom>
        </p:spPr>
        <p:txBody>
          <a:bodyPr vert="horz" wrap="square" lIns="0" tIns="10501" rIns="0" bIns="0" rtlCol="0">
            <a:spAutoFit/>
          </a:bodyPr>
          <a:lstStyle/>
          <a:p>
            <a:pPr marL="10502">
              <a:spcBef>
                <a:spcPts val="83"/>
              </a:spcBef>
            </a:pPr>
            <a:r>
              <a:rPr sz="1985" b="1" spc="-4" dirty="0">
                <a:solidFill>
                  <a:srgbClr val="0000FF"/>
                </a:solidFill>
                <a:latin typeface="Calibri"/>
                <a:cs typeface="Calibri"/>
              </a:rPr>
              <a:t>100</a:t>
            </a:r>
            <a:endParaRPr sz="1985">
              <a:latin typeface="Calibri"/>
              <a:cs typeface="Calibri"/>
            </a:endParaRPr>
          </a:p>
        </p:txBody>
      </p:sp>
      <p:sp>
        <p:nvSpPr>
          <p:cNvPr id="137" name="object 137"/>
          <p:cNvSpPr txBox="1"/>
          <p:nvPr/>
        </p:nvSpPr>
        <p:spPr>
          <a:xfrm>
            <a:off x="1833460" y="4110624"/>
            <a:ext cx="352834" cy="316072"/>
          </a:xfrm>
          <a:prstGeom prst="rect">
            <a:avLst/>
          </a:prstGeom>
        </p:spPr>
        <p:txBody>
          <a:bodyPr vert="horz" wrap="square" lIns="0" tIns="10501" rIns="0" bIns="0" rtlCol="0">
            <a:spAutoFit/>
          </a:bodyPr>
          <a:lstStyle/>
          <a:p>
            <a:pPr marL="10502">
              <a:spcBef>
                <a:spcPts val="83"/>
              </a:spcBef>
            </a:pPr>
            <a:r>
              <a:rPr sz="1985" b="1" spc="-4" dirty="0">
                <a:solidFill>
                  <a:srgbClr val="FF0000"/>
                </a:solidFill>
                <a:latin typeface="Calibri"/>
                <a:cs typeface="Calibri"/>
              </a:rPr>
              <a:t>-10</a:t>
            </a:r>
            <a:endParaRPr sz="1985">
              <a:latin typeface="Calibri"/>
              <a:cs typeface="Calibri"/>
            </a:endParaRPr>
          </a:p>
        </p:txBody>
      </p:sp>
      <p:sp>
        <p:nvSpPr>
          <p:cNvPr id="138" name="object 138"/>
          <p:cNvSpPr txBox="1"/>
          <p:nvPr/>
        </p:nvSpPr>
        <p:spPr>
          <a:xfrm>
            <a:off x="1845809" y="1744535"/>
            <a:ext cx="352834" cy="898330"/>
          </a:xfrm>
          <a:prstGeom prst="rect">
            <a:avLst/>
          </a:prstGeom>
        </p:spPr>
        <p:txBody>
          <a:bodyPr vert="horz" wrap="square" lIns="0" tIns="144914" rIns="0" bIns="0" rtlCol="0">
            <a:spAutoFit/>
          </a:bodyPr>
          <a:lstStyle/>
          <a:p>
            <a:pPr marL="10502">
              <a:spcBef>
                <a:spcPts val="1141"/>
              </a:spcBef>
            </a:pPr>
            <a:r>
              <a:rPr sz="1985" b="1" spc="-4" dirty="0">
                <a:solidFill>
                  <a:srgbClr val="FF0000"/>
                </a:solidFill>
                <a:latin typeface="Calibri"/>
                <a:cs typeface="Calibri"/>
              </a:rPr>
              <a:t>-10</a:t>
            </a:r>
            <a:endParaRPr sz="1985">
              <a:latin typeface="Calibri"/>
              <a:cs typeface="Calibri"/>
            </a:endParaRPr>
          </a:p>
          <a:p>
            <a:pPr marL="21528">
              <a:spcBef>
                <a:spcPts val="1058"/>
              </a:spcBef>
            </a:pPr>
            <a:r>
              <a:rPr sz="1985" b="1" dirty="0">
                <a:solidFill>
                  <a:srgbClr val="7E7E7E"/>
                </a:solidFill>
                <a:latin typeface="Calibri"/>
                <a:cs typeface="Calibri"/>
              </a:rPr>
              <a:t>0</a:t>
            </a:r>
            <a:endParaRPr sz="1985">
              <a:latin typeface="Calibri"/>
              <a:cs typeface="Calibri"/>
            </a:endParaRPr>
          </a:p>
        </p:txBody>
      </p:sp>
      <p:sp>
        <p:nvSpPr>
          <p:cNvPr id="139" name="object 139"/>
          <p:cNvSpPr txBox="1"/>
          <p:nvPr/>
        </p:nvSpPr>
        <p:spPr>
          <a:xfrm>
            <a:off x="1868996" y="3483357"/>
            <a:ext cx="149114" cy="316072"/>
          </a:xfrm>
          <a:prstGeom prst="rect">
            <a:avLst/>
          </a:prstGeom>
        </p:spPr>
        <p:txBody>
          <a:bodyPr vert="horz" wrap="square" lIns="0" tIns="10501" rIns="0" bIns="0" rtlCol="0">
            <a:spAutoFit/>
          </a:bodyPr>
          <a:lstStyle/>
          <a:p>
            <a:pPr marL="10502">
              <a:spcBef>
                <a:spcPts val="83"/>
              </a:spcBef>
            </a:pPr>
            <a:r>
              <a:rPr sz="1985" b="1" dirty="0">
                <a:solidFill>
                  <a:srgbClr val="7E7E7E"/>
                </a:solidFill>
                <a:latin typeface="Calibri"/>
                <a:cs typeface="Calibri"/>
              </a:rPr>
              <a:t>0</a:t>
            </a:r>
            <a:endParaRPr sz="1985">
              <a:latin typeface="Calibri"/>
              <a:cs typeface="Calibri"/>
            </a:endParaRPr>
          </a:p>
        </p:txBody>
      </p:sp>
      <p:sp>
        <p:nvSpPr>
          <p:cNvPr id="140" name="object 140"/>
          <p:cNvSpPr txBox="1"/>
          <p:nvPr/>
        </p:nvSpPr>
        <p:spPr>
          <a:xfrm>
            <a:off x="6006733" y="3229483"/>
            <a:ext cx="276177" cy="316072"/>
          </a:xfrm>
          <a:prstGeom prst="rect">
            <a:avLst/>
          </a:prstGeom>
        </p:spPr>
        <p:txBody>
          <a:bodyPr vert="horz" wrap="square" lIns="0" tIns="10501" rIns="0" bIns="0" rtlCol="0">
            <a:spAutoFit/>
          </a:bodyPr>
          <a:lstStyle/>
          <a:p>
            <a:pPr marL="10502">
              <a:spcBef>
                <a:spcPts val="83"/>
              </a:spcBef>
            </a:pPr>
            <a:r>
              <a:rPr sz="1985" b="1" spc="-4" dirty="0">
                <a:solidFill>
                  <a:srgbClr val="0000FF"/>
                </a:solidFill>
                <a:latin typeface="Calibri"/>
                <a:cs typeface="Calibri"/>
              </a:rPr>
              <a:t>10</a:t>
            </a:r>
            <a:endParaRPr sz="1985">
              <a:latin typeface="Calibri"/>
              <a:cs typeface="Calibri"/>
            </a:endParaRPr>
          </a:p>
        </p:txBody>
      </p:sp>
      <p:sp>
        <p:nvSpPr>
          <p:cNvPr id="141" name="object 141"/>
          <p:cNvSpPr txBox="1"/>
          <p:nvPr/>
        </p:nvSpPr>
        <p:spPr>
          <a:xfrm>
            <a:off x="5854993" y="2125405"/>
            <a:ext cx="403239" cy="316072"/>
          </a:xfrm>
          <a:prstGeom prst="rect">
            <a:avLst/>
          </a:prstGeom>
        </p:spPr>
        <p:txBody>
          <a:bodyPr vert="horz" wrap="square" lIns="0" tIns="10501" rIns="0" bIns="0" rtlCol="0">
            <a:spAutoFit/>
          </a:bodyPr>
          <a:lstStyle/>
          <a:p>
            <a:pPr marL="10502">
              <a:spcBef>
                <a:spcPts val="83"/>
              </a:spcBef>
            </a:pPr>
            <a:r>
              <a:rPr sz="1985" b="1" spc="-4" dirty="0">
                <a:solidFill>
                  <a:srgbClr val="0000FF"/>
                </a:solidFill>
                <a:latin typeface="Calibri"/>
                <a:cs typeface="Calibri"/>
              </a:rPr>
              <a:t>100</a:t>
            </a:r>
            <a:endParaRPr sz="1985">
              <a:latin typeface="Calibri"/>
              <a:cs typeface="Calibri"/>
            </a:endParaRPr>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1" name="bg object 16">
            <a:extLst>
              <a:ext uri="{FF2B5EF4-FFF2-40B4-BE49-F238E27FC236}">
                <a16:creationId xmlns:a16="http://schemas.microsoft.com/office/drawing/2014/main" id="{235FBA1A-1A2F-464A-BFAD-52D53D78F734}"/>
              </a:ext>
            </a:extLst>
          </p:cNvPr>
          <p:cNvPicPr/>
          <p:nvPr/>
        </p:nvPicPr>
        <p:blipFill>
          <a:blip r:embed="rId2" cstate="print"/>
          <a:stretch>
            <a:fillRect/>
          </a:stretch>
        </p:blipFill>
        <p:spPr>
          <a:xfrm>
            <a:off x="2603971" y="381883"/>
            <a:ext cx="2998159" cy="4065508"/>
          </a:xfrm>
          <a:prstGeom prst="rect">
            <a:avLst/>
          </a:prstGeom>
        </p:spPr>
      </p:pic>
      <p:sp>
        <p:nvSpPr>
          <p:cNvPr id="2" name="object 2"/>
          <p:cNvSpPr txBox="1"/>
          <p:nvPr/>
        </p:nvSpPr>
        <p:spPr>
          <a:xfrm>
            <a:off x="5647598" y="4300651"/>
            <a:ext cx="155415" cy="316072"/>
          </a:xfrm>
          <a:prstGeom prst="rect">
            <a:avLst/>
          </a:prstGeom>
        </p:spPr>
        <p:txBody>
          <a:bodyPr vert="horz" wrap="square" lIns="0" tIns="10501" rIns="0" bIns="0" rtlCol="0">
            <a:spAutoFit/>
          </a:bodyPr>
          <a:lstStyle/>
          <a:p>
            <a:pPr marL="10502">
              <a:spcBef>
                <a:spcPts val="83"/>
              </a:spcBef>
            </a:pPr>
            <a:r>
              <a:rPr sz="1985" dirty="0">
                <a:latin typeface="Cambria Math"/>
                <a:cs typeface="Cambria Math"/>
              </a:rPr>
              <a:t>𝑥</a:t>
            </a:r>
            <a:endParaRPr sz="1985">
              <a:latin typeface="Cambria Math"/>
              <a:cs typeface="Cambria Math"/>
            </a:endParaRPr>
          </a:p>
        </p:txBody>
      </p:sp>
      <p:sp>
        <p:nvSpPr>
          <p:cNvPr id="3" name="object 3"/>
          <p:cNvSpPr txBox="1"/>
          <p:nvPr/>
        </p:nvSpPr>
        <p:spPr>
          <a:xfrm>
            <a:off x="5772350" y="4420361"/>
            <a:ext cx="128112" cy="233823"/>
          </a:xfrm>
          <a:prstGeom prst="rect">
            <a:avLst/>
          </a:prstGeom>
        </p:spPr>
        <p:txBody>
          <a:bodyPr vert="horz" wrap="square" lIns="0" tIns="11026" rIns="0" bIns="0" rtlCol="0">
            <a:spAutoFit/>
          </a:bodyPr>
          <a:lstStyle/>
          <a:p>
            <a:pPr marL="10502">
              <a:spcBef>
                <a:spcPts val="87"/>
              </a:spcBef>
            </a:pPr>
            <a:r>
              <a:rPr sz="1447" spc="37" dirty="0">
                <a:latin typeface="Cambria Math"/>
                <a:cs typeface="Cambria Math"/>
              </a:rPr>
              <a:t>1</a:t>
            </a:r>
            <a:endParaRPr sz="1447">
              <a:latin typeface="Cambria Math"/>
              <a:cs typeface="Cambria Math"/>
            </a:endParaRPr>
          </a:p>
        </p:txBody>
      </p:sp>
      <p:sp>
        <p:nvSpPr>
          <p:cNvPr id="4" name="object 4"/>
          <p:cNvSpPr txBox="1"/>
          <p:nvPr/>
        </p:nvSpPr>
        <p:spPr>
          <a:xfrm>
            <a:off x="5626596" y="4573547"/>
            <a:ext cx="307680" cy="773769"/>
          </a:xfrm>
          <a:prstGeom prst="rect">
            <a:avLst/>
          </a:prstGeom>
        </p:spPr>
        <p:txBody>
          <a:bodyPr vert="horz" wrap="square" lIns="0" tIns="85058" rIns="0" bIns="0" rtlCol="0">
            <a:spAutoFit/>
          </a:bodyPr>
          <a:lstStyle/>
          <a:p>
            <a:pPr marL="31505">
              <a:spcBef>
                <a:spcPts val="670"/>
              </a:spcBef>
            </a:pPr>
            <a:r>
              <a:rPr sz="1985" spc="4" dirty="0">
                <a:latin typeface="Cambria Math"/>
                <a:cs typeface="Cambria Math"/>
              </a:rPr>
              <a:t>𝑥</a:t>
            </a:r>
            <a:r>
              <a:rPr sz="2171" spc="6" baseline="-15873" dirty="0">
                <a:latin typeface="Cambria Math"/>
                <a:cs typeface="Cambria Math"/>
              </a:rPr>
              <a:t>2</a:t>
            </a:r>
            <a:endParaRPr sz="2171" baseline="-15873">
              <a:latin typeface="Cambria Math"/>
              <a:cs typeface="Cambria Math"/>
            </a:endParaRPr>
          </a:p>
          <a:p>
            <a:pPr marL="38331">
              <a:spcBef>
                <a:spcPts val="587"/>
              </a:spcBef>
            </a:pPr>
            <a:r>
              <a:rPr sz="1985" spc="4" dirty="0">
                <a:latin typeface="Cambria Math"/>
                <a:cs typeface="Cambria Math"/>
              </a:rPr>
              <a:t>𝑥</a:t>
            </a:r>
            <a:r>
              <a:rPr sz="2171" spc="6" baseline="-15873" dirty="0">
                <a:latin typeface="Cambria Math"/>
                <a:cs typeface="Cambria Math"/>
              </a:rPr>
              <a:t>3</a:t>
            </a:r>
            <a:endParaRPr sz="2171" baseline="-15873">
              <a:latin typeface="Cambria Math"/>
              <a:cs typeface="Cambria Math"/>
            </a:endParaRPr>
          </a:p>
        </p:txBody>
      </p:sp>
      <p:sp>
        <p:nvSpPr>
          <p:cNvPr id="5" name="object 5"/>
          <p:cNvSpPr txBox="1"/>
          <p:nvPr/>
        </p:nvSpPr>
        <p:spPr>
          <a:xfrm>
            <a:off x="5719217" y="507683"/>
            <a:ext cx="162241" cy="316072"/>
          </a:xfrm>
          <a:prstGeom prst="rect">
            <a:avLst/>
          </a:prstGeom>
        </p:spPr>
        <p:txBody>
          <a:bodyPr vert="horz" wrap="square" lIns="0" tIns="10501" rIns="0" bIns="0" rtlCol="0">
            <a:spAutoFit/>
          </a:bodyPr>
          <a:lstStyle/>
          <a:p>
            <a:pPr marL="10502">
              <a:spcBef>
                <a:spcPts val="83"/>
              </a:spcBef>
            </a:pPr>
            <a:r>
              <a:rPr sz="1985" dirty="0">
                <a:latin typeface="Cambria Math"/>
                <a:cs typeface="Cambria Math"/>
              </a:rPr>
              <a:t>𝑦</a:t>
            </a:r>
            <a:endParaRPr sz="1985">
              <a:latin typeface="Cambria Math"/>
              <a:cs typeface="Cambria Math"/>
            </a:endParaRPr>
          </a:p>
        </p:txBody>
      </p:sp>
      <p:pic>
        <p:nvPicPr>
          <p:cNvPr id="6" name="object 6"/>
          <p:cNvPicPr/>
          <p:nvPr/>
        </p:nvPicPr>
        <p:blipFill>
          <a:blip r:embed="rId3" cstate="print"/>
          <a:stretch>
            <a:fillRect/>
          </a:stretch>
        </p:blipFill>
        <p:spPr>
          <a:xfrm>
            <a:off x="6029835" y="4347422"/>
            <a:ext cx="370476" cy="992976"/>
          </a:xfrm>
          <a:prstGeom prst="rect">
            <a:avLst/>
          </a:prstGeom>
        </p:spPr>
      </p:pic>
      <p:sp>
        <p:nvSpPr>
          <p:cNvPr id="7" name="object 7"/>
          <p:cNvSpPr txBox="1"/>
          <p:nvPr/>
        </p:nvSpPr>
        <p:spPr>
          <a:xfrm>
            <a:off x="6029836" y="4347423"/>
            <a:ext cx="370685" cy="939202"/>
          </a:xfrm>
          <a:prstGeom prst="rect">
            <a:avLst/>
          </a:prstGeom>
          <a:ln w="6096">
            <a:solidFill>
              <a:srgbClr val="FFC000"/>
            </a:solidFill>
          </a:ln>
        </p:spPr>
        <p:txBody>
          <a:bodyPr vert="horz" wrap="square" lIns="0" tIns="22577" rIns="0" bIns="0" rtlCol="0">
            <a:spAutoFit/>
          </a:bodyPr>
          <a:lstStyle/>
          <a:p>
            <a:pPr marL="121294">
              <a:spcBef>
                <a:spcPts val="178"/>
              </a:spcBef>
            </a:pPr>
            <a:r>
              <a:rPr sz="1985" dirty="0">
                <a:latin typeface="Calibri"/>
                <a:cs typeface="Calibri"/>
              </a:rPr>
              <a:t>3</a:t>
            </a:r>
            <a:endParaRPr sz="1985">
              <a:latin typeface="Calibri"/>
              <a:cs typeface="Calibri"/>
            </a:endParaRPr>
          </a:p>
          <a:p>
            <a:pPr marL="121294">
              <a:spcBef>
                <a:spcPts val="4"/>
              </a:spcBef>
            </a:pPr>
            <a:r>
              <a:rPr sz="1985" dirty="0">
                <a:latin typeface="Calibri"/>
                <a:cs typeface="Calibri"/>
              </a:rPr>
              <a:t>1</a:t>
            </a:r>
            <a:endParaRPr sz="1985">
              <a:latin typeface="Calibri"/>
              <a:cs typeface="Calibri"/>
            </a:endParaRPr>
          </a:p>
          <a:p>
            <a:pPr marL="121294"/>
            <a:r>
              <a:rPr sz="1985" dirty="0">
                <a:latin typeface="Calibri"/>
                <a:cs typeface="Calibri"/>
              </a:rPr>
              <a:t>0</a:t>
            </a:r>
            <a:endParaRPr sz="1985">
              <a:latin typeface="Calibri"/>
              <a:cs typeface="Calibri"/>
            </a:endParaRPr>
          </a:p>
        </p:txBody>
      </p:sp>
      <p:grpSp>
        <p:nvGrpSpPr>
          <p:cNvPr id="8" name="object 8"/>
          <p:cNvGrpSpPr/>
          <p:nvPr/>
        </p:nvGrpSpPr>
        <p:grpSpPr>
          <a:xfrm>
            <a:off x="6038658" y="468766"/>
            <a:ext cx="375936" cy="385912"/>
            <a:chOff x="5777484" y="566927"/>
            <a:chExt cx="454659" cy="466725"/>
          </a:xfrm>
        </p:grpSpPr>
        <p:pic>
          <p:nvPicPr>
            <p:cNvPr id="9" name="object 9"/>
            <p:cNvPicPr/>
            <p:nvPr/>
          </p:nvPicPr>
          <p:blipFill>
            <a:blip r:embed="rId4" cstate="print"/>
            <a:stretch>
              <a:fillRect/>
            </a:stretch>
          </p:blipFill>
          <p:spPr>
            <a:xfrm>
              <a:off x="5780532" y="569975"/>
              <a:ext cx="448056" cy="460248"/>
            </a:xfrm>
            <a:prstGeom prst="rect">
              <a:avLst/>
            </a:prstGeom>
          </p:spPr>
        </p:pic>
        <p:sp>
          <p:nvSpPr>
            <p:cNvPr id="10" name="object 10"/>
            <p:cNvSpPr/>
            <p:nvPr/>
          </p:nvSpPr>
          <p:spPr>
            <a:xfrm>
              <a:off x="5780532" y="569975"/>
              <a:ext cx="448309" cy="460375"/>
            </a:xfrm>
            <a:custGeom>
              <a:avLst/>
              <a:gdLst/>
              <a:ahLst/>
              <a:cxnLst/>
              <a:rect l="l" t="t" r="r" b="b"/>
              <a:pathLst>
                <a:path w="448310" h="460375">
                  <a:moveTo>
                    <a:pt x="0" y="460248"/>
                  </a:moveTo>
                  <a:lnTo>
                    <a:pt x="448056" y="460248"/>
                  </a:lnTo>
                  <a:lnTo>
                    <a:pt x="448056" y="0"/>
                  </a:lnTo>
                  <a:lnTo>
                    <a:pt x="0" y="0"/>
                  </a:lnTo>
                  <a:lnTo>
                    <a:pt x="0" y="460248"/>
                  </a:lnTo>
                  <a:close/>
                </a:path>
              </a:pathLst>
            </a:custGeom>
            <a:ln w="6096">
              <a:solidFill>
                <a:srgbClr val="EC7C30"/>
              </a:solidFill>
            </a:ln>
          </p:spPr>
          <p:txBody>
            <a:bodyPr wrap="square" lIns="0" tIns="0" rIns="0" bIns="0" rtlCol="0"/>
            <a:lstStyle/>
            <a:p>
              <a:endParaRPr sz="1488"/>
            </a:p>
          </p:txBody>
        </p:sp>
      </p:grpSp>
      <p:pic>
        <p:nvPicPr>
          <p:cNvPr id="11" name="object 11"/>
          <p:cNvPicPr/>
          <p:nvPr/>
        </p:nvPicPr>
        <p:blipFill>
          <a:blip r:embed="rId5" cstate="print"/>
          <a:stretch>
            <a:fillRect/>
          </a:stretch>
        </p:blipFill>
        <p:spPr>
          <a:xfrm>
            <a:off x="6629654" y="4344902"/>
            <a:ext cx="370476" cy="991716"/>
          </a:xfrm>
          <a:prstGeom prst="rect">
            <a:avLst/>
          </a:prstGeom>
        </p:spPr>
      </p:pic>
      <p:pic>
        <p:nvPicPr>
          <p:cNvPr id="12" name="object 12"/>
          <p:cNvPicPr/>
          <p:nvPr/>
        </p:nvPicPr>
        <p:blipFill>
          <a:blip r:embed="rId6" cstate="print"/>
          <a:stretch>
            <a:fillRect/>
          </a:stretch>
        </p:blipFill>
        <p:spPr>
          <a:xfrm>
            <a:off x="8190945" y="4333559"/>
            <a:ext cx="514130" cy="1102607"/>
          </a:xfrm>
          <a:prstGeom prst="rect">
            <a:avLst/>
          </a:prstGeom>
        </p:spPr>
      </p:pic>
      <p:sp>
        <p:nvSpPr>
          <p:cNvPr id="13" name="object 13"/>
          <p:cNvSpPr txBox="1"/>
          <p:nvPr/>
        </p:nvSpPr>
        <p:spPr>
          <a:xfrm>
            <a:off x="6629655" y="4344902"/>
            <a:ext cx="370685" cy="938672"/>
          </a:xfrm>
          <a:prstGeom prst="rect">
            <a:avLst/>
          </a:prstGeom>
          <a:ln w="6096">
            <a:solidFill>
              <a:srgbClr val="FFC000"/>
            </a:solidFill>
          </a:ln>
        </p:spPr>
        <p:txBody>
          <a:bodyPr vert="horz" wrap="square" lIns="0" tIns="22052" rIns="0" bIns="0" rtlCol="0">
            <a:spAutoFit/>
          </a:bodyPr>
          <a:lstStyle/>
          <a:p>
            <a:pPr marL="121819">
              <a:spcBef>
                <a:spcPts val="174"/>
              </a:spcBef>
            </a:pPr>
            <a:r>
              <a:rPr sz="1985" dirty="0">
                <a:latin typeface="Calibri"/>
                <a:cs typeface="Calibri"/>
              </a:rPr>
              <a:t>4</a:t>
            </a:r>
            <a:endParaRPr sz="1985">
              <a:latin typeface="Calibri"/>
              <a:cs typeface="Calibri"/>
            </a:endParaRPr>
          </a:p>
          <a:p>
            <a:pPr marL="121819"/>
            <a:r>
              <a:rPr sz="1985" dirty="0">
                <a:latin typeface="Calibri"/>
                <a:cs typeface="Calibri"/>
              </a:rPr>
              <a:t>1</a:t>
            </a:r>
            <a:endParaRPr sz="1985">
              <a:latin typeface="Calibri"/>
              <a:cs typeface="Calibri"/>
            </a:endParaRPr>
          </a:p>
          <a:p>
            <a:pPr marL="121819"/>
            <a:r>
              <a:rPr sz="1985" dirty="0">
                <a:latin typeface="Calibri"/>
                <a:cs typeface="Calibri"/>
              </a:rPr>
              <a:t>0</a:t>
            </a:r>
            <a:endParaRPr sz="1985">
              <a:latin typeface="Calibri"/>
              <a:cs typeface="Calibri"/>
            </a:endParaRPr>
          </a:p>
        </p:txBody>
      </p:sp>
      <p:grpSp>
        <p:nvGrpSpPr>
          <p:cNvPr id="14" name="object 14"/>
          <p:cNvGrpSpPr/>
          <p:nvPr/>
        </p:nvGrpSpPr>
        <p:grpSpPr>
          <a:xfrm>
            <a:off x="6606973" y="468766"/>
            <a:ext cx="375936" cy="386963"/>
            <a:chOff x="6464808" y="566927"/>
            <a:chExt cx="454659" cy="467995"/>
          </a:xfrm>
        </p:grpSpPr>
        <p:pic>
          <p:nvPicPr>
            <p:cNvPr id="15" name="object 15"/>
            <p:cNvPicPr/>
            <p:nvPr/>
          </p:nvPicPr>
          <p:blipFill>
            <a:blip r:embed="rId7" cstate="print"/>
            <a:stretch>
              <a:fillRect/>
            </a:stretch>
          </p:blipFill>
          <p:spPr>
            <a:xfrm>
              <a:off x="6467856" y="569975"/>
              <a:ext cx="448055" cy="461772"/>
            </a:xfrm>
            <a:prstGeom prst="rect">
              <a:avLst/>
            </a:prstGeom>
          </p:spPr>
        </p:pic>
        <p:sp>
          <p:nvSpPr>
            <p:cNvPr id="16" name="object 16"/>
            <p:cNvSpPr/>
            <p:nvPr/>
          </p:nvSpPr>
          <p:spPr>
            <a:xfrm>
              <a:off x="6467856" y="569975"/>
              <a:ext cx="448309" cy="462280"/>
            </a:xfrm>
            <a:custGeom>
              <a:avLst/>
              <a:gdLst/>
              <a:ahLst/>
              <a:cxnLst/>
              <a:rect l="l" t="t" r="r" b="b"/>
              <a:pathLst>
                <a:path w="448309" h="462280">
                  <a:moveTo>
                    <a:pt x="0" y="461772"/>
                  </a:moveTo>
                  <a:lnTo>
                    <a:pt x="448055" y="461772"/>
                  </a:lnTo>
                  <a:lnTo>
                    <a:pt x="448055" y="0"/>
                  </a:lnTo>
                  <a:lnTo>
                    <a:pt x="0" y="0"/>
                  </a:lnTo>
                  <a:lnTo>
                    <a:pt x="0" y="461772"/>
                  </a:lnTo>
                  <a:close/>
                </a:path>
              </a:pathLst>
            </a:custGeom>
            <a:ln w="6095">
              <a:solidFill>
                <a:srgbClr val="EC7C30"/>
              </a:solidFill>
            </a:ln>
          </p:spPr>
          <p:txBody>
            <a:bodyPr wrap="square" lIns="0" tIns="0" rIns="0" bIns="0" rtlCol="0"/>
            <a:lstStyle/>
            <a:p>
              <a:endParaRPr sz="1488"/>
            </a:p>
          </p:txBody>
        </p:sp>
      </p:grpSp>
      <p:sp>
        <p:nvSpPr>
          <p:cNvPr id="17" name="object 17"/>
          <p:cNvSpPr txBox="1"/>
          <p:nvPr/>
        </p:nvSpPr>
        <p:spPr>
          <a:xfrm>
            <a:off x="6152908" y="482166"/>
            <a:ext cx="716695" cy="316072"/>
          </a:xfrm>
          <a:prstGeom prst="rect">
            <a:avLst/>
          </a:prstGeom>
        </p:spPr>
        <p:txBody>
          <a:bodyPr vert="horz" wrap="square" lIns="0" tIns="10501" rIns="0" bIns="0" rtlCol="0">
            <a:spAutoFit/>
          </a:bodyPr>
          <a:lstStyle/>
          <a:p>
            <a:pPr marL="10502">
              <a:spcBef>
                <a:spcPts val="83"/>
              </a:spcBef>
              <a:tabLst>
                <a:tab pos="578115" algn="l"/>
              </a:tabLst>
            </a:pPr>
            <a:r>
              <a:rPr sz="1985" dirty="0">
                <a:latin typeface="Calibri"/>
                <a:cs typeface="Calibri"/>
              </a:rPr>
              <a:t>0	0</a:t>
            </a:r>
            <a:endParaRPr sz="1985">
              <a:latin typeface="Calibri"/>
              <a:cs typeface="Calibri"/>
            </a:endParaRPr>
          </a:p>
        </p:txBody>
      </p:sp>
      <p:pic>
        <p:nvPicPr>
          <p:cNvPr id="18" name="object 18"/>
          <p:cNvPicPr/>
          <p:nvPr/>
        </p:nvPicPr>
        <p:blipFill>
          <a:blip r:embed="rId8" cstate="print"/>
          <a:stretch>
            <a:fillRect/>
          </a:stretch>
        </p:blipFill>
        <p:spPr>
          <a:xfrm>
            <a:off x="7192930" y="4356242"/>
            <a:ext cx="370475" cy="991716"/>
          </a:xfrm>
          <a:prstGeom prst="rect">
            <a:avLst/>
          </a:prstGeom>
        </p:spPr>
      </p:pic>
      <p:sp>
        <p:nvSpPr>
          <p:cNvPr id="19" name="object 19"/>
          <p:cNvSpPr txBox="1"/>
          <p:nvPr/>
        </p:nvSpPr>
        <p:spPr>
          <a:xfrm>
            <a:off x="7192930" y="4356242"/>
            <a:ext cx="370685" cy="938672"/>
          </a:xfrm>
          <a:prstGeom prst="rect">
            <a:avLst/>
          </a:prstGeom>
          <a:ln w="6096">
            <a:solidFill>
              <a:srgbClr val="FFC000"/>
            </a:solidFill>
          </a:ln>
        </p:spPr>
        <p:txBody>
          <a:bodyPr vert="horz" wrap="square" lIns="0" tIns="22052" rIns="0" bIns="0" rtlCol="0">
            <a:spAutoFit/>
          </a:bodyPr>
          <a:lstStyle/>
          <a:p>
            <a:pPr marL="121819">
              <a:spcBef>
                <a:spcPts val="174"/>
              </a:spcBef>
            </a:pPr>
            <a:r>
              <a:rPr sz="1985" dirty="0">
                <a:latin typeface="Calibri"/>
                <a:cs typeface="Calibri"/>
              </a:rPr>
              <a:t>2</a:t>
            </a:r>
            <a:endParaRPr sz="1985">
              <a:latin typeface="Calibri"/>
              <a:cs typeface="Calibri"/>
            </a:endParaRPr>
          </a:p>
          <a:p>
            <a:pPr marL="121819"/>
            <a:r>
              <a:rPr sz="1985" dirty="0">
                <a:latin typeface="Calibri"/>
                <a:cs typeface="Calibri"/>
              </a:rPr>
              <a:t>0</a:t>
            </a:r>
            <a:endParaRPr sz="1985">
              <a:latin typeface="Calibri"/>
              <a:cs typeface="Calibri"/>
            </a:endParaRPr>
          </a:p>
          <a:p>
            <a:pPr marL="121819"/>
            <a:r>
              <a:rPr sz="1985" dirty="0">
                <a:latin typeface="Calibri"/>
                <a:cs typeface="Calibri"/>
              </a:rPr>
              <a:t>0</a:t>
            </a:r>
            <a:endParaRPr sz="1985">
              <a:latin typeface="Calibri"/>
              <a:cs typeface="Calibri"/>
            </a:endParaRPr>
          </a:p>
        </p:txBody>
      </p:sp>
      <p:grpSp>
        <p:nvGrpSpPr>
          <p:cNvPr id="20" name="object 20"/>
          <p:cNvGrpSpPr/>
          <p:nvPr/>
        </p:nvGrpSpPr>
        <p:grpSpPr>
          <a:xfrm>
            <a:off x="7155125" y="485148"/>
            <a:ext cx="375936" cy="386963"/>
            <a:chOff x="7127747" y="586740"/>
            <a:chExt cx="454659" cy="467995"/>
          </a:xfrm>
        </p:grpSpPr>
        <p:pic>
          <p:nvPicPr>
            <p:cNvPr id="21" name="object 21"/>
            <p:cNvPicPr/>
            <p:nvPr/>
          </p:nvPicPr>
          <p:blipFill>
            <a:blip r:embed="rId9" cstate="print"/>
            <a:stretch>
              <a:fillRect/>
            </a:stretch>
          </p:blipFill>
          <p:spPr>
            <a:xfrm>
              <a:off x="7130795" y="589788"/>
              <a:ext cx="448055" cy="461772"/>
            </a:xfrm>
            <a:prstGeom prst="rect">
              <a:avLst/>
            </a:prstGeom>
          </p:spPr>
        </p:pic>
        <p:sp>
          <p:nvSpPr>
            <p:cNvPr id="22" name="object 22"/>
            <p:cNvSpPr/>
            <p:nvPr/>
          </p:nvSpPr>
          <p:spPr>
            <a:xfrm>
              <a:off x="7130795" y="589788"/>
              <a:ext cx="448309" cy="462280"/>
            </a:xfrm>
            <a:custGeom>
              <a:avLst/>
              <a:gdLst/>
              <a:ahLst/>
              <a:cxnLst/>
              <a:rect l="l" t="t" r="r" b="b"/>
              <a:pathLst>
                <a:path w="448309" h="462280">
                  <a:moveTo>
                    <a:pt x="0" y="461772"/>
                  </a:moveTo>
                  <a:lnTo>
                    <a:pt x="448055" y="461772"/>
                  </a:lnTo>
                  <a:lnTo>
                    <a:pt x="448055" y="0"/>
                  </a:lnTo>
                  <a:lnTo>
                    <a:pt x="0" y="0"/>
                  </a:lnTo>
                  <a:lnTo>
                    <a:pt x="0" y="461772"/>
                  </a:lnTo>
                  <a:close/>
                </a:path>
              </a:pathLst>
            </a:custGeom>
            <a:ln w="6095">
              <a:solidFill>
                <a:srgbClr val="EC7C30"/>
              </a:solidFill>
            </a:ln>
          </p:spPr>
          <p:txBody>
            <a:bodyPr wrap="square" lIns="0" tIns="0" rIns="0" bIns="0" rtlCol="0"/>
            <a:lstStyle/>
            <a:p>
              <a:endParaRPr sz="1488"/>
            </a:p>
          </p:txBody>
        </p:sp>
      </p:grpSp>
      <p:sp>
        <p:nvSpPr>
          <p:cNvPr id="23" name="object 23"/>
          <p:cNvSpPr txBox="1"/>
          <p:nvPr/>
        </p:nvSpPr>
        <p:spPr>
          <a:xfrm>
            <a:off x="7268851" y="499323"/>
            <a:ext cx="149114" cy="316072"/>
          </a:xfrm>
          <a:prstGeom prst="rect">
            <a:avLst/>
          </a:prstGeom>
        </p:spPr>
        <p:txBody>
          <a:bodyPr vert="horz" wrap="square" lIns="0" tIns="10501" rIns="0" bIns="0" rtlCol="0">
            <a:spAutoFit/>
          </a:bodyPr>
          <a:lstStyle/>
          <a:p>
            <a:pPr marL="10502">
              <a:spcBef>
                <a:spcPts val="83"/>
              </a:spcBef>
            </a:pPr>
            <a:r>
              <a:rPr sz="1985" dirty="0">
                <a:latin typeface="Calibri"/>
                <a:cs typeface="Calibri"/>
              </a:rPr>
              <a:t>0</a:t>
            </a:r>
            <a:endParaRPr sz="1985">
              <a:latin typeface="Calibri"/>
              <a:cs typeface="Calibri"/>
            </a:endParaRPr>
          </a:p>
        </p:txBody>
      </p:sp>
      <p:pic>
        <p:nvPicPr>
          <p:cNvPr id="24" name="object 24"/>
          <p:cNvPicPr/>
          <p:nvPr/>
        </p:nvPicPr>
        <p:blipFill>
          <a:blip r:embed="rId8" cstate="print"/>
          <a:stretch>
            <a:fillRect/>
          </a:stretch>
        </p:blipFill>
        <p:spPr>
          <a:xfrm>
            <a:off x="7734782" y="4363803"/>
            <a:ext cx="370475" cy="991716"/>
          </a:xfrm>
          <a:prstGeom prst="rect">
            <a:avLst/>
          </a:prstGeom>
        </p:spPr>
      </p:pic>
      <p:sp>
        <p:nvSpPr>
          <p:cNvPr id="25" name="object 25"/>
          <p:cNvSpPr txBox="1"/>
          <p:nvPr/>
        </p:nvSpPr>
        <p:spPr>
          <a:xfrm>
            <a:off x="7734782" y="4363803"/>
            <a:ext cx="370685" cy="938672"/>
          </a:xfrm>
          <a:prstGeom prst="rect">
            <a:avLst/>
          </a:prstGeom>
          <a:ln w="6096">
            <a:solidFill>
              <a:srgbClr val="FFC000"/>
            </a:solidFill>
          </a:ln>
        </p:spPr>
        <p:txBody>
          <a:bodyPr vert="horz" wrap="square" lIns="0" tIns="22052" rIns="0" bIns="0" rtlCol="0">
            <a:spAutoFit/>
          </a:bodyPr>
          <a:lstStyle/>
          <a:p>
            <a:pPr marL="121294">
              <a:spcBef>
                <a:spcPts val="174"/>
              </a:spcBef>
            </a:pPr>
            <a:r>
              <a:rPr sz="1985" dirty="0">
                <a:latin typeface="Calibri"/>
                <a:cs typeface="Calibri"/>
              </a:rPr>
              <a:t>1</a:t>
            </a:r>
            <a:endParaRPr sz="1985">
              <a:latin typeface="Calibri"/>
              <a:cs typeface="Calibri"/>
            </a:endParaRPr>
          </a:p>
          <a:p>
            <a:pPr marL="121294"/>
            <a:r>
              <a:rPr sz="1985" dirty="0">
                <a:latin typeface="Calibri"/>
                <a:cs typeface="Calibri"/>
              </a:rPr>
              <a:t>0</a:t>
            </a:r>
            <a:endParaRPr sz="1985">
              <a:latin typeface="Calibri"/>
              <a:cs typeface="Calibri"/>
            </a:endParaRPr>
          </a:p>
          <a:p>
            <a:pPr marL="121294"/>
            <a:r>
              <a:rPr sz="1985" dirty="0">
                <a:latin typeface="Calibri"/>
                <a:cs typeface="Calibri"/>
              </a:rPr>
              <a:t>1</a:t>
            </a:r>
            <a:endParaRPr sz="1985">
              <a:latin typeface="Calibri"/>
              <a:cs typeface="Calibri"/>
            </a:endParaRPr>
          </a:p>
        </p:txBody>
      </p:sp>
      <p:grpSp>
        <p:nvGrpSpPr>
          <p:cNvPr id="26" name="object 26"/>
          <p:cNvGrpSpPr/>
          <p:nvPr/>
        </p:nvGrpSpPr>
        <p:grpSpPr>
          <a:xfrm>
            <a:off x="7701912" y="477481"/>
            <a:ext cx="376987" cy="387488"/>
            <a:chOff x="7789036" y="577469"/>
            <a:chExt cx="455930" cy="468630"/>
          </a:xfrm>
        </p:grpSpPr>
        <p:pic>
          <p:nvPicPr>
            <p:cNvPr id="27" name="object 27"/>
            <p:cNvPicPr/>
            <p:nvPr/>
          </p:nvPicPr>
          <p:blipFill>
            <a:blip r:embed="rId10" cstate="print"/>
            <a:stretch>
              <a:fillRect/>
            </a:stretch>
          </p:blipFill>
          <p:spPr>
            <a:xfrm>
              <a:off x="7792211" y="580644"/>
              <a:ext cx="449579" cy="461772"/>
            </a:xfrm>
            <a:prstGeom prst="rect">
              <a:avLst/>
            </a:prstGeom>
          </p:spPr>
        </p:pic>
        <p:sp>
          <p:nvSpPr>
            <p:cNvPr id="28" name="object 28"/>
            <p:cNvSpPr/>
            <p:nvPr/>
          </p:nvSpPr>
          <p:spPr>
            <a:xfrm>
              <a:off x="7792211" y="580644"/>
              <a:ext cx="449580" cy="462280"/>
            </a:xfrm>
            <a:custGeom>
              <a:avLst/>
              <a:gdLst/>
              <a:ahLst/>
              <a:cxnLst/>
              <a:rect l="l" t="t" r="r" b="b"/>
              <a:pathLst>
                <a:path w="449579" h="462280">
                  <a:moveTo>
                    <a:pt x="0" y="461772"/>
                  </a:moveTo>
                  <a:lnTo>
                    <a:pt x="449579" y="461772"/>
                  </a:lnTo>
                  <a:lnTo>
                    <a:pt x="449579" y="0"/>
                  </a:lnTo>
                  <a:lnTo>
                    <a:pt x="0" y="0"/>
                  </a:lnTo>
                  <a:lnTo>
                    <a:pt x="0" y="461772"/>
                  </a:lnTo>
                  <a:close/>
                </a:path>
              </a:pathLst>
            </a:custGeom>
            <a:ln w="6096">
              <a:solidFill>
                <a:srgbClr val="EC7C30"/>
              </a:solidFill>
            </a:ln>
          </p:spPr>
          <p:txBody>
            <a:bodyPr wrap="square" lIns="0" tIns="0" rIns="0" bIns="0" rtlCol="0"/>
            <a:lstStyle/>
            <a:p>
              <a:endParaRPr sz="1488"/>
            </a:p>
          </p:txBody>
        </p:sp>
      </p:grpSp>
      <p:sp>
        <p:nvSpPr>
          <p:cNvPr id="29" name="object 29"/>
          <p:cNvSpPr txBox="1"/>
          <p:nvPr/>
        </p:nvSpPr>
        <p:spPr>
          <a:xfrm>
            <a:off x="8269074" y="4363803"/>
            <a:ext cx="370685" cy="939202"/>
          </a:xfrm>
          <a:prstGeom prst="rect">
            <a:avLst/>
          </a:prstGeom>
          <a:ln w="6096">
            <a:solidFill>
              <a:srgbClr val="FFC000"/>
            </a:solidFill>
          </a:ln>
        </p:spPr>
        <p:txBody>
          <a:bodyPr vert="horz" wrap="square" lIns="0" tIns="22577" rIns="0" bIns="0" rtlCol="0">
            <a:spAutoFit/>
          </a:bodyPr>
          <a:lstStyle/>
          <a:p>
            <a:pPr marL="122344">
              <a:spcBef>
                <a:spcPts val="178"/>
              </a:spcBef>
            </a:pPr>
            <a:r>
              <a:rPr sz="1985" dirty="0">
                <a:latin typeface="Calibri"/>
                <a:cs typeface="Calibri"/>
              </a:rPr>
              <a:t>3</a:t>
            </a:r>
            <a:endParaRPr sz="1985">
              <a:latin typeface="Calibri"/>
              <a:cs typeface="Calibri"/>
            </a:endParaRPr>
          </a:p>
          <a:p>
            <a:pPr marL="84538"/>
            <a:r>
              <a:rPr sz="1985" spc="-4" dirty="0">
                <a:latin typeface="Calibri"/>
                <a:cs typeface="Calibri"/>
              </a:rPr>
              <a:t>-1</a:t>
            </a:r>
            <a:endParaRPr sz="1985">
              <a:latin typeface="Calibri"/>
              <a:cs typeface="Calibri"/>
            </a:endParaRPr>
          </a:p>
          <a:p>
            <a:pPr marL="122344"/>
            <a:r>
              <a:rPr sz="1985" dirty="0">
                <a:latin typeface="Calibri"/>
                <a:cs typeface="Calibri"/>
              </a:rPr>
              <a:t>0</a:t>
            </a:r>
            <a:endParaRPr sz="1985">
              <a:latin typeface="Calibri"/>
              <a:cs typeface="Calibri"/>
            </a:endParaRPr>
          </a:p>
        </p:txBody>
      </p:sp>
      <p:grpSp>
        <p:nvGrpSpPr>
          <p:cNvPr id="30" name="object 30"/>
          <p:cNvGrpSpPr/>
          <p:nvPr/>
        </p:nvGrpSpPr>
        <p:grpSpPr>
          <a:xfrm>
            <a:off x="8232531" y="477587"/>
            <a:ext cx="375936" cy="386963"/>
            <a:chOff x="8430768" y="577595"/>
            <a:chExt cx="454659" cy="467995"/>
          </a:xfrm>
        </p:grpSpPr>
        <p:pic>
          <p:nvPicPr>
            <p:cNvPr id="31" name="object 31"/>
            <p:cNvPicPr/>
            <p:nvPr/>
          </p:nvPicPr>
          <p:blipFill>
            <a:blip r:embed="rId11" cstate="print"/>
            <a:stretch>
              <a:fillRect/>
            </a:stretch>
          </p:blipFill>
          <p:spPr>
            <a:xfrm>
              <a:off x="8433816" y="580643"/>
              <a:ext cx="448055" cy="461772"/>
            </a:xfrm>
            <a:prstGeom prst="rect">
              <a:avLst/>
            </a:prstGeom>
          </p:spPr>
        </p:pic>
        <p:sp>
          <p:nvSpPr>
            <p:cNvPr id="32" name="object 32"/>
            <p:cNvSpPr/>
            <p:nvPr/>
          </p:nvSpPr>
          <p:spPr>
            <a:xfrm>
              <a:off x="8433816" y="580643"/>
              <a:ext cx="448309" cy="462280"/>
            </a:xfrm>
            <a:custGeom>
              <a:avLst/>
              <a:gdLst/>
              <a:ahLst/>
              <a:cxnLst/>
              <a:rect l="l" t="t" r="r" b="b"/>
              <a:pathLst>
                <a:path w="448309" h="462280">
                  <a:moveTo>
                    <a:pt x="0" y="461772"/>
                  </a:moveTo>
                  <a:lnTo>
                    <a:pt x="448055" y="461772"/>
                  </a:lnTo>
                  <a:lnTo>
                    <a:pt x="448055" y="0"/>
                  </a:lnTo>
                  <a:lnTo>
                    <a:pt x="0" y="0"/>
                  </a:lnTo>
                  <a:lnTo>
                    <a:pt x="0" y="461772"/>
                  </a:lnTo>
                  <a:close/>
                </a:path>
              </a:pathLst>
            </a:custGeom>
            <a:ln w="6095">
              <a:solidFill>
                <a:srgbClr val="EC7C30"/>
              </a:solidFill>
            </a:ln>
          </p:spPr>
          <p:txBody>
            <a:bodyPr wrap="square" lIns="0" tIns="0" rIns="0" bIns="0" rtlCol="0"/>
            <a:lstStyle/>
            <a:p>
              <a:endParaRPr sz="1488"/>
            </a:p>
          </p:txBody>
        </p:sp>
      </p:grpSp>
      <p:sp>
        <p:nvSpPr>
          <p:cNvPr id="33" name="object 33"/>
          <p:cNvSpPr txBox="1"/>
          <p:nvPr/>
        </p:nvSpPr>
        <p:spPr>
          <a:xfrm>
            <a:off x="7817005" y="490817"/>
            <a:ext cx="678891" cy="316072"/>
          </a:xfrm>
          <a:prstGeom prst="rect">
            <a:avLst/>
          </a:prstGeom>
        </p:spPr>
        <p:txBody>
          <a:bodyPr vert="horz" wrap="square" lIns="0" tIns="10501" rIns="0" bIns="0" rtlCol="0">
            <a:spAutoFit/>
          </a:bodyPr>
          <a:lstStyle/>
          <a:p>
            <a:pPr marL="10502">
              <a:spcBef>
                <a:spcPts val="83"/>
              </a:spcBef>
              <a:tabLst>
                <a:tab pos="539784" algn="l"/>
              </a:tabLst>
            </a:pPr>
            <a:r>
              <a:rPr sz="1985" dirty="0">
                <a:latin typeface="Calibri"/>
                <a:cs typeface="Calibri"/>
              </a:rPr>
              <a:t>7	0</a:t>
            </a:r>
            <a:endParaRPr sz="1985">
              <a:latin typeface="Calibri"/>
              <a:cs typeface="Calibri"/>
            </a:endParaRPr>
          </a:p>
        </p:txBody>
      </p:sp>
      <p:sp>
        <p:nvSpPr>
          <p:cNvPr id="34" name="object 34"/>
          <p:cNvSpPr/>
          <p:nvPr/>
        </p:nvSpPr>
        <p:spPr>
          <a:xfrm>
            <a:off x="6092211" y="4698366"/>
            <a:ext cx="263576" cy="289828"/>
          </a:xfrm>
          <a:custGeom>
            <a:avLst/>
            <a:gdLst/>
            <a:ahLst/>
            <a:cxnLst/>
            <a:rect l="l" t="t" r="r" b="b"/>
            <a:pathLst>
              <a:path w="318770" h="350520">
                <a:moveTo>
                  <a:pt x="0" y="350520"/>
                </a:moveTo>
                <a:lnTo>
                  <a:pt x="318515" y="350520"/>
                </a:lnTo>
                <a:lnTo>
                  <a:pt x="318515" y="0"/>
                </a:lnTo>
                <a:lnTo>
                  <a:pt x="0" y="0"/>
                </a:lnTo>
                <a:lnTo>
                  <a:pt x="0" y="350520"/>
                </a:lnTo>
                <a:close/>
              </a:path>
            </a:pathLst>
          </a:custGeom>
          <a:ln w="38100">
            <a:solidFill>
              <a:srgbClr val="0000FF"/>
            </a:solidFill>
          </a:ln>
        </p:spPr>
        <p:txBody>
          <a:bodyPr wrap="square" lIns="0" tIns="0" rIns="0" bIns="0" rtlCol="0"/>
          <a:lstStyle/>
          <a:p>
            <a:endParaRPr sz="1488"/>
          </a:p>
        </p:txBody>
      </p:sp>
      <p:sp>
        <p:nvSpPr>
          <p:cNvPr id="35" name="object 35"/>
          <p:cNvSpPr/>
          <p:nvPr/>
        </p:nvSpPr>
        <p:spPr>
          <a:xfrm>
            <a:off x="6683208" y="4694585"/>
            <a:ext cx="264626" cy="289828"/>
          </a:xfrm>
          <a:custGeom>
            <a:avLst/>
            <a:gdLst/>
            <a:ahLst/>
            <a:cxnLst/>
            <a:rect l="l" t="t" r="r" b="b"/>
            <a:pathLst>
              <a:path w="320040" h="350520">
                <a:moveTo>
                  <a:pt x="0" y="350519"/>
                </a:moveTo>
                <a:lnTo>
                  <a:pt x="320040" y="350519"/>
                </a:lnTo>
                <a:lnTo>
                  <a:pt x="320040" y="0"/>
                </a:lnTo>
                <a:lnTo>
                  <a:pt x="0" y="0"/>
                </a:lnTo>
                <a:lnTo>
                  <a:pt x="0" y="350519"/>
                </a:lnTo>
                <a:close/>
              </a:path>
            </a:pathLst>
          </a:custGeom>
          <a:ln w="38099">
            <a:solidFill>
              <a:srgbClr val="0000FF"/>
            </a:solidFill>
          </a:ln>
        </p:spPr>
        <p:txBody>
          <a:bodyPr wrap="square" lIns="0" tIns="0" rIns="0" bIns="0" rtlCol="0"/>
          <a:lstStyle/>
          <a:p>
            <a:endParaRPr sz="1488"/>
          </a:p>
        </p:txBody>
      </p:sp>
      <p:sp>
        <p:nvSpPr>
          <p:cNvPr id="36" name="object 36"/>
          <p:cNvSpPr/>
          <p:nvPr/>
        </p:nvSpPr>
        <p:spPr>
          <a:xfrm>
            <a:off x="7788335" y="5028517"/>
            <a:ext cx="263576" cy="289828"/>
          </a:xfrm>
          <a:custGeom>
            <a:avLst/>
            <a:gdLst/>
            <a:ahLst/>
            <a:cxnLst/>
            <a:rect l="l" t="t" r="r" b="b"/>
            <a:pathLst>
              <a:path w="318770" h="350520">
                <a:moveTo>
                  <a:pt x="0" y="350519"/>
                </a:moveTo>
                <a:lnTo>
                  <a:pt x="318516" y="350519"/>
                </a:lnTo>
                <a:lnTo>
                  <a:pt x="318516" y="0"/>
                </a:lnTo>
                <a:lnTo>
                  <a:pt x="0" y="0"/>
                </a:lnTo>
                <a:lnTo>
                  <a:pt x="0" y="350519"/>
                </a:lnTo>
                <a:close/>
              </a:path>
            </a:pathLst>
          </a:custGeom>
          <a:ln w="38100">
            <a:solidFill>
              <a:srgbClr val="00AF50"/>
            </a:solidFill>
          </a:ln>
        </p:spPr>
        <p:txBody>
          <a:bodyPr wrap="square" lIns="0" tIns="0" rIns="0" bIns="0" rtlCol="0"/>
          <a:lstStyle/>
          <a:p>
            <a:endParaRPr sz="1488"/>
          </a:p>
        </p:txBody>
      </p:sp>
      <p:sp>
        <p:nvSpPr>
          <p:cNvPr id="37" name="object 37"/>
          <p:cNvSpPr/>
          <p:nvPr/>
        </p:nvSpPr>
        <p:spPr>
          <a:xfrm>
            <a:off x="7759353" y="523581"/>
            <a:ext cx="263576" cy="289828"/>
          </a:xfrm>
          <a:custGeom>
            <a:avLst/>
            <a:gdLst/>
            <a:ahLst/>
            <a:cxnLst/>
            <a:rect l="l" t="t" r="r" b="b"/>
            <a:pathLst>
              <a:path w="318770" h="350519">
                <a:moveTo>
                  <a:pt x="0" y="350520"/>
                </a:moveTo>
                <a:lnTo>
                  <a:pt x="318516" y="350520"/>
                </a:lnTo>
                <a:lnTo>
                  <a:pt x="318516" y="0"/>
                </a:lnTo>
                <a:lnTo>
                  <a:pt x="0" y="0"/>
                </a:lnTo>
                <a:lnTo>
                  <a:pt x="0" y="350520"/>
                </a:lnTo>
                <a:close/>
              </a:path>
            </a:pathLst>
          </a:custGeom>
          <a:ln w="38100">
            <a:solidFill>
              <a:srgbClr val="FF0000"/>
            </a:solidFill>
          </a:ln>
        </p:spPr>
        <p:txBody>
          <a:bodyPr wrap="square" lIns="0" tIns="0" rIns="0" bIns="0" rtlCol="0"/>
          <a:lstStyle/>
          <a:p>
            <a:endParaRPr sz="1488"/>
          </a:p>
        </p:txBody>
      </p:sp>
      <p:sp>
        <p:nvSpPr>
          <p:cNvPr id="38" name="object 38"/>
          <p:cNvSpPr/>
          <p:nvPr/>
        </p:nvSpPr>
        <p:spPr>
          <a:xfrm>
            <a:off x="8328929" y="4719787"/>
            <a:ext cx="263576" cy="289828"/>
          </a:xfrm>
          <a:custGeom>
            <a:avLst/>
            <a:gdLst/>
            <a:ahLst/>
            <a:cxnLst/>
            <a:rect l="l" t="t" r="r" b="b"/>
            <a:pathLst>
              <a:path w="318770" h="350520">
                <a:moveTo>
                  <a:pt x="0" y="350519"/>
                </a:moveTo>
                <a:lnTo>
                  <a:pt x="318516" y="350519"/>
                </a:lnTo>
                <a:lnTo>
                  <a:pt x="318516" y="0"/>
                </a:lnTo>
                <a:lnTo>
                  <a:pt x="0" y="0"/>
                </a:lnTo>
                <a:lnTo>
                  <a:pt x="0" y="350519"/>
                </a:lnTo>
                <a:close/>
              </a:path>
            </a:pathLst>
          </a:custGeom>
          <a:ln w="38099">
            <a:solidFill>
              <a:srgbClr val="0000FF"/>
            </a:solidFill>
          </a:ln>
        </p:spPr>
        <p:txBody>
          <a:bodyPr wrap="square" lIns="0" tIns="0" rIns="0" bIns="0" rtlCol="0"/>
          <a:lstStyle/>
          <a:p>
            <a:endParaRPr sz="1488"/>
          </a:p>
        </p:txBody>
      </p:sp>
      <p:sp>
        <p:nvSpPr>
          <p:cNvPr id="39" name="object 39"/>
          <p:cNvSpPr txBox="1"/>
          <p:nvPr/>
        </p:nvSpPr>
        <p:spPr>
          <a:xfrm>
            <a:off x="3975941" y="4203138"/>
            <a:ext cx="147014" cy="316072"/>
          </a:xfrm>
          <a:prstGeom prst="rect">
            <a:avLst/>
          </a:prstGeom>
        </p:spPr>
        <p:txBody>
          <a:bodyPr vert="horz" wrap="square" lIns="0" tIns="10501" rIns="0" bIns="0" rtlCol="0">
            <a:spAutoFit/>
          </a:bodyPr>
          <a:lstStyle/>
          <a:p>
            <a:pPr marL="10502">
              <a:spcBef>
                <a:spcPts val="83"/>
              </a:spcBef>
            </a:pPr>
            <a:r>
              <a:rPr sz="1985" dirty="0">
                <a:latin typeface="Calibri"/>
                <a:cs typeface="Calibri"/>
              </a:rPr>
              <a:t>+</a:t>
            </a:r>
            <a:endParaRPr sz="1985">
              <a:latin typeface="Calibri"/>
              <a:cs typeface="Calibri"/>
            </a:endParaRPr>
          </a:p>
        </p:txBody>
      </p:sp>
      <p:grpSp>
        <p:nvGrpSpPr>
          <p:cNvPr id="40" name="object 40"/>
          <p:cNvGrpSpPr/>
          <p:nvPr/>
        </p:nvGrpSpPr>
        <p:grpSpPr>
          <a:xfrm>
            <a:off x="2380417" y="3051911"/>
            <a:ext cx="262525" cy="232073"/>
            <a:chOff x="1353185" y="3691001"/>
            <a:chExt cx="317500" cy="280670"/>
          </a:xfrm>
        </p:grpSpPr>
        <p:pic>
          <p:nvPicPr>
            <p:cNvPr id="41" name="object 41"/>
            <p:cNvPicPr/>
            <p:nvPr/>
          </p:nvPicPr>
          <p:blipFill>
            <a:blip r:embed="rId12" cstate="print"/>
            <a:stretch>
              <a:fillRect/>
            </a:stretch>
          </p:blipFill>
          <p:spPr>
            <a:xfrm>
              <a:off x="1356360" y="3694176"/>
              <a:ext cx="310896" cy="274319"/>
            </a:xfrm>
            <a:prstGeom prst="rect">
              <a:avLst/>
            </a:prstGeom>
          </p:spPr>
        </p:pic>
        <p:sp>
          <p:nvSpPr>
            <p:cNvPr id="42" name="object 42"/>
            <p:cNvSpPr/>
            <p:nvPr/>
          </p:nvSpPr>
          <p:spPr>
            <a:xfrm>
              <a:off x="1356360" y="3694176"/>
              <a:ext cx="311150" cy="274320"/>
            </a:xfrm>
            <a:custGeom>
              <a:avLst/>
              <a:gdLst/>
              <a:ahLst/>
              <a:cxnLst/>
              <a:rect l="l" t="t" r="r" b="b"/>
              <a:pathLst>
                <a:path w="311150" h="274320">
                  <a:moveTo>
                    <a:pt x="0" y="274319"/>
                  </a:moveTo>
                  <a:lnTo>
                    <a:pt x="310896" y="274319"/>
                  </a:lnTo>
                  <a:lnTo>
                    <a:pt x="310896" y="0"/>
                  </a:lnTo>
                  <a:lnTo>
                    <a:pt x="0" y="0"/>
                  </a:lnTo>
                  <a:lnTo>
                    <a:pt x="0" y="274319"/>
                  </a:lnTo>
                  <a:close/>
                </a:path>
              </a:pathLst>
            </a:custGeom>
            <a:ln w="6096">
              <a:solidFill>
                <a:srgbClr val="A4A4A4"/>
              </a:solidFill>
            </a:ln>
          </p:spPr>
          <p:txBody>
            <a:bodyPr wrap="square" lIns="0" tIns="0" rIns="0" bIns="0" rtlCol="0"/>
            <a:lstStyle/>
            <a:p>
              <a:endParaRPr sz="1488"/>
            </a:p>
          </p:txBody>
        </p:sp>
      </p:grpSp>
      <p:sp>
        <p:nvSpPr>
          <p:cNvPr id="43" name="object 43"/>
          <p:cNvSpPr txBox="1"/>
          <p:nvPr/>
        </p:nvSpPr>
        <p:spPr>
          <a:xfrm>
            <a:off x="2438068" y="2988799"/>
            <a:ext cx="147014" cy="316072"/>
          </a:xfrm>
          <a:prstGeom prst="rect">
            <a:avLst/>
          </a:prstGeom>
        </p:spPr>
        <p:txBody>
          <a:bodyPr vert="horz" wrap="square" lIns="0" tIns="10501" rIns="0" bIns="0" rtlCol="0">
            <a:spAutoFit/>
          </a:bodyPr>
          <a:lstStyle/>
          <a:p>
            <a:pPr marL="10502">
              <a:spcBef>
                <a:spcPts val="83"/>
              </a:spcBef>
            </a:pPr>
            <a:r>
              <a:rPr sz="1985" dirty="0">
                <a:latin typeface="Calibri"/>
                <a:cs typeface="Calibri"/>
              </a:rPr>
              <a:t>+</a:t>
            </a:r>
            <a:endParaRPr sz="1985">
              <a:latin typeface="Calibri"/>
              <a:cs typeface="Calibri"/>
            </a:endParaRPr>
          </a:p>
        </p:txBody>
      </p:sp>
      <p:grpSp>
        <p:nvGrpSpPr>
          <p:cNvPr id="44" name="object 44"/>
          <p:cNvGrpSpPr/>
          <p:nvPr/>
        </p:nvGrpSpPr>
        <p:grpSpPr>
          <a:xfrm>
            <a:off x="2374116" y="796292"/>
            <a:ext cx="262525" cy="231022"/>
            <a:chOff x="1345564" y="963041"/>
            <a:chExt cx="317500" cy="279400"/>
          </a:xfrm>
        </p:grpSpPr>
        <p:pic>
          <p:nvPicPr>
            <p:cNvPr id="45" name="object 45"/>
            <p:cNvPicPr/>
            <p:nvPr/>
          </p:nvPicPr>
          <p:blipFill>
            <a:blip r:embed="rId13" cstate="print"/>
            <a:stretch>
              <a:fillRect/>
            </a:stretch>
          </p:blipFill>
          <p:spPr>
            <a:xfrm>
              <a:off x="1348739" y="966216"/>
              <a:ext cx="310896" cy="272796"/>
            </a:xfrm>
            <a:prstGeom prst="rect">
              <a:avLst/>
            </a:prstGeom>
          </p:spPr>
        </p:pic>
        <p:sp>
          <p:nvSpPr>
            <p:cNvPr id="46" name="object 46"/>
            <p:cNvSpPr/>
            <p:nvPr/>
          </p:nvSpPr>
          <p:spPr>
            <a:xfrm>
              <a:off x="1348739" y="966216"/>
              <a:ext cx="311150" cy="273050"/>
            </a:xfrm>
            <a:custGeom>
              <a:avLst/>
              <a:gdLst/>
              <a:ahLst/>
              <a:cxnLst/>
              <a:rect l="l" t="t" r="r" b="b"/>
              <a:pathLst>
                <a:path w="311150" h="273050">
                  <a:moveTo>
                    <a:pt x="0" y="272796"/>
                  </a:moveTo>
                  <a:lnTo>
                    <a:pt x="310896" y="272796"/>
                  </a:lnTo>
                  <a:lnTo>
                    <a:pt x="310896" y="0"/>
                  </a:lnTo>
                  <a:lnTo>
                    <a:pt x="0" y="0"/>
                  </a:lnTo>
                  <a:lnTo>
                    <a:pt x="0" y="272796"/>
                  </a:lnTo>
                  <a:close/>
                </a:path>
              </a:pathLst>
            </a:custGeom>
            <a:ln w="6096">
              <a:solidFill>
                <a:srgbClr val="A4A4A4"/>
              </a:solidFill>
            </a:ln>
          </p:spPr>
          <p:txBody>
            <a:bodyPr wrap="square" lIns="0" tIns="0" rIns="0" bIns="0" rtlCol="0"/>
            <a:lstStyle/>
            <a:p>
              <a:endParaRPr sz="1488"/>
            </a:p>
          </p:txBody>
        </p:sp>
      </p:grpSp>
      <p:sp>
        <p:nvSpPr>
          <p:cNvPr id="47" name="object 47"/>
          <p:cNvSpPr txBox="1"/>
          <p:nvPr/>
        </p:nvSpPr>
        <p:spPr>
          <a:xfrm>
            <a:off x="2432291" y="731460"/>
            <a:ext cx="147014" cy="316072"/>
          </a:xfrm>
          <a:prstGeom prst="rect">
            <a:avLst/>
          </a:prstGeom>
        </p:spPr>
        <p:txBody>
          <a:bodyPr vert="horz" wrap="square" lIns="0" tIns="10501" rIns="0" bIns="0" rtlCol="0">
            <a:spAutoFit/>
          </a:bodyPr>
          <a:lstStyle/>
          <a:p>
            <a:pPr marL="10502">
              <a:spcBef>
                <a:spcPts val="83"/>
              </a:spcBef>
            </a:pPr>
            <a:r>
              <a:rPr sz="1985" dirty="0">
                <a:latin typeface="Calibri"/>
                <a:cs typeface="Calibri"/>
              </a:rPr>
              <a:t>+</a:t>
            </a:r>
            <a:endParaRPr sz="1985">
              <a:latin typeface="Calibri"/>
              <a:cs typeface="Calibri"/>
            </a:endParaRPr>
          </a:p>
        </p:txBody>
      </p:sp>
      <p:grpSp>
        <p:nvGrpSpPr>
          <p:cNvPr id="48" name="object 48"/>
          <p:cNvGrpSpPr/>
          <p:nvPr/>
        </p:nvGrpSpPr>
        <p:grpSpPr>
          <a:xfrm>
            <a:off x="5384548" y="2288277"/>
            <a:ext cx="262525" cy="232073"/>
            <a:chOff x="4986401" y="2767457"/>
            <a:chExt cx="317500" cy="280670"/>
          </a:xfrm>
        </p:grpSpPr>
        <p:pic>
          <p:nvPicPr>
            <p:cNvPr id="49" name="object 49"/>
            <p:cNvPicPr/>
            <p:nvPr/>
          </p:nvPicPr>
          <p:blipFill>
            <a:blip r:embed="rId14" cstate="print"/>
            <a:stretch>
              <a:fillRect/>
            </a:stretch>
          </p:blipFill>
          <p:spPr>
            <a:xfrm>
              <a:off x="4989576" y="2770632"/>
              <a:ext cx="310896" cy="274320"/>
            </a:xfrm>
            <a:prstGeom prst="rect">
              <a:avLst/>
            </a:prstGeom>
          </p:spPr>
        </p:pic>
        <p:sp>
          <p:nvSpPr>
            <p:cNvPr id="50" name="object 50"/>
            <p:cNvSpPr/>
            <p:nvPr/>
          </p:nvSpPr>
          <p:spPr>
            <a:xfrm>
              <a:off x="4989576" y="2770632"/>
              <a:ext cx="311150" cy="274320"/>
            </a:xfrm>
            <a:custGeom>
              <a:avLst/>
              <a:gdLst/>
              <a:ahLst/>
              <a:cxnLst/>
              <a:rect l="l" t="t" r="r" b="b"/>
              <a:pathLst>
                <a:path w="311150" h="274319">
                  <a:moveTo>
                    <a:pt x="0" y="274320"/>
                  </a:moveTo>
                  <a:lnTo>
                    <a:pt x="310896" y="274320"/>
                  </a:lnTo>
                  <a:lnTo>
                    <a:pt x="310896" y="0"/>
                  </a:lnTo>
                  <a:lnTo>
                    <a:pt x="0" y="0"/>
                  </a:lnTo>
                  <a:lnTo>
                    <a:pt x="0" y="274320"/>
                  </a:lnTo>
                  <a:close/>
                </a:path>
              </a:pathLst>
            </a:custGeom>
            <a:ln w="6096">
              <a:solidFill>
                <a:srgbClr val="A4A4A4"/>
              </a:solidFill>
            </a:ln>
          </p:spPr>
          <p:txBody>
            <a:bodyPr wrap="square" lIns="0" tIns="0" rIns="0" bIns="0" rtlCol="0"/>
            <a:lstStyle/>
            <a:p>
              <a:endParaRPr sz="1488"/>
            </a:p>
          </p:txBody>
        </p:sp>
      </p:grpSp>
      <p:sp>
        <p:nvSpPr>
          <p:cNvPr id="51" name="object 51"/>
          <p:cNvSpPr txBox="1"/>
          <p:nvPr/>
        </p:nvSpPr>
        <p:spPr>
          <a:xfrm>
            <a:off x="5442934" y="2224956"/>
            <a:ext cx="147014" cy="316072"/>
          </a:xfrm>
          <a:prstGeom prst="rect">
            <a:avLst/>
          </a:prstGeom>
        </p:spPr>
        <p:txBody>
          <a:bodyPr vert="horz" wrap="square" lIns="0" tIns="10501" rIns="0" bIns="0" rtlCol="0">
            <a:spAutoFit/>
          </a:bodyPr>
          <a:lstStyle/>
          <a:p>
            <a:pPr marL="10502">
              <a:spcBef>
                <a:spcPts val="83"/>
              </a:spcBef>
            </a:pPr>
            <a:r>
              <a:rPr sz="1985" dirty="0">
                <a:latin typeface="Calibri"/>
                <a:cs typeface="Calibri"/>
              </a:rPr>
              <a:t>+</a:t>
            </a:r>
            <a:endParaRPr sz="1985">
              <a:latin typeface="Calibri"/>
              <a:cs typeface="Calibri"/>
            </a:endParaRPr>
          </a:p>
        </p:txBody>
      </p:sp>
      <p:grpSp>
        <p:nvGrpSpPr>
          <p:cNvPr id="52" name="object 52"/>
          <p:cNvGrpSpPr/>
          <p:nvPr/>
        </p:nvGrpSpPr>
        <p:grpSpPr>
          <a:xfrm>
            <a:off x="3176813" y="5031562"/>
            <a:ext cx="404813" cy="387488"/>
            <a:chOff x="2316352" y="6085204"/>
            <a:chExt cx="489584" cy="468630"/>
          </a:xfrm>
        </p:grpSpPr>
        <p:pic>
          <p:nvPicPr>
            <p:cNvPr id="53" name="object 53"/>
            <p:cNvPicPr/>
            <p:nvPr/>
          </p:nvPicPr>
          <p:blipFill>
            <a:blip r:embed="rId15" cstate="print"/>
            <a:stretch>
              <a:fillRect/>
            </a:stretch>
          </p:blipFill>
          <p:spPr>
            <a:xfrm>
              <a:off x="2319527" y="6088379"/>
              <a:ext cx="483107" cy="461772"/>
            </a:xfrm>
            <a:prstGeom prst="rect">
              <a:avLst/>
            </a:prstGeom>
          </p:spPr>
        </p:pic>
        <p:sp>
          <p:nvSpPr>
            <p:cNvPr id="54" name="object 54"/>
            <p:cNvSpPr/>
            <p:nvPr/>
          </p:nvSpPr>
          <p:spPr>
            <a:xfrm>
              <a:off x="2319527" y="6088379"/>
              <a:ext cx="483234" cy="462280"/>
            </a:xfrm>
            <a:custGeom>
              <a:avLst/>
              <a:gdLst/>
              <a:ahLst/>
              <a:cxnLst/>
              <a:rect l="l" t="t" r="r" b="b"/>
              <a:pathLst>
                <a:path w="483235" h="462279">
                  <a:moveTo>
                    <a:pt x="0" y="461772"/>
                  </a:moveTo>
                  <a:lnTo>
                    <a:pt x="483107" y="461772"/>
                  </a:lnTo>
                  <a:lnTo>
                    <a:pt x="483107" y="0"/>
                  </a:lnTo>
                  <a:lnTo>
                    <a:pt x="0" y="0"/>
                  </a:lnTo>
                  <a:lnTo>
                    <a:pt x="0" y="461772"/>
                  </a:lnTo>
                  <a:close/>
                </a:path>
              </a:pathLst>
            </a:custGeom>
            <a:ln w="6096">
              <a:solidFill>
                <a:srgbClr val="FFC000"/>
              </a:solidFill>
            </a:ln>
          </p:spPr>
          <p:txBody>
            <a:bodyPr wrap="square" lIns="0" tIns="0" rIns="0" bIns="0" rtlCol="0"/>
            <a:lstStyle/>
            <a:p>
              <a:endParaRPr sz="1488"/>
            </a:p>
          </p:txBody>
        </p:sp>
      </p:grpSp>
      <p:sp>
        <p:nvSpPr>
          <p:cNvPr id="55" name="object 55"/>
          <p:cNvSpPr txBox="1"/>
          <p:nvPr/>
        </p:nvSpPr>
        <p:spPr>
          <a:xfrm>
            <a:off x="3305556" y="5046621"/>
            <a:ext cx="149114" cy="316072"/>
          </a:xfrm>
          <a:prstGeom prst="rect">
            <a:avLst/>
          </a:prstGeom>
        </p:spPr>
        <p:txBody>
          <a:bodyPr vert="horz" wrap="square" lIns="0" tIns="10501" rIns="0" bIns="0" rtlCol="0">
            <a:spAutoFit/>
          </a:bodyPr>
          <a:lstStyle/>
          <a:p>
            <a:pPr marL="10502">
              <a:spcBef>
                <a:spcPts val="83"/>
              </a:spcBef>
            </a:pPr>
            <a:r>
              <a:rPr sz="1985" dirty="0">
                <a:latin typeface="Calibri"/>
                <a:cs typeface="Calibri"/>
              </a:rPr>
              <a:t>3</a:t>
            </a:r>
            <a:endParaRPr sz="1985">
              <a:latin typeface="Calibri"/>
              <a:cs typeface="Calibri"/>
            </a:endParaRPr>
          </a:p>
        </p:txBody>
      </p:sp>
      <p:grpSp>
        <p:nvGrpSpPr>
          <p:cNvPr id="56" name="object 56"/>
          <p:cNvGrpSpPr/>
          <p:nvPr/>
        </p:nvGrpSpPr>
        <p:grpSpPr>
          <a:xfrm>
            <a:off x="3798056" y="5031562"/>
            <a:ext cx="1034875" cy="387488"/>
            <a:chOff x="3067685" y="6085204"/>
            <a:chExt cx="1251585" cy="468630"/>
          </a:xfrm>
        </p:grpSpPr>
        <p:pic>
          <p:nvPicPr>
            <p:cNvPr id="57" name="object 57"/>
            <p:cNvPicPr/>
            <p:nvPr/>
          </p:nvPicPr>
          <p:blipFill>
            <a:blip r:embed="rId16" cstate="print"/>
            <a:stretch>
              <a:fillRect/>
            </a:stretch>
          </p:blipFill>
          <p:spPr>
            <a:xfrm>
              <a:off x="3070860" y="6088379"/>
              <a:ext cx="499872" cy="461772"/>
            </a:xfrm>
            <a:prstGeom prst="rect">
              <a:avLst/>
            </a:prstGeom>
          </p:spPr>
        </p:pic>
        <p:sp>
          <p:nvSpPr>
            <p:cNvPr id="58" name="object 58"/>
            <p:cNvSpPr/>
            <p:nvPr/>
          </p:nvSpPr>
          <p:spPr>
            <a:xfrm>
              <a:off x="3070860" y="6088379"/>
              <a:ext cx="500380" cy="462280"/>
            </a:xfrm>
            <a:custGeom>
              <a:avLst/>
              <a:gdLst/>
              <a:ahLst/>
              <a:cxnLst/>
              <a:rect l="l" t="t" r="r" b="b"/>
              <a:pathLst>
                <a:path w="500379" h="462279">
                  <a:moveTo>
                    <a:pt x="0" y="461772"/>
                  </a:moveTo>
                  <a:lnTo>
                    <a:pt x="499872" y="461772"/>
                  </a:lnTo>
                  <a:lnTo>
                    <a:pt x="499872" y="0"/>
                  </a:lnTo>
                  <a:lnTo>
                    <a:pt x="0" y="0"/>
                  </a:lnTo>
                  <a:lnTo>
                    <a:pt x="0" y="461772"/>
                  </a:lnTo>
                  <a:close/>
                </a:path>
              </a:pathLst>
            </a:custGeom>
            <a:ln w="6095">
              <a:solidFill>
                <a:srgbClr val="FFC000"/>
              </a:solidFill>
            </a:ln>
          </p:spPr>
          <p:txBody>
            <a:bodyPr wrap="square" lIns="0" tIns="0" rIns="0" bIns="0" rtlCol="0"/>
            <a:lstStyle/>
            <a:p>
              <a:endParaRPr sz="1488"/>
            </a:p>
          </p:txBody>
        </p:sp>
        <p:pic>
          <p:nvPicPr>
            <p:cNvPr id="59" name="object 59"/>
            <p:cNvPicPr/>
            <p:nvPr/>
          </p:nvPicPr>
          <p:blipFill>
            <a:blip r:embed="rId16" cstate="print"/>
            <a:stretch>
              <a:fillRect/>
            </a:stretch>
          </p:blipFill>
          <p:spPr>
            <a:xfrm>
              <a:off x="3816096" y="6088379"/>
              <a:ext cx="499872" cy="461772"/>
            </a:xfrm>
            <a:prstGeom prst="rect">
              <a:avLst/>
            </a:prstGeom>
          </p:spPr>
        </p:pic>
        <p:sp>
          <p:nvSpPr>
            <p:cNvPr id="60" name="object 60"/>
            <p:cNvSpPr/>
            <p:nvPr/>
          </p:nvSpPr>
          <p:spPr>
            <a:xfrm>
              <a:off x="3816096" y="6088379"/>
              <a:ext cx="500380" cy="462280"/>
            </a:xfrm>
            <a:custGeom>
              <a:avLst/>
              <a:gdLst/>
              <a:ahLst/>
              <a:cxnLst/>
              <a:rect l="l" t="t" r="r" b="b"/>
              <a:pathLst>
                <a:path w="500379" h="462279">
                  <a:moveTo>
                    <a:pt x="0" y="461772"/>
                  </a:moveTo>
                  <a:lnTo>
                    <a:pt x="499872" y="461772"/>
                  </a:lnTo>
                  <a:lnTo>
                    <a:pt x="499872" y="0"/>
                  </a:lnTo>
                  <a:lnTo>
                    <a:pt x="0" y="0"/>
                  </a:lnTo>
                  <a:lnTo>
                    <a:pt x="0" y="461772"/>
                  </a:lnTo>
                  <a:close/>
                </a:path>
              </a:pathLst>
            </a:custGeom>
            <a:ln w="6095">
              <a:solidFill>
                <a:srgbClr val="FFC000"/>
              </a:solidFill>
            </a:ln>
          </p:spPr>
          <p:txBody>
            <a:bodyPr wrap="square" lIns="0" tIns="0" rIns="0" bIns="0" rtlCol="0"/>
            <a:lstStyle/>
            <a:p>
              <a:endParaRPr sz="1488"/>
            </a:p>
          </p:txBody>
        </p:sp>
      </p:grpSp>
      <p:sp>
        <p:nvSpPr>
          <p:cNvPr id="61" name="object 61"/>
          <p:cNvSpPr txBox="1"/>
          <p:nvPr/>
        </p:nvSpPr>
        <p:spPr>
          <a:xfrm>
            <a:off x="3894558" y="5046621"/>
            <a:ext cx="933541" cy="316072"/>
          </a:xfrm>
          <a:prstGeom prst="rect">
            <a:avLst/>
          </a:prstGeom>
        </p:spPr>
        <p:txBody>
          <a:bodyPr vert="horz" wrap="square" lIns="0" tIns="10501" rIns="0" bIns="0" rtlCol="0">
            <a:spAutoFit/>
          </a:bodyPr>
          <a:lstStyle/>
          <a:p>
            <a:pPr marL="10502">
              <a:spcBef>
                <a:spcPts val="83"/>
              </a:spcBef>
              <a:tabLst>
                <a:tab pos="665278" algn="l"/>
              </a:tabLst>
            </a:pPr>
            <a:r>
              <a:rPr sz="1985" spc="-4" dirty="0">
                <a:latin typeface="Calibri"/>
                <a:cs typeface="Calibri"/>
              </a:rPr>
              <a:t>-1	</a:t>
            </a:r>
            <a:r>
              <a:rPr sz="1985" dirty="0">
                <a:latin typeface="Calibri"/>
                <a:cs typeface="Calibri"/>
              </a:rPr>
              <a:t>0</a:t>
            </a:r>
            <a:endParaRPr sz="1985">
              <a:latin typeface="Calibri"/>
              <a:cs typeface="Calibri"/>
            </a:endParaRPr>
          </a:p>
        </p:txBody>
      </p:sp>
      <p:grpSp>
        <p:nvGrpSpPr>
          <p:cNvPr id="62" name="object 62"/>
          <p:cNvGrpSpPr/>
          <p:nvPr/>
        </p:nvGrpSpPr>
        <p:grpSpPr>
          <a:xfrm>
            <a:off x="1378619" y="2395387"/>
            <a:ext cx="404813" cy="387488"/>
            <a:chOff x="141604" y="2896997"/>
            <a:chExt cx="489584" cy="468630"/>
          </a:xfrm>
        </p:grpSpPr>
        <p:pic>
          <p:nvPicPr>
            <p:cNvPr id="63" name="object 63"/>
            <p:cNvPicPr/>
            <p:nvPr/>
          </p:nvPicPr>
          <p:blipFill>
            <a:blip r:embed="rId17" cstate="print"/>
            <a:stretch>
              <a:fillRect/>
            </a:stretch>
          </p:blipFill>
          <p:spPr>
            <a:xfrm>
              <a:off x="144779" y="2900172"/>
              <a:ext cx="483108" cy="461772"/>
            </a:xfrm>
            <a:prstGeom prst="rect">
              <a:avLst/>
            </a:prstGeom>
          </p:spPr>
        </p:pic>
        <p:sp>
          <p:nvSpPr>
            <p:cNvPr id="64" name="object 64"/>
            <p:cNvSpPr/>
            <p:nvPr/>
          </p:nvSpPr>
          <p:spPr>
            <a:xfrm>
              <a:off x="144779" y="2900172"/>
              <a:ext cx="483234" cy="462280"/>
            </a:xfrm>
            <a:custGeom>
              <a:avLst/>
              <a:gdLst/>
              <a:ahLst/>
              <a:cxnLst/>
              <a:rect l="l" t="t" r="r" b="b"/>
              <a:pathLst>
                <a:path w="483234" h="462279">
                  <a:moveTo>
                    <a:pt x="0" y="461772"/>
                  </a:moveTo>
                  <a:lnTo>
                    <a:pt x="483108" y="461772"/>
                  </a:lnTo>
                  <a:lnTo>
                    <a:pt x="483108" y="0"/>
                  </a:lnTo>
                  <a:lnTo>
                    <a:pt x="0" y="0"/>
                  </a:lnTo>
                  <a:lnTo>
                    <a:pt x="0" y="461772"/>
                  </a:lnTo>
                  <a:close/>
                </a:path>
              </a:pathLst>
            </a:custGeom>
            <a:ln w="6096">
              <a:solidFill>
                <a:srgbClr val="FFC000"/>
              </a:solidFill>
            </a:ln>
          </p:spPr>
          <p:txBody>
            <a:bodyPr wrap="square" lIns="0" tIns="0" rIns="0" bIns="0" rtlCol="0"/>
            <a:lstStyle/>
            <a:p>
              <a:endParaRPr sz="1488"/>
            </a:p>
          </p:txBody>
        </p:sp>
      </p:grpSp>
      <p:sp>
        <p:nvSpPr>
          <p:cNvPr id="65" name="object 65"/>
          <p:cNvSpPr txBox="1"/>
          <p:nvPr/>
        </p:nvSpPr>
        <p:spPr>
          <a:xfrm>
            <a:off x="1506837" y="2409459"/>
            <a:ext cx="149114" cy="316072"/>
          </a:xfrm>
          <a:prstGeom prst="rect">
            <a:avLst/>
          </a:prstGeom>
        </p:spPr>
        <p:txBody>
          <a:bodyPr vert="horz" wrap="square" lIns="0" tIns="10501" rIns="0" bIns="0" rtlCol="0">
            <a:spAutoFit/>
          </a:bodyPr>
          <a:lstStyle/>
          <a:p>
            <a:pPr marL="10502">
              <a:spcBef>
                <a:spcPts val="83"/>
              </a:spcBef>
            </a:pPr>
            <a:r>
              <a:rPr sz="1985" dirty="0">
                <a:latin typeface="Calibri"/>
                <a:cs typeface="Calibri"/>
              </a:rPr>
              <a:t>3</a:t>
            </a:r>
            <a:endParaRPr sz="1985">
              <a:latin typeface="Calibri"/>
              <a:cs typeface="Calibri"/>
            </a:endParaRPr>
          </a:p>
        </p:txBody>
      </p:sp>
      <p:grpSp>
        <p:nvGrpSpPr>
          <p:cNvPr id="66" name="object 66"/>
          <p:cNvGrpSpPr/>
          <p:nvPr/>
        </p:nvGrpSpPr>
        <p:grpSpPr>
          <a:xfrm>
            <a:off x="1364757" y="2972523"/>
            <a:ext cx="418991" cy="387488"/>
            <a:chOff x="124840" y="3594989"/>
            <a:chExt cx="506730" cy="468630"/>
          </a:xfrm>
        </p:grpSpPr>
        <p:pic>
          <p:nvPicPr>
            <p:cNvPr id="67" name="object 67"/>
            <p:cNvPicPr/>
            <p:nvPr/>
          </p:nvPicPr>
          <p:blipFill>
            <a:blip r:embed="rId18" cstate="print"/>
            <a:stretch>
              <a:fillRect/>
            </a:stretch>
          </p:blipFill>
          <p:spPr>
            <a:xfrm>
              <a:off x="128015" y="3598164"/>
              <a:ext cx="499872" cy="461772"/>
            </a:xfrm>
            <a:prstGeom prst="rect">
              <a:avLst/>
            </a:prstGeom>
          </p:spPr>
        </p:pic>
        <p:sp>
          <p:nvSpPr>
            <p:cNvPr id="68" name="object 68"/>
            <p:cNvSpPr/>
            <p:nvPr/>
          </p:nvSpPr>
          <p:spPr>
            <a:xfrm>
              <a:off x="128015" y="3598164"/>
              <a:ext cx="500380" cy="462280"/>
            </a:xfrm>
            <a:custGeom>
              <a:avLst/>
              <a:gdLst/>
              <a:ahLst/>
              <a:cxnLst/>
              <a:rect l="l" t="t" r="r" b="b"/>
              <a:pathLst>
                <a:path w="500380" h="462279">
                  <a:moveTo>
                    <a:pt x="0" y="461772"/>
                  </a:moveTo>
                  <a:lnTo>
                    <a:pt x="499872" y="461772"/>
                  </a:lnTo>
                  <a:lnTo>
                    <a:pt x="499872" y="0"/>
                  </a:lnTo>
                  <a:lnTo>
                    <a:pt x="0" y="0"/>
                  </a:lnTo>
                  <a:lnTo>
                    <a:pt x="0" y="461772"/>
                  </a:lnTo>
                  <a:close/>
                </a:path>
              </a:pathLst>
            </a:custGeom>
            <a:ln w="6096">
              <a:solidFill>
                <a:srgbClr val="FFC000"/>
              </a:solidFill>
            </a:ln>
          </p:spPr>
          <p:txBody>
            <a:bodyPr wrap="square" lIns="0" tIns="0" rIns="0" bIns="0" rtlCol="0"/>
            <a:lstStyle/>
            <a:p>
              <a:endParaRPr sz="1488"/>
            </a:p>
          </p:txBody>
        </p:sp>
      </p:grpSp>
      <p:sp>
        <p:nvSpPr>
          <p:cNvPr id="69" name="object 69"/>
          <p:cNvSpPr txBox="1"/>
          <p:nvPr/>
        </p:nvSpPr>
        <p:spPr>
          <a:xfrm>
            <a:off x="1460716" y="2986343"/>
            <a:ext cx="225772" cy="316072"/>
          </a:xfrm>
          <a:prstGeom prst="rect">
            <a:avLst/>
          </a:prstGeom>
        </p:spPr>
        <p:txBody>
          <a:bodyPr vert="horz" wrap="square" lIns="0" tIns="10501" rIns="0" bIns="0" rtlCol="0">
            <a:spAutoFit/>
          </a:bodyPr>
          <a:lstStyle/>
          <a:p>
            <a:pPr marL="10502">
              <a:spcBef>
                <a:spcPts val="83"/>
              </a:spcBef>
            </a:pPr>
            <a:r>
              <a:rPr sz="1985" spc="-4" dirty="0">
                <a:latin typeface="Calibri"/>
                <a:cs typeface="Calibri"/>
              </a:rPr>
              <a:t>-</a:t>
            </a:r>
            <a:r>
              <a:rPr sz="1985" dirty="0">
                <a:latin typeface="Calibri"/>
                <a:cs typeface="Calibri"/>
              </a:rPr>
              <a:t>1</a:t>
            </a:r>
            <a:endParaRPr sz="1985">
              <a:latin typeface="Calibri"/>
              <a:cs typeface="Calibri"/>
            </a:endParaRPr>
          </a:p>
        </p:txBody>
      </p:sp>
      <p:grpSp>
        <p:nvGrpSpPr>
          <p:cNvPr id="70" name="object 70"/>
          <p:cNvGrpSpPr/>
          <p:nvPr/>
        </p:nvGrpSpPr>
        <p:grpSpPr>
          <a:xfrm>
            <a:off x="1355936" y="3549658"/>
            <a:ext cx="418991" cy="387488"/>
            <a:chOff x="114172" y="4292980"/>
            <a:chExt cx="506730" cy="468630"/>
          </a:xfrm>
        </p:grpSpPr>
        <p:pic>
          <p:nvPicPr>
            <p:cNvPr id="71" name="object 71"/>
            <p:cNvPicPr/>
            <p:nvPr/>
          </p:nvPicPr>
          <p:blipFill>
            <a:blip r:embed="rId19" cstate="print"/>
            <a:stretch>
              <a:fillRect/>
            </a:stretch>
          </p:blipFill>
          <p:spPr>
            <a:xfrm>
              <a:off x="117347" y="4296155"/>
              <a:ext cx="499872" cy="461772"/>
            </a:xfrm>
            <a:prstGeom prst="rect">
              <a:avLst/>
            </a:prstGeom>
          </p:spPr>
        </p:pic>
        <p:sp>
          <p:nvSpPr>
            <p:cNvPr id="72" name="object 72"/>
            <p:cNvSpPr/>
            <p:nvPr/>
          </p:nvSpPr>
          <p:spPr>
            <a:xfrm>
              <a:off x="117347" y="4296155"/>
              <a:ext cx="500380" cy="462280"/>
            </a:xfrm>
            <a:custGeom>
              <a:avLst/>
              <a:gdLst/>
              <a:ahLst/>
              <a:cxnLst/>
              <a:rect l="l" t="t" r="r" b="b"/>
              <a:pathLst>
                <a:path w="500380" h="462279">
                  <a:moveTo>
                    <a:pt x="0" y="461772"/>
                  </a:moveTo>
                  <a:lnTo>
                    <a:pt x="499872" y="461772"/>
                  </a:lnTo>
                  <a:lnTo>
                    <a:pt x="499872" y="0"/>
                  </a:lnTo>
                  <a:lnTo>
                    <a:pt x="0" y="0"/>
                  </a:lnTo>
                  <a:lnTo>
                    <a:pt x="0" y="461772"/>
                  </a:lnTo>
                  <a:close/>
                </a:path>
              </a:pathLst>
            </a:custGeom>
            <a:ln w="6096">
              <a:solidFill>
                <a:srgbClr val="FFC000"/>
              </a:solidFill>
            </a:ln>
          </p:spPr>
          <p:txBody>
            <a:bodyPr wrap="square" lIns="0" tIns="0" rIns="0" bIns="0" rtlCol="0"/>
            <a:lstStyle/>
            <a:p>
              <a:endParaRPr sz="1488"/>
            </a:p>
          </p:txBody>
        </p:sp>
      </p:grpSp>
      <p:sp>
        <p:nvSpPr>
          <p:cNvPr id="73" name="object 73"/>
          <p:cNvSpPr txBox="1"/>
          <p:nvPr/>
        </p:nvSpPr>
        <p:spPr>
          <a:xfrm>
            <a:off x="1491212" y="3563941"/>
            <a:ext cx="149114" cy="316072"/>
          </a:xfrm>
          <a:prstGeom prst="rect">
            <a:avLst/>
          </a:prstGeom>
        </p:spPr>
        <p:txBody>
          <a:bodyPr vert="horz" wrap="square" lIns="0" tIns="10501" rIns="0" bIns="0" rtlCol="0">
            <a:spAutoFit/>
          </a:bodyPr>
          <a:lstStyle/>
          <a:p>
            <a:pPr marL="10502">
              <a:spcBef>
                <a:spcPts val="83"/>
              </a:spcBef>
            </a:pPr>
            <a:r>
              <a:rPr sz="1985" dirty="0">
                <a:latin typeface="Calibri"/>
                <a:cs typeface="Calibri"/>
              </a:rPr>
              <a:t>0</a:t>
            </a:r>
            <a:endParaRPr sz="1985">
              <a:latin typeface="Calibri"/>
              <a:cs typeface="Calibri"/>
            </a:endParaRPr>
          </a:p>
        </p:txBody>
      </p:sp>
      <p:grpSp>
        <p:nvGrpSpPr>
          <p:cNvPr id="74" name="object 74"/>
          <p:cNvGrpSpPr/>
          <p:nvPr/>
        </p:nvGrpSpPr>
        <p:grpSpPr>
          <a:xfrm>
            <a:off x="1417683" y="125906"/>
            <a:ext cx="404813" cy="387488"/>
            <a:chOff x="188848" y="152272"/>
            <a:chExt cx="489584" cy="468630"/>
          </a:xfrm>
        </p:grpSpPr>
        <p:pic>
          <p:nvPicPr>
            <p:cNvPr id="75" name="object 75"/>
            <p:cNvPicPr/>
            <p:nvPr/>
          </p:nvPicPr>
          <p:blipFill>
            <a:blip r:embed="rId17" cstate="print"/>
            <a:stretch>
              <a:fillRect/>
            </a:stretch>
          </p:blipFill>
          <p:spPr>
            <a:xfrm>
              <a:off x="192023" y="155447"/>
              <a:ext cx="483108" cy="461772"/>
            </a:xfrm>
            <a:prstGeom prst="rect">
              <a:avLst/>
            </a:prstGeom>
          </p:spPr>
        </p:pic>
        <p:sp>
          <p:nvSpPr>
            <p:cNvPr id="76" name="object 76"/>
            <p:cNvSpPr/>
            <p:nvPr/>
          </p:nvSpPr>
          <p:spPr>
            <a:xfrm>
              <a:off x="192023" y="155447"/>
              <a:ext cx="483234" cy="462280"/>
            </a:xfrm>
            <a:custGeom>
              <a:avLst/>
              <a:gdLst/>
              <a:ahLst/>
              <a:cxnLst/>
              <a:rect l="l" t="t" r="r" b="b"/>
              <a:pathLst>
                <a:path w="483234" h="462280">
                  <a:moveTo>
                    <a:pt x="0" y="461772"/>
                  </a:moveTo>
                  <a:lnTo>
                    <a:pt x="483108" y="461772"/>
                  </a:lnTo>
                  <a:lnTo>
                    <a:pt x="483108" y="0"/>
                  </a:lnTo>
                  <a:lnTo>
                    <a:pt x="0" y="0"/>
                  </a:lnTo>
                  <a:lnTo>
                    <a:pt x="0" y="461772"/>
                  </a:lnTo>
                  <a:close/>
                </a:path>
              </a:pathLst>
            </a:custGeom>
            <a:ln w="6096">
              <a:solidFill>
                <a:srgbClr val="FFC000"/>
              </a:solidFill>
            </a:ln>
          </p:spPr>
          <p:txBody>
            <a:bodyPr wrap="square" lIns="0" tIns="0" rIns="0" bIns="0" rtlCol="0"/>
            <a:lstStyle/>
            <a:p>
              <a:endParaRPr sz="1488"/>
            </a:p>
          </p:txBody>
        </p:sp>
      </p:grpSp>
      <p:sp>
        <p:nvSpPr>
          <p:cNvPr id="77" name="object 77"/>
          <p:cNvSpPr txBox="1"/>
          <p:nvPr/>
        </p:nvSpPr>
        <p:spPr>
          <a:xfrm>
            <a:off x="1545900" y="140189"/>
            <a:ext cx="149114" cy="316072"/>
          </a:xfrm>
          <a:prstGeom prst="rect">
            <a:avLst/>
          </a:prstGeom>
        </p:spPr>
        <p:txBody>
          <a:bodyPr vert="horz" wrap="square" lIns="0" tIns="10501" rIns="0" bIns="0" rtlCol="0">
            <a:spAutoFit/>
          </a:bodyPr>
          <a:lstStyle/>
          <a:p>
            <a:pPr marL="10502">
              <a:spcBef>
                <a:spcPts val="83"/>
              </a:spcBef>
            </a:pPr>
            <a:r>
              <a:rPr sz="1985" dirty="0">
                <a:latin typeface="Calibri"/>
                <a:cs typeface="Calibri"/>
              </a:rPr>
              <a:t>3</a:t>
            </a:r>
            <a:endParaRPr sz="1985">
              <a:latin typeface="Calibri"/>
              <a:cs typeface="Calibri"/>
            </a:endParaRPr>
          </a:p>
        </p:txBody>
      </p:sp>
      <p:grpSp>
        <p:nvGrpSpPr>
          <p:cNvPr id="78" name="object 78"/>
          <p:cNvGrpSpPr/>
          <p:nvPr/>
        </p:nvGrpSpPr>
        <p:grpSpPr>
          <a:xfrm>
            <a:off x="1403822" y="703042"/>
            <a:ext cx="418991" cy="387488"/>
            <a:chOff x="172085" y="850264"/>
            <a:chExt cx="506730" cy="468630"/>
          </a:xfrm>
        </p:grpSpPr>
        <p:pic>
          <p:nvPicPr>
            <p:cNvPr id="79" name="object 79"/>
            <p:cNvPicPr/>
            <p:nvPr/>
          </p:nvPicPr>
          <p:blipFill>
            <a:blip r:embed="rId19" cstate="print"/>
            <a:stretch>
              <a:fillRect/>
            </a:stretch>
          </p:blipFill>
          <p:spPr>
            <a:xfrm>
              <a:off x="175260" y="853439"/>
              <a:ext cx="499872" cy="461772"/>
            </a:xfrm>
            <a:prstGeom prst="rect">
              <a:avLst/>
            </a:prstGeom>
          </p:spPr>
        </p:pic>
        <p:sp>
          <p:nvSpPr>
            <p:cNvPr id="80" name="object 80"/>
            <p:cNvSpPr/>
            <p:nvPr/>
          </p:nvSpPr>
          <p:spPr>
            <a:xfrm>
              <a:off x="175260" y="853439"/>
              <a:ext cx="500380" cy="462280"/>
            </a:xfrm>
            <a:custGeom>
              <a:avLst/>
              <a:gdLst/>
              <a:ahLst/>
              <a:cxnLst/>
              <a:rect l="l" t="t" r="r" b="b"/>
              <a:pathLst>
                <a:path w="500380" h="462280">
                  <a:moveTo>
                    <a:pt x="0" y="461772"/>
                  </a:moveTo>
                  <a:lnTo>
                    <a:pt x="499872" y="461772"/>
                  </a:lnTo>
                  <a:lnTo>
                    <a:pt x="499872" y="0"/>
                  </a:lnTo>
                  <a:lnTo>
                    <a:pt x="0" y="0"/>
                  </a:lnTo>
                  <a:lnTo>
                    <a:pt x="0" y="461772"/>
                  </a:lnTo>
                  <a:close/>
                </a:path>
              </a:pathLst>
            </a:custGeom>
            <a:ln w="6096">
              <a:solidFill>
                <a:srgbClr val="FFC000"/>
              </a:solidFill>
            </a:ln>
          </p:spPr>
          <p:txBody>
            <a:bodyPr wrap="square" lIns="0" tIns="0" rIns="0" bIns="0" rtlCol="0"/>
            <a:lstStyle/>
            <a:p>
              <a:endParaRPr sz="1488"/>
            </a:p>
          </p:txBody>
        </p:sp>
      </p:grpSp>
      <p:sp>
        <p:nvSpPr>
          <p:cNvPr id="81" name="object 81"/>
          <p:cNvSpPr txBox="1"/>
          <p:nvPr/>
        </p:nvSpPr>
        <p:spPr>
          <a:xfrm>
            <a:off x="1499781" y="717324"/>
            <a:ext cx="226297" cy="316072"/>
          </a:xfrm>
          <a:prstGeom prst="rect">
            <a:avLst/>
          </a:prstGeom>
        </p:spPr>
        <p:txBody>
          <a:bodyPr vert="horz" wrap="square" lIns="0" tIns="10501" rIns="0" bIns="0" rtlCol="0">
            <a:spAutoFit/>
          </a:bodyPr>
          <a:lstStyle/>
          <a:p>
            <a:pPr marL="10502">
              <a:spcBef>
                <a:spcPts val="83"/>
              </a:spcBef>
            </a:pPr>
            <a:r>
              <a:rPr sz="1985" spc="-4" dirty="0">
                <a:latin typeface="Calibri"/>
                <a:cs typeface="Calibri"/>
              </a:rPr>
              <a:t>-</a:t>
            </a:r>
            <a:r>
              <a:rPr sz="1985" dirty="0">
                <a:latin typeface="Calibri"/>
                <a:cs typeface="Calibri"/>
              </a:rPr>
              <a:t>1</a:t>
            </a:r>
            <a:endParaRPr sz="1985">
              <a:latin typeface="Calibri"/>
              <a:cs typeface="Calibri"/>
            </a:endParaRPr>
          </a:p>
        </p:txBody>
      </p:sp>
      <p:grpSp>
        <p:nvGrpSpPr>
          <p:cNvPr id="82" name="object 82"/>
          <p:cNvGrpSpPr/>
          <p:nvPr/>
        </p:nvGrpSpPr>
        <p:grpSpPr>
          <a:xfrm>
            <a:off x="1395001" y="1280179"/>
            <a:ext cx="418991" cy="387488"/>
            <a:chOff x="161417" y="1548257"/>
            <a:chExt cx="506730" cy="468630"/>
          </a:xfrm>
        </p:grpSpPr>
        <p:pic>
          <p:nvPicPr>
            <p:cNvPr id="83" name="object 83"/>
            <p:cNvPicPr/>
            <p:nvPr/>
          </p:nvPicPr>
          <p:blipFill>
            <a:blip r:embed="rId19" cstate="print"/>
            <a:stretch>
              <a:fillRect/>
            </a:stretch>
          </p:blipFill>
          <p:spPr>
            <a:xfrm>
              <a:off x="164592" y="1551432"/>
              <a:ext cx="499872" cy="461772"/>
            </a:xfrm>
            <a:prstGeom prst="rect">
              <a:avLst/>
            </a:prstGeom>
          </p:spPr>
        </p:pic>
        <p:sp>
          <p:nvSpPr>
            <p:cNvPr id="84" name="object 84"/>
            <p:cNvSpPr/>
            <p:nvPr/>
          </p:nvSpPr>
          <p:spPr>
            <a:xfrm>
              <a:off x="164592" y="1551432"/>
              <a:ext cx="500380" cy="462280"/>
            </a:xfrm>
            <a:custGeom>
              <a:avLst/>
              <a:gdLst/>
              <a:ahLst/>
              <a:cxnLst/>
              <a:rect l="l" t="t" r="r" b="b"/>
              <a:pathLst>
                <a:path w="500380" h="462280">
                  <a:moveTo>
                    <a:pt x="0" y="461772"/>
                  </a:moveTo>
                  <a:lnTo>
                    <a:pt x="499872" y="461772"/>
                  </a:lnTo>
                  <a:lnTo>
                    <a:pt x="499872" y="0"/>
                  </a:lnTo>
                  <a:lnTo>
                    <a:pt x="0" y="0"/>
                  </a:lnTo>
                  <a:lnTo>
                    <a:pt x="0" y="461772"/>
                  </a:lnTo>
                  <a:close/>
                </a:path>
              </a:pathLst>
            </a:custGeom>
            <a:ln w="6096">
              <a:solidFill>
                <a:srgbClr val="FFC000"/>
              </a:solidFill>
            </a:ln>
          </p:spPr>
          <p:txBody>
            <a:bodyPr wrap="square" lIns="0" tIns="0" rIns="0" bIns="0" rtlCol="0"/>
            <a:lstStyle/>
            <a:p>
              <a:endParaRPr sz="1488"/>
            </a:p>
          </p:txBody>
        </p:sp>
      </p:grpSp>
      <p:sp>
        <p:nvSpPr>
          <p:cNvPr id="85" name="object 85"/>
          <p:cNvSpPr txBox="1"/>
          <p:nvPr/>
        </p:nvSpPr>
        <p:spPr>
          <a:xfrm>
            <a:off x="1400147" y="1294460"/>
            <a:ext cx="411115" cy="316072"/>
          </a:xfrm>
          <a:prstGeom prst="rect">
            <a:avLst/>
          </a:prstGeom>
        </p:spPr>
        <p:txBody>
          <a:bodyPr vert="horz" wrap="square" lIns="0" tIns="10501" rIns="0" bIns="0" rtlCol="0">
            <a:spAutoFit/>
          </a:bodyPr>
          <a:lstStyle/>
          <a:p>
            <a:pPr algn="ctr">
              <a:spcBef>
                <a:spcPts val="83"/>
              </a:spcBef>
            </a:pPr>
            <a:r>
              <a:rPr sz="1985" dirty="0">
                <a:latin typeface="Calibri"/>
                <a:cs typeface="Calibri"/>
              </a:rPr>
              <a:t>0</a:t>
            </a:r>
            <a:endParaRPr sz="1985">
              <a:latin typeface="Calibri"/>
              <a:cs typeface="Calibri"/>
            </a:endParaRPr>
          </a:p>
        </p:txBody>
      </p:sp>
      <p:grpSp>
        <p:nvGrpSpPr>
          <p:cNvPr id="86" name="object 86"/>
          <p:cNvGrpSpPr/>
          <p:nvPr/>
        </p:nvGrpSpPr>
        <p:grpSpPr>
          <a:xfrm>
            <a:off x="6320819" y="1627974"/>
            <a:ext cx="404813" cy="385912"/>
            <a:chOff x="6118733" y="1968880"/>
            <a:chExt cx="489584" cy="466725"/>
          </a:xfrm>
        </p:grpSpPr>
        <p:pic>
          <p:nvPicPr>
            <p:cNvPr id="87" name="object 87"/>
            <p:cNvPicPr/>
            <p:nvPr/>
          </p:nvPicPr>
          <p:blipFill>
            <a:blip r:embed="rId20" cstate="print"/>
            <a:stretch>
              <a:fillRect/>
            </a:stretch>
          </p:blipFill>
          <p:spPr>
            <a:xfrm>
              <a:off x="6121908" y="1972055"/>
              <a:ext cx="483108" cy="460248"/>
            </a:xfrm>
            <a:prstGeom prst="rect">
              <a:avLst/>
            </a:prstGeom>
          </p:spPr>
        </p:pic>
        <p:sp>
          <p:nvSpPr>
            <p:cNvPr id="88" name="object 88"/>
            <p:cNvSpPr/>
            <p:nvPr/>
          </p:nvSpPr>
          <p:spPr>
            <a:xfrm>
              <a:off x="6121908" y="1972055"/>
              <a:ext cx="483234" cy="460375"/>
            </a:xfrm>
            <a:custGeom>
              <a:avLst/>
              <a:gdLst/>
              <a:ahLst/>
              <a:cxnLst/>
              <a:rect l="l" t="t" r="r" b="b"/>
              <a:pathLst>
                <a:path w="483234" h="460375">
                  <a:moveTo>
                    <a:pt x="0" y="460248"/>
                  </a:moveTo>
                  <a:lnTo>
                    <a:pt x="483108" y="460248"/>
                  </a:lnTo>
                  <a:lnTo>
                    <a:pt x="483108" y="0"/>
                  </a:lnTo>
                  <a:lnTo>
                    <a:pt x="0" y="0"/>
                  </a:lnTo>
                  <a:lnTo>
                    <a:pt x="0" y="460248"/>
                  </a:lnTo>
                  <a:close/>
                </a:path>
              </a:pathLst>
            </a:custGeom>
            <a:ln w="6096">
              <a:solidFill>
                <a:srgbClr val="FFC000"/>
              </a:solidFill>
            </a:ln>
          </p:spPr>
          <p:txBody>
            <a:bodyPr wrap="square" lIns="0" tIns="0" rIns="0" bIns="0" rtlCol="0"/>
            <a:lstStyle/>
            <a:p>
              <a:endParaRPr sz="1488"/>
            </a:p>
          </p:txBody>
        </p:sp>
      </p:grpSp>
      <p:sp>
        <p:nvSpPr>
          <p:cNvPr id="89" name="object 89"/>
          <p:cNvSpPr txBox="1"/>
          <p:nvPr/>
        </p:nvSpPr>
        <p:spPr>
          <a:xfrm>
            <a:off x="6449772" y="1641519"/>
            <a:ext cx="149114" cy="316072"/>
          </a:xfrm>
          <a:prstGeom prst="rect">
            <a:avLst/>
          </a:prstGeom>
        </p:spPr>
        <p:txBody>
          <a:bodyPr vert="horz" wrap="square" lIns="0" tIns="10501" rIns="0" bIns="0" rtlCol="0">
            <a:spAutoFit/>
          </a:bodyPr>
          <a:lstStyle/>
          <a:p>
            <a:pPr marL="10502">
              <a:spcBef>
                <a:spcPts val="83"/>
              </a:spcBef>
            </a:pPr>
            <a:r>
              <a:rPr sz="1985" dirty="0">
                <a:latin typeface="Calibri"/>
                <a:cs typeface="Calibri"/>
              </a:rPr>
              <a:t>3</a:t>
            </a:r>
            <a:endParaRPr sz="1985">
              <a:latin typeface="Calibri"/>
              <a:cs typeface="Calibri"/>
            </a:endParaRPr>
          </a:p>
        </p:txBody>
      </p:sp>
      <p:grpSp>
        <p:nvGrpSpPr>
          <p:cNvPr id="90" name="object 90"/>
          <p:cNvGrpSpPr/>
          <p:nvPr/>
        </p:nvGrpSpPr>
        <p:grpSpPr>
          <a:xfrm>
            <a:off x="6306958" y="2203848"/>
            <a:ext cx="418991" cy="387488"/>
            <a:chOff x="6101969" y="2665348"/>
            <a:chExt cx="506730" cy="468630"/>
          </a:xfrm>
        </p:grpSpPr>
        <p:pic>
          <p:nvPicPr>
            <p:cNvPr id="91" name="object 91"/>
            <p:cNvPicPr/>
            <p:nvPr/>
          </p:nvPicPr>
          <p:blipFill>
            <a:blip r:embed="rId16" cstate="print"/>
            <a:stretch>
              <a:fillRect/>
            </a:stretch>
          </p:blipFill>
          <p:spPr>
            <a:xfrm>
              <a:off x="6105144" y="2668523"/>
              <a:ext cx="499872" cy="461772"/>
            </a:xfrm>
            <a:prstGeom prst="rect">
              <a:avLst/>
            </a:prstGeom>
          </p:spPr>
        </p:pic>
        <p:sp>
          <p:nvSpPr>
            <p:cNvPr id="92" name="object 92"/>
            <p:cNvSpPr/>
            <p:nvPr/>
          </p:nvSpPr>
          <p:spPr>
            <a:xfrm>
              <a:off x="6105144" y="2668523"/>
              <a:ext cx="500380" cy="462280"/>
            </a:xfrm>
            <a:custGeom>
              <a:avLst/>
              <a:gdLst/>
              <a:ahLst/>
              <a:cxnLst/>
              <a:rect l="l" t="t" r="r" b="b"/>
              <a:pathLst>
                <a:path w="500379" h="462280">
                  <a:moveTo>
                    <a:pt x="0" y="461772"/>
                  </a:moveTo>
                  <a:lnTo>
                    <a:pt x="499872" y="461772"/>
                  </a:lnTo>
                  <a:lnTo>
                    <a:pt x="499872" y="0"/>
                  </a:lnTo>
                  <a:lnTo>
                    <a:pt x="0" y="0"/>
                  </a:lnTo>
                  <a:lnTo>
                    <a:pt x="0" y="461772"/>
                  </a:lnTo>
                  <a:close/>
                </a:path>
              </a:pathLst>
            </a:custGeom>
            <a:ln w="6096">
              <a:solidFill>
                <a:srgbClr val="FFC000"/>
              </a:solidFill>
            </a:ln>
          </p:spPr>
          <p:txBody>
            <a:bodyPr wrap="square" lIns="0" tIns="0" rIns="0" bIns="0" rtlCol="0"/>
            <a:lstStyle/>
            <a:p>
              <a:endParaRPr sz="1488"/>
            </a:p>
          </p:txBody>
        </p:sp>
      </p:grpSp>
      <p:sp>
        <p:nvSpPr>
          <p:cNvPr id="93" name="object 93"/>
          <p:cNvSpPr txBox="1"/>
          <p:nvPr/>
        </p:nvSpPr>
        <p:spPr>
          <a:xfrm>
            <a:off x="6403882" y="2218655"/>
            <a:ext cx="225772" cy="316072"/>
          </a:xfrm>
          <a:prstGeom prst="rect">
            <a:avLst/>
          </a:prstGeom>
        </p:spPr>
        <p:txBody>
          <a:bodyPr vert="horz" wrap="square" lIns="0" tIns="10501" rIns="0" bIns="0" rtlCol="0">
            <a:spAutoFit/>
          </a:bodyPr>
          <a:lstStyle/>
          <a:p>
            <a:pPr marL="10502">
              <a:spcBef>
                <a:spcPts val="83"/>
              </a:spcBef>
            </a:pPr>
            <a:r>
              <a:rPr sz="1985" spc="-4" dirty="0">
                <a:latin typeface="Calibri"/>
                <a:cs typeface="Calibri"/>
              </a:rPr>
              <a:t>-</a:t>
            </a:r>
            <a:r>
              <a:rPr sz="1985" dirty="0">
                <a:latin typeface="Calibri"/>
                <a:cs typeface="Calibri"/>
              </a:rPr>
              <a:t>1</a:t>
            </a:r>
            <a:endParaRPr sz="1985">
              <a:latin typeface="Calibri"/>
              <a:cs typeface="Calibri"/>
            </a:endParaRPr>
          </a:p>
        </p:txBody>
      </p:sp>
      <p:grpSp>
        <p:nvGrpSpPr>
          <p:cNvPr id="94" name="object 94"/>
          <p:cNvGrpSpPr/>
          <p:nvPr/>
        </p:nvGrpSpPr>
        <p:grpSpPr>
          <a:xfrm>
            <a:off x="6298137" y="2780984"/>
            <a:ext cx="418991" cy="387488"/>
            <a:chOff x="6091301" y="3363340"/>
            <a:chExt cx="506730" cy="468630"/>
          </a:xfrm>
        </p:grpSpPr>
        <p:pic>
          <p:nvPicPr>
            <p:cNvPr id="95" name="object 95"/>
            <p:cNvPicPr/>
            <p:nvPr/>
          </p:nvPicPr>
          <p:blipFill>
            <a:blip r:embed="rId16" cstate="print"/>
            <a:stretch>
              <a:fillRect/>
            </a:stretch>
          </p:blipFill>
          <p:spPr>
            <a:xfrm>
              <a:off x="6094476" y="3366515"/>
              <a:ext cx="499872" cy="461772"/>
            </a:xfrm>
            <a:prstGeom prst="rect">
              <a:avLst/>
            </a:prstGeom>
          </p:spPr>
        </p:pic>
        <p:sp>
          <p:nvSpPr>
            <p:cNvPr id="96" name="object 96"/>
            <p:cNvSpPr/>
            <p:nvPr/>
          </p:nvSpPr>
          <p:spPr>
            <a:xfrm>
              <a:off x="6094476" y="3366515"/>
              <a:ext cx="500380" cy="462280"/>
            </a:xfrm>
            <a:custGeom>
              <a:avLst/>
              <a:gdLst/>
              <a:ahLst/>
              <a:cxnLst/>
              <a:rect l="l" t="t" r="r" b="b"/>
              <a:pathLst>
                <a:path w="500379" h="462279">
                  <a:moveTo>
                    <a:pt x="0" y="461772"/>
                  </a:moveTo>
                  <a:lnTo>
                    <a:pt x="499872" y="461772"/>
                  </a:lnTo>
                  <a:lnTo>
                    <a:pt x="499872" y="0"/>
                  </a:lnTo>
                  <a:lnTo>
                    <a:pt x="0" y="0"/>
                  </a:lnTo>
                  <a:lnTo>
                    <a:pt x="0" y="461772"/>
                  </a:lnTo>
                  <a:close/>
                </a:path>
              </a:pathLst>
            </a:custGeom>
            <a:ln w="6096">
              <a:solidFill>
                <a:srgbClr val="FFC000"/>
              </a:solidFill>
            </a:ln>
          </p:spPr>
          <p:txBody>
            <a:bodyPr wrap="square" lIns="0" tIns="0" rIns="0" bIns="0" rtlCol="0"/>
            <a:lstStyle/>
            <a:p>
              <a:endParaRPr sz="1488"/>
            </a:p>
          </p:txBody>
        </p:sp>
      </p:grpSp>
      <p:sp>
        <p:nvSpPr>
          <p:cNvPr id="97" name="object 97"/>
          <p:cNvSpPr txBox="1"/>
          <p:nvPr/>
        </p:nvSpPr>
        <p:spPr>
          <a:xfrm>
            <a:off x="6434124" y="2795791"/>
            <a:ext cx="149114" cy="316072"/>
          </a:xfrm>
          <a:prstGeom prst="rect">
            <a:avLst/>
          </a:prstGeom>
        </p:spPr>
        <p:txBody>
          <a:bodyPr vert="horz" wrap="square" lIns="0" tIns="10501" rIns="0" bIns="0" rtlCol="0">
            <a:spAutoFit/>
          </a:bodyPr>
          <a:lstStyle/>
          <a:p>
            <a:pPr marL="10502">
              <a:spcBef>
                <a:spcPts val="83"/>
              </a:spcBef>
            </a:pPr>
            <a:r>
              <a:rPr sz="1985" dirty="0">
                <a:latin typeface="Calibri"/>
                <a:cs typeface="Calibri"/>
              </a:rPr>
              <a:t>0</a:t>
            </a:r>
            <a:endParaRPr sz="1985">
              <a:latin typeface="Calibri"/>
              <a:cs typeface="Calibri"/>
            </a:endParaRPr>
          </a:p>
        </p:txBody>
      </p:sp>
      <p:sp>
        <p:nvSpPr>
          <p:cNvPr id="98" name="object 98"/>
          <p:cNvSpPr txBox="1"/>
          <p:nvPr/>
        </p:nvSpPr>
        <p:spPr>
          <a:xfrm>
            <a:off x="3771802" y="241524"/>
            <a:ext cx="135463" cy="316072"/>
          </a:xfrm>
          <a:prstGeom prst="rect">
            <a:avLst/>
          </a:prstGeom>
        </p:spPr>
        <p:txBody>
          <a:bodyPr vert="horz" wrap="square" lIns="0" tIns="10501" rIns="0" bIns="0" rtlCol="0">
            <a:spAutoFit/>
          </a:bodyPr>
          <a:lstStyle/>
          <a:p>
            <a:pPr marL="10502">
              <a:spcBef>
                <a:spcPts val="83"/>
              </a:spcBef>
            </a:pPr>
            <a:r>
              <a:rPr sz="1985" dirty="0">
                <a:latin typeface="Calibri"/>
                <a:cs typeface="Calibri"/>
              </a:rPr>
              <a:t>y</a:t>
            </a:r>
            <a:endParaRPr sz="1985">
              <a:latin typeface="Calibri"/>
              <a:cs typeface="Calibri"/>
            </a:endParaRPr>
          </a:p>
        </p:txBody>
      </p:sp>
      <p:grpSp>
        <p:nvGrpSpPr>
          <p:cNvPr id="99" name="object 99"/>
          <p:cNvGrpSpPr/>
          <p:nvPr/>
        </p:nvGrpSpPr>
        <p:grpSpPr>
          <a:xfrm>
            <a:off x="1807577" y="315241"/>
            <a:ext cx="4522264" cy="5104545"/>
            <a:chOff x="660387" y="381254"/>
            <a:chExt cx="5469255" cy="6173470"/>
          </a:xfrm>
        </p:grpSpPr>
        <p:sp>
          <p:nvSpPr>
            <p:cNvPr id="100" name="object 100"/>
            <p:cNvSpPr/>
            <p:nvPr/>
          </p:nvSpPr>
          <p:spPr>
            <a:xfrm>
              <a:off x="660387" y="381253"/>
              <a:ext cx="5469255" cy="5706745"/>
            </a:xfrm>
            <a:custGeom>
              <a:avLst/>
              <a:gdLst/>
              <a:ahLst/>
              <a:cxnLst/>
              <a:rect l="l" t="t" r="r" b="b"/>
              <a:pathLst>
                <a:path w="5469255" h="5706745">
                  <a:moveTo>
                    <a:pt x="639584" y="3443224"/>
                  </a:moveTo>
                  <a:lnTo>
                    <a:pt x="628510" y="3438055"/>
                  </a:lnTo>
                  <a:lnTo>
                    <a:pt x="639076" y="3442335"/>
                  </a:lnTo>
                  <a:lnTo>
                    <a:pt x="628218" y="3401187"/>
                  </a:lnTo>
                  <a:lnTo>
                    <a:pt x="617359" y="3360039"/>
                  </a:lnTo>
                  <a:lnTo>
                    <a:pt x="596214" y="3378631"/>
                  </a:lnTo>
                  <a:lnTo>
                    <a:pt x="16840" y="2720340"/>
                  </a:lnTo>
                  <a:lnTo>
                    <a:pt x="1968" y="2733548"/>
                  </a:lnTo>
                  <a:lnTo>
                    <a:pt x="581342" y="3391700"/>
                  </a:lnTo>
                  <a:lnTo>
                    <a:pt x="563270" y="3407587"/>
                  </a:lnTo>
                  <a:lnTo>
                    <a:pt x="562381" y="3407156"/>
                  </a:lnTo>
                  <a:lnTo>
                    <a:pt x="562406" y="3408349"/>
                  </a:lnTo>
                  <a:lnTo>
                    <a:pt x="560146" y="3410331"/>
                  </a:lnTo>
                  <a:lnTo>
                    <a:pt x="562483" y="3411283"/>
                  </a:lnTo>
                  <a:lnTo>
                    <a:pt x="563143" y="3435451"/>
                  </a:lnTo>
                  <a:lnTo>
                    <a:pt x="0" y="3450717"/>
                  </a:lnTo>
                  <a:lnTo>
                    <a:pt x="533" y="3470529"/>
                  </a:lnTo>
                  <a:lnTo>
                    <a:pt x="563676" y="3455263"/>
                  </a:lnTo>
                  <a:lnTo>
                    <a:pt x="564159" y="3473183"/>
                  </a:lnTo>
                  <a:lnTo>
                    <a:pt x="559993" y="3474847"/>
                  </a:lnTo>
                  <a:lnTo>
                    <a:pt x="564311" y="3478707"/>
                  </a:lnTo>
                  <a:lnTo>
                    <a:pt x="564451" y="3483356"/>
                  </a:lnTo>
                  <a:lnTo>
                    <a:pt x="567626" y="3481654"/>
                  </a:lnTo>
                  <a:lnTo>
                    <a:pt x="581063" y="3493605"/>
                  </a:lnTo>
                  <a:lnTo>
                    <a:pt x="2006" y="4145026"/>
                  </a:lnTo>
                  <a:lnTo>
                    <a:pt x="16814" y="4158107"/>
                  </a:lnTo>
                  <a:lnTo>
                    <a:pt x="595896" y="3506787"/>
                  </a:lnTo>
                  <a:lnTo>
                    <a:pt x="616978" y="3525520"/>
                  </a:lnTo>
                  <a:lnTo>
                    <a:pt x="628091" y="3484118"/>
                  </a:lnTo>
                  <a:lnTo>
                    <a:pt x="638987" y="3443541"/>
                  </a:lnTo>
                  <a:lnTo>
                    <a:pt x="639584" y="3443224"/>
                  </a:lnTo>
                  <a:close/>
                </a:path>
                <a:path w="5469255" h="5706745">
                  <a:moveTo>
                    <a:pt x="645680" y="721360"/>
                  </a:moveTo>
                  <a:lnTo>
                    <a:pt x="644906" y="721004"/>
                  </a:lnTo>
                  <a:lnTo>
                    <a:pt x="634314" y="680847"/>
                  </a:lnTo>
                  <a:lnTo>
                    <a:pt x="623455" y="639699"/>
                  </a:lnTo>
                  <a:lnTo>
                    <a:pt x="602284" y="658304"/>
                  </a:lnTo>
                  <a:lnTo>
                    <a:pt x="22936" y="0"/>
                  </a:lnTo>
                  <a:lnTo>
                    <a:pt x="8064" y="13208"/>
                  </a:lnTo>
                  <a:lnTo>
                    <a:pt x="587438" y="671360"/>
                  </a:lnTo>
                  <a:lnTo>
                    <a:pt x="570496" y="686244"/>
                  </a:lnTo>
                  <a:lnTo>
                    <a:pt x="568477" y="685292"/>
                  </a:lnTo>
                  <a:lnTo>
                    <a:pt x="568540" y="687971"/>
                  </a:lnTo>
                  <a:lnTo>
                    <a:pt x="566242" y="689991"/>
                  </a:lnTo>
                  <a:lnTo>
                    <a:pt x="568629" y="690968"/>
                  </a:lnTo>
                  <a:lnTo>
                    <a:pt x="569239" y="713587"/>
                  </a:lnTo>
                  <a:lnTo>
                    <a:pt x="6096" y="728853"/>
                  </a:lnTo>
                  <a:lnTo>
                    <a:pt x="6629" y="748665"/>
                  </a:lnTo>
                  <a:lnTo>
                    <a:pt x="569772" y="733399"/>
                  </a:lnTo>
                  <a:lnTo>
                    <a:pt x="570255" y="751319"/>
                  </a:lnTo>
                  <a:lnTo>
                    <a:pt x="566089" y="752983"/>
                  </a:lnTo>
                  <a:lnTo>
                    <a:pt x="570407" y="756843"/>
                  </a:lnTo>
                  <a:lnTo>
                    <a:pt x="570547" y="761492"/>
                  </a:lnTo>
                  <a:lnTo>
                    <a:pt x="573722" y="759790"/>
                  </a:lnTo>
                  <a:lnTo>
                    <a:pt x="587159" y="771740"/>
                  </a:lnTo>
                  <a:lnTo>
                    <a:pt x="8102" y="1423162"/>
                  </a:lnTo>
                  <a:lnTo>
                    <a:pt x="22910" y="1436243"/>
                  </a:lnTo>
                  <a:lnTo>
                    <a:pt x="601980" y="784910"/>
                  </a:lnTo>
                  <a:lnTo>
                    <a:pt x="623074" y="803656"/>
                  </a:lnTo>
                  <a:lnTo>
                    <a:pt x="634187" y="762254"/>
                  </a:lnTo>
                  <a:lnTo>
                    <a:pt x="645007" y="721944"/>
                  </a:lnTo>
                  <a:lnTo>
                    <a:pt x="645172" y="721995"/>
                  </a:lnTo>
                  <a:lnTo>
                    <a:pt x="645083" y="721690"/>
                  </a:lnTo>
                  <a:lnTo>
                    <a:pt x="645680" y="721360"/>
                  </a:lnTo>
                  <a:close/>
                </a:path>
                <a:path w="5469255" h="5706745">
                  <a:moveTo>
                    <a:pt x="2642501" y="5055616"/>
                  </a:moveTo>
                  <a:lnTo>
                    <a:pt x="2560332" y="5077714"/>
                  </a:lnTo>
                  <a:lnTo>
                    <a:pt x="2579052" y="5098847"/>
                  </a:lnTo>
                  <a:lnTo>
                    <a:pt x="1927618" y="5677890"/>
                  </a:lnTo>
                  <a:lnTo>
                    <a:pt x="1940826" y="5692699"/>
                  </a:lnTo>
                  <a:lnTo>
                    <a:pt x="2592120" y="5113591"/>
                  </a:lnTo>
                  <a:lnTo>
                    <a:pt x="2610866" y="5134737"/>
                  </a:lnTo>
                  <a:lnTo>
                    <a:pt x="2628582" y="5090414"/>
                  </a:lnTo>
                  <a:lnTo>
                    <a:pt x="2642501" y="5055616"/>
                  </a:lnTo>
                  <a:close/>
                </a:path>
                <a:path w="5469255" h="5706745">
                  <a:moveTo>
                    <a:pt x="2738894" y="5137404"/>
                  </a:moveTo>
                  <a:lnTo>
                    <a:pt x="2732379" y="5123434"/>
                  </a:lnTo>
                  <a:lnTo>
                    <a:pt x="2702953" y="5060188"/>
                  </a:lnTo>
                  <a:lnTo>
                    <a:pt x="2662694" y="5135372"/>
                  </a:lnTo>
                  <a:lnTo>
                    <a:pt x="2690914" y="5136134"/>
                  </a:lnTo>
                  <a:lnTo>
                    <a:pt x="2675648" y="5699239"/>
                  </a:lnTo>
                  <a:lnTo>
                    <a:pt x="2695460" y="5699785"/>
                  </a:lnTo>
                  <a:lnTo>
                    <a:pt x="2710726" y="5136654"/>
                  </a:lnTo>
                  <a:lnTo>
                    <a:pt x="2738894" y="5137404"/>
                  </a:lnTo>
                  <a:close/>
                </a:path>
                <a:path w="5469255" h="5706745">
                  <a:moveTo>
                    <a:pt x="3488321" y="5691581"/>
                  </a:moveTo>
                  <a:lnTo>
                    <a:pt x="2830068" y="5112270"/>
                  </a:lnTo>
                  <a:lnTo>
                    <a:pt x="2837446" y="5103876"/>
                  </a:lnTo>
                  <a:lnTo>
                    <a:pt x="2848749" y="5091049"/>
                  </a:lnTo>
                  <a:lnTo>
                    <a:pt x="2766326" y="5069332"/>
                  </a:lnTo>
                  <a:lnTo>
                    <a:pt x="2798330" y="5148326"/>
                  </a:lnTo>
                  <a:lnTo>
                    <a:pt x="2816987" y="5127129"/>
                  </a:lnTo>
                  <a:lnTo>
                    <a:pt x="3475240" y="5706453"/>
                  </a:lnTo>
                  <a:lnTo>
                    <a:pt x="3488321" y="5691581"/>
                  </a:lnTo>
                  <a:close/>
                </a:path>
                <a:path w="5469255" h="5706745">
                  <a:moveTo>
                    <a:pt x="5468759" y="1829054"/>
                  </a:moveTo>
                  <a:lnTo>
                    <a:pt x="5455424" y="1814322"/>
                  </a:lnTo>
                  <a:lnTo>
                    <a:pt x="4734801" y="2468626"/>
                  </a:lnTo>
                  <a:lnTo>
                    <a:pt x="4715903" y="2447798"/>
                  </a:lnTo>
                  <a:lnTo>
                    <a:pt x="4686833" y="2522563"/>
                  </a:lnTo>
                  <a:lnTo>
                    <a:pt x="4681994" y="2525014"/>
                  </a:lnTo>
                  <a:lnTo>
                    <a:pt x="4685246" y="2526627"/>
                  </a:lnTo>
                  <a:lnTo>
                    <a:pt x="4685042" y="2527173"/>
                  </a:lnTo>
                  <a:lnTo>
                    <a:pt x="4685893" y="2526944"/>
                  </a:lnTo>
                  <a:lnTo>
                    <a:pt x="4695393" y="2531630"/>
                  </a:lnTo>
                  <a:lnTo>
                    <a:pt x="4722380" y="2604135"/>
                  </a:lnTo>
                  <a:lnTo>
                    <a:pt x="4741672" y="2583434"/>
                  </a:lnTo>
                  <a:lnTo>
                    <a:pt x="5429008" y="3224022"/>
                  </a:lnTo>
                  <a:lnTo>
                    <a:pt x="5442470" y="3209544"/>
                  </a:lnTo>
                  <a:lnTo>
                    <a:pt x="4755146" y="2568968"/>
                  </a:lnTo>
                  <a:lnTo>
                    <a:pt x="4763198" y="2560320"/>
                  </a:lnTo>
                  <a:lnTo>
                    <a:pt x="4774323" y="2548382"/>
                  </a:lnTo>
                  <a:lnTo>
                    <a:pt x="4758309" y="2543657"/>
                  </a:lnTo>
                  <a:lnTo>
                    <a:pt x="4758258" y="2534539"/>
                  </a:lnTo>
                  <a:lnTo>
                    <a:pt x="5445391" y="2529586"/>
                  </a:lnTo>
                  <a:lnTo>
                    <a:pt x="5445137" y="2509774"/>
                  </a:lnTo>
                  <a:lnTo>
                    <a:pt x="4758118" y="2514638"/>
                  </a:lnTo>
                  <a:lnTo>
                    <a:pt x="4758067" y="2506713"/>
                  </a:lnTo>
                  <a:lnTo>
                    <a:pt x="4767084" y="2504186"/>
                  </a:lnTo>
                  <a:lnTo>
                    <a:pt x="4757979" y="2494178"/>
                  </a:lnTo>
                  <a:lnTo>
                    <a:pt x="4757940" y="2486406"/>
                  </a:lnTo>
                  <a:lnTo>
                    <a:pt x="4753140" y="2488844"/>
                  </a:lnTo>
                  <a:lnTo>
                    <a:pt x="4748149" y="2483345"/>
                  </a:lnTo>
                  <a:lnTo>
                    <a:pt x="5468759" y="1829054"/>
                  </a:lnTo>
                  <a:close/>
                </a:path>
              </a:pathLst>
            </a:custGeom>
            <a:solidFill>
              <a:srgbClr val="000000"/>
            </a:solidFill>
          </p:spPr>
          <p:txBody>
            <a:bodyPr wrap="square" lIns="0" tIns="0" rIns="0" bIns="0" rtlCol="0"/>
            <a:lstStyle/>
            <a:p>
              <a:endParaRPr sz="1488"/>
            </a:p>
          </p:txBody>
        </p:sp>
        <p:pic>
          <p:nvPicPr>
            <p:cNvPr id="101" name="object 101"/>
            <p:cNvPicPr/>
            <p:nvPr/>
          </p:nvPicPr>
          <p:blipFill>
            <a:blip r:embed="rId21" cstate="print"/>
            <a:stretch>
              <a:fillRect/>
            </a:stretch>
          </p:blipFill>
          <p:spPr>
            <a:xfrm>
              <a:off x="4506468" y="6092951"/>
              <a:ext cx="499872" cy="461772"/>
            </a:xfrm>
            <a:prstGeom prst="rect">
              <a:avLst/>
            </a:prstGeom>
          </p:spPr>
        </p:pic>
      </p:grpSp>
      <p:sp>
        <p:nvSpPr>
          <p:cNvPr id="102" name="object 102"/>
          <p:cNvSpPr txBox="1"/>
          <p:nvPr/>
        </p:nvSpPr>
        <p:spPr>
          <a:xfrm>
            <a:off x="4987714" y="5037969"/>
            <a:ext cx="413740" cy="328266"/>
          </a:xfrm>
          <a:prstGeom prst="rect">
            <a:avLst/>
          </a:prstGeom>
          <a:ln w="6096">
            <a:solidFill>
              <a:srgbClr val="6FAC46"/>
            </a:solidFill>
          </a:ln>
        </p:spPr>
        <p:txBody>
          <a:bodyPr vert="horz" wrap="square" lIns="0" tIns="22577" rIns="0" bIns="0" rtlCol="0">
            <a:spAutoFit/>
          </a:bodyPr>
          <a:lstStyle/>
          <a:p>
            <a:pPr marL="525" algn="ctr">
              <a:spcBef>
                <a:spcPts val="178"/>
              </a:spcBef>
            </a:pPr>
            <a:r>
              <a:rPr sz="1985" dirty="0">
                <a:latin typeface="Calibri"/>
                <a:cs typeface="Calibri"/>
              </a:rPr>
              <a:t>1</a:t>
            </a:r>
            <a:endParaRPr sz="1985">
              <a:latin typeface="Calibri"/>
              <a:cs typeface="Calibri"/>
            </a:endParaRPr>
          </a:p>
        </p:txBody>
      </p:sp>
      <p:grpSp>
        <p:nvGrpSpPr>
          <p:cNvPr id="103" name="object 103"/>
          <p:cNvGrpSpPr/>
          <p:nvPr/>
        </p:nvGrpSpPr>
        <p:grpSpPr>
          <a:xfrm>
            <a:off x="6306958" y="3320317"/>
            <a:ext cx="418991" cy="387488"/>
            <a:chOff x="6101969" y="4015613"/>
            <a:chExt cx="506730" cy="468630"/>
          </a:xfrm>
        </p:grpSpPr>
        <p:pic>
          <p:nvPicPr>
            <p:cNvPr id="104" name="object 104"/>
            <p:cNvPicPr/>
            <p:nvPr/>
          </p:nvPicPr>
          <p:blipFill>
            <a:blip r:embed="rId22" cstate="print"/>
            <a:stretch>
              <a:fillRect/>
            </a:stretch>
          </p:blipFill>
          <p:spPr>
            <a:xfrm>
              <a:off x="6105144" y="4018788"/>
              <a:ext cx="499872" cy="461772"/>
            </a:xfrm>
            <a:prstGeom prst="rect">
              <a:avLst/>
            </a:prstGeom>
          </p:spPr>
        </p:pic>
        <p:sp>
          <p:nvSpPr>
            <p:cNvPr id="105" name="object 105"/>
            <p:cNvSpPr/>
            <p:nvPr/>
          </p:nvSpPr>
          <p:spPr>
            <a:xfrm>
              <a:off x="6105144" y="4018788"/>
              <a:ext cx="500380" cy="462280"/>
            </a:xfrm>
            <a:custGeom>
              <a:avLst/>
              <a:gdLst/>
              <a:ahLst/>
              <a:cxnLst/>
              <a:rect l="l" t="t" r="r" b="b"/>
              <a:pathLst>
                <a:path w="500379" h="462279">
                  <a:moveTo>
                    <a:pt x="0" y="461772"/>
                  </a:moveTo>
                  <a:lnTo>
                    <a:pt x="499872" y="461772"/>
                  </a:lnTo>
                  <a:lnTo>
                    <a:pt x="499872" y="0"/>
                  </a:lnTo>
                  <a:lnTo>
                    <a:pt x="0" y="0"/>
                  </a:lnTo>
                  <a:lnTo>
                    <a:pt x="0" y="461772"/>
                  </a:lnTo>
                  <a:close/>
                </a:path>
              </a:pathLst>
            </a:custGeom>
            <a:ln w="6096">
              <a:solidFill>
                <a:srgbClr val="6FAC46"/>
              </a:solidFill>
            </a:ln>
          </p:spPr>
          <p:txBody>
            <a:bodyPr wrap="square" lIns="0" tIns="0" rIns="0" bIns="0" rtlCol="0"/>
            <a:lstStyle/>
            <a:p>
              <a:endParaRPr sz="1488"/>
            </a:p>
          </p:txBody>
        </p:sp>
      </p:grpSp>
      <p:sp>
        <p:nvSpPr>
          <p:cNvPr id="106" name="object 106"/>
          <p:cNvSpPr txBox="1"/>
          <p:nvPr/>
        </p:nvSpPr>
        <p:spPr>
          <a:xfrm>
            <a:off x="6442946" y="3334598"/>
            <a:ext cx="149114" cy="316072"/>
          </a:xfrm>
          <a:prstGeom prst="rect">
            <a:avLst/>
          </a:prstGeom>
        </p:spPr>
        <p:txBody>
          <a:bodyPr vert="horz" wrap="square" lIns="0" tIns="10501" rIns="0" bIns="0" rtlCol="0">
            <a:spAutoFit/>
          </a:bodyPr>
          <a:lstStyle/>
          <a:p>
            <a:pPr marL="10502">
              <a:spcBef>
                <a:spcPts val="83"/>
              </a:spcBef>
            </a:pPr>
            <a:r>
              <a:rPr sz="1985" dirty="0">
                <a:latin typeface="Calibri"/>
                <a:cs typeface="Calibri"/>
              </a:rPr>
              <a:t>1</a:t>
            </a:r>
            <a:endParaRPr sz="1985">
              <a:latin typeface="Calibri"/>
              <a:cs typeface="Calibri"/>
            </a:endParaRPr>
          </a:p>
        </p:txBody>
      </p:sp>
      <p:grpSp>
        <p:nvGrpSpPr>
          <p:cNvPr id="107" name="object 107"/>
          <p:cNvGrpSpPr/>
          <p:nvPr/>
        </p:nvGrpSpPr>
        <p:grpSpPr>
          <a:xfrm>
            <a:off x="1355936" y="4067569"/>
            <a:ext cx="418991" cy="387488"/>
            <a:chOff x="114172" y="4919345"/>
            <a:chExt cx="506730" cy="468630"/>
          </a:xfrm>
        </p:grpSpPr>
        <p:pic>
          <p:nvPicPr>
            <p:cNvPr id="108" name="object 108"/>
            <p:cNvPicPr/>
            <p:nvPr/>
          </p:nvPicPr>
          <p:blipFill>
            <a:blip r:embed="rId23" cstate="print"/>
            <a:stretch>
              <a:fillRect/>
            </a:stretch>
          </p:blipFill>
          <p:spPr>
            <a:xfrm>
              <a:off x="117347" y="4922520"/>
              <a:ext cx="499872" cy="461772"/>
            </a:xfrm>
            <a:prstGeom prst="rect">
              <a:avLst/>
            </a:prstGeom>
          </p:spPr>
        </p:pic>
        <p:sp>
          <p:nvSpPr>
            <p:cNvPr id="109" name="object 109"/>
            <p:cNvSpPr/>
            <p:nvPr/>
          </p:nvSpPr>
          <p:spPr>
            <a:xfrm>
              <a:off x="117347" y="4922520"/>
              <a:ext cx="500380" cy="462280"/>
            </a:xfrm>
            <a:custGeom>
              <a:avLst/>
              <a:gdLst/>
              <a:ahLst/>
              <a:cxnLst/>
              <a:rect l="l" t="t" r="r" b="b"/>
              <a:pathLst>
                <a:path w="500380" h="462279">
                  <a:moveTo>
                    <a:pt x="0" y="461771"/>
                  </a:moveTo>
                  <a:lnTo>
                    <a:pt x="499872" y="461771"/>
                  </a:lnTo>
                  <a:lnTo>
                    <a:pt x="499872" y="0"/>
                  </a:lnTo>
                  <a:lnTo>
                    <a:pt x="0" y="0"/>
                  </a:lnTo>
                  <a:lnTo>
                    <a:pt x="0" y="461771"/>
                  </a:lnTo>
                  <a:close/>
                </a:path>
              </a:pathLst>
            </a:custGeom>
            <a:ln w="6096">
              <a:solidFill>
                <a:srgbClr val="6FAC46"/>
              </a:solidFill>
            </a:ln>
          </p:spPr>
          <p:txBody>
            <a:bodyPr wrap="square" lIns="0" tIns="0" rIns="0" bIns="0" rtlCol="0"/>
            <a:lstStyle/>
            <a:p>
              <a:endParaRPr sz="1488"/>
            </a:p>
          </p:txBody>
        </p:sp>
      </p:grpSp>
      <p:sp>
        <p:nvSpPr>
          <p:cNvPr id="110" name="object 110"/>
          <p:cNvSpPr txBox="1"/>
          <p:nvPr/>
        </p:nvSpPr>
        <p:spPr>
          <a:xfrm>
            <a:off x="1491212" y="4082376"/>
            <a:ext cx="149114" cy="316072"/>
          </a:xfrm>
          <a:prstGeom prst="rect">
            <a:avLst/>
          </a:prstGeom>
        </p:spPr>
        <p:txBody>
          <a:bodyPr vert="horz" wrap="square" lIns="0" tIns="10501" rIns="0" bIns="0" rtlCol="0">
            <a:spAutoFit/>
          </a:bodyPr>
          <a:lstStyle/>
          <a:p>
            <a:pPr marL="10502">
              <a:spcBef>
                <a:spcPts val="83"/>
              </a:spcBef>
            </a:pPr>
            <a:r>
              <a:rPr sz="1985" dirty="0">
                <a:latin typeface="Calibri"/>
                <a:cs typeface="Calibri"/>
              </a:rPr>
              <a:t>1</a:t>
            </a:r>
            <a:endParaRPr sz="1985">
              <a:latin typeface="Calibri"/>
              <a:cs typeface="Calibri"/>
            </a:endParaRPr>
          </a:p>
        </p:txBody>
      </p:sp>
      <p:grpSp>
        <p:nvGrpSpPr>
          <p:cNvPr id="111" name="object 111"/>
          <p:cNvGrpSpPr/>
          <p:nvPr/>
        </p:nvGrpSpPr>
        <p:grpSpPr>
          <a:xfrm>
            <a:off x="1378619" y="1828332"/>
            <a:ext cx="418991" cy="387488"/>
            <a:chOff x="141604" y="2211197"/>
            <a:chExt cx="506730" cy="468630"/>
          </a:xfrm>
        </p:grpSpPr>
        <p:pic>
          <p:nvPicPr>
            <p:cNvPr id="112" name="object 112"/>
            <p:cNvPicPr/>
            <p:nvPr/>
          </p:nvPicPr>
          <p:blipFill>
            <a:blip r:embed="rId24" cstate="print"/>
            <a:stretch>
              <a:fillRect/>
            </a:stretch>
          </p:blipFill>
          <p:spPr>
            <a:xfrm>
              <a:off x="144779" y="2214372"/>
              <a:ext cx="499872" cy="461772"/>
            </a:xfrm>
            <a:prstGeom prst="rect">
              <a:avLst/>
            </a:prstGeom>
          </p:spPr>
        </p:pic>
        <p:sp>
          <p:nvSpPr>
            <p:cNvPr id="113" name="object 113"/>
            <p:cNvSpPr/>
            <p:nvPr/>
          </p:nvSpPr>
          <p:spPr>
            <a:xfrm>
              <a:off x="144779" y="2214372"/>
              <a:ext cx="500380" cy="462280"/>
            </a:xfrm>
            <a:custGeom>
              <a:avLst/>
              <a:gdLst/>
              <a:ahLst/>
              <a:cxnLst/>
              <a:rect l="l" t="t" r="r" b="b"/>
              <a:pathLst>
                <a:path w="500380" h="462280">
                  <a:moveTo>
                    <a:pt x="0" y="461772"/>
                  </a:moveTo>
                  <a:lnTo>
                    <a:pt x="499872" y="461772"/>
                  </a:lnTo>
                  <a:lnTo>
                    <a:pt x="499872" y="0"/>
                  </a:lnTo>
                  <a:lnTo>
                    <a:pt x="0" y="0"/>
                  </a:lnTo>
                  <a:lnTo>
                    <a:pt x="0" y="461772"/>
                  </a:lnTo>
                  <a:close/>
                </a:path>
              </a:pathLst>
            </a:custGeom>
            <a:ln w="6096">
              <a:solidFill>
                <a:srgbClr val="6FAC46"/>
              </a:solidFill>
            </a:ln>
          </p:spPr>
          <p:txBody>
            <a:bodyPr wrap="square" lIns="0" tIns="0" rIns="0" bIns="0" rtlCol="0"/>
            <a:lstStyle/>
            <a:p>
              <a:endParaRPr sz="1488"/>
            </a:p>
          </p:txBody>
        </p:sp>
      </p:grpSp>
      <p:sp>
        <p:nvSpPr>
          <p:cNvPr id="114" name="object 114"/>
          <p:cNvSpPr txBox="1"/>
          <p:nvPr/>
        </p:nvSpPr>
        <p:spPr>
          <a:xfrm>
            <a:off x="1513389" y="1842089"/>
            <a:ext cx="149114" cy="316072"/>
          </a:xfrm>
          <a:prstGeom prst="rect">
            <a:avLst/>
          </a:prstGeom>
        </p:spPr>
        <p:txBody>
          <a:bodyPr vert="horz" wrap="square" lIns="0" tIns="10501" rIns="0" bIns="0" rtlCol="0">
            <a:spAutoFit/>
          </a:bodyPr>
          <a:lstStyle/>
          <a:p>
            <a:pPr marL="10502">
              <a:spcBef>
                <a:spcPts val="83"/>
              </a:spcBef>
            </a:pPr>
            <a:r>
              <a:rPr sz="1985" dirty="0">
                <a:latin typeface="Calibri"/>
                <a:cs typeface="Calibri"/>
              </a:rPr>
              <a:t>1</a:t>
            </a:r>
            <a:endParaRPr sz="1985">
              <a:latin typeface="Calibri"/>
              <a:cs typeface="Calibri"/>
            </a:endParaRPr>
          </a:p>
        </p:txBody>
      </p:sp>
      <p:grpSp>
        <p:nvGrpSpPr>
          <p:cNvPr id="115" name="object 115"/>
          <p:cNvGrpSpPr/>
          <p:nvPr/>
        </p:nvGrpSpPr>
        <p:grpSpPr>
          <a:xfrm>
            <a:off x="1765247" y="895317"/>
            <a:ext cx="4544316" cy="4150003"/>
            <a:chOff x="609193" y="1082802"/>
            <a:chExt cx="5495925" cy="5019040"/>
          </a:xfrm>
        </p:grpSpPr>
        <p:sp>
          <p:nvSpPr>
            <p:cNvPr id="116" name="object 116"/>
            <p:cNvSpPr/>
            <p:nvPr/>
          </p:nvSpPr>
          <p:spPr>
            <a:xfrm>
              <a:off x="609193" y="1082801"/>
              <a:ext cx="5495925" cy="5019040"/>
            </a:xfrm>
            <a:custGeom>
              <a:avLst/>
              <a:gdLst/>
              <a:ahLst/>
              <a:cxnLst/>
              <a:rect l="l" t="t" r="r" b="b"/>
              <a:pathLst>
                <a:path w="5495925" h="5019040">
                  <a:moveTo>
                    <a:pt x="686206" y="2772156"/>
                  </a:moveTo>
                  <a:lnTo>
                    <a:pt x="617181" y="2822067"/>
                  </a:lnTo>
                  <a:lnTo>
                    <a:pt x="642175" y="2835122"/>
                  </a:lnTo>
                  <a:lnTo>
                    <a:pt x="0" y="4067175"/>
                  </a:lnTo>
                  <a:lnTo>
                    <a:pt x="17576" y="4076319"/>
                  </a:lnTo>
                  <a:lnTo>
                    <a:pt x="659739" y="2844292"/>
                  </a:lnTo>
                  <a:lnTo>
                    <a:pt x="684809" y="2857373"/>
                  </a:lnTo>
                  <a:lnTo>
                    <a:pt x="685355" y="2823845"/>
                  </a:lnTo>
                  <a:lnTo>
                    <a:pt x="686206" y="2772156"/>
                  </a:lnTo>
                  <a:close/>
                </a:path>
                <a:path w="5495925" h="5019040">
                  <a:moveTo>
                    <a:pt x="692556" y="85217"/>
                  </a:moveTo>
                  <a:lnTo>
                    <a:pt x="692073" y="52959"/>
                  </a:lnTo>
                  <a:lnTo>
                    <a:pt x="691286" y="0"/>
                  </a:lnTo>
                  <a:lnTo>
                    <a:pt x="623900" y="52197"/>
                  </a:lnTo>
                  <a:lnTo>
                    <a:pt x="649300" y="64427"/>
                  </a:lnTo>
                  <a:lnTo>
                    <a:pt x="27292" y="1358773"/>
                  </a:lnTo>
                  <a:lnTo>
                    <a:pt x="45148" y="1367409"/>
                  </a:lnTo>
                  <a:lnTo>
                    <a:pt x="667080" y="72974"/>
                  </a:lnTo>
                  <a:lnTo>
                    <a:pt x="692556" y="85217"/>
                  </a:lnTo>
                  <a:close/>
                </a:path>
                <a:path w="5495925" h="5019040">
                  <a:moveTo>
                    <a:pt x="4151655" y="5001374"/>
                  </a:moveTo>
                  <a:lnTo>
                    <a:pt x="3018955" y="4395000"/>
                  </a:lnTo>
                  <a:lnTo>
                    <a:pt x="3022181" y="4388993"/>
                  </a:lnTo>
                  <a:lnTo>
                    <a:pt x="3032277" y="4370197"/>
                  </a:lnTo>
                  <a:lnTo>
                    <a:pt x="2947060" y="4367784"/>
                  </a:lnTo>
                  <a:lnTo>
                    <a:pt x="2996209" y="4437380"/>
                  </a:lnTo>
                  <a:lnTo>
                    <a:pt x="3009557" y="4412513"/>
                  </a:lnTo>
                  <a:lnTo>
                    <a:pt x="4142384" y="5018837"/>
                  </a:lnTo>
                  <a:lnTo>
                    <a:pt x="4151655" y="5001374"/>
                  </a:lnTo>
                  <a:close/>
                </a:path>
                <a:path w="5495925" h="5019040">
                  <a:moveTo>
                    <a:pt x="5495315" y="3209163"/>
                  </a:moveTo>
                  <a:lnTo>
                    <a:pt x="4781105" y="1888070"/>
                  </a:lnTo>
                  <a:lnTo>
                    <a:pt x="4801717" y="1876933"/>
                  </a:lnTo>
                  <a:lnTo>
                    <a:pt x="4805959" y="1874647"/>
                  </a:lnTo>
                  <a:lnTo>
                    <a:pt x="4736236" y="1825752"/>
                  </a:lnTo>
                  <a:lnTo>
                    <a:pt x="4738903" y="1910842"/>
                  </a:lnTo>
                  <a:lnTo>
                    <a:pt x="4763706" y="1897456"/>
                  </a:lnTo>
                  <a:lnTo>
                    <a:pt x="5477789" y="3218561"/>
                  </a:lnTo>
                  <a:lnTo>
                    <a:pt x="5495315" y="3209163"/>
                  </a:lnTo>
                  <a:close/>
                </a:path>
              </a:pathLst>
            </a:custGeom>
            <a:solidFill>
              <a:srgbClr val="000000"/>
            </a:solidFill>
          </p:spPr>
          <p:txBody>
            <a:bodyPr wrap="square" lIns="0" tIns="0" rIns="0" bIns="0" rtlCol="0"/>
            <a:lstStyle/>
            <a:p>
              <a:endParaRPr sz="1488"/>
            </a:p>
          </p:txBody>
        </p:sp>
        <p:sp>
          <p:nvSpPr>
            <p:cNvPr id="117" name="object 117"/>
            <p:cNvSpPr/>
            <p:nvPr/>
          </p:nvSpPr>
          <p:spPr>
            <a:xfrm>
              <a:off x="3233927" y="1830324"/>
              <a:ext cx="266065" cy="3011805"/>
            </a:xfrm>
            <a:custGeom>
              <a:avLst/>
              <a:gdLst/>
              <a:ahLst/>
              <a:cxnLst/>
              <a:rect l="l" t="t" r="r" b="b"/>
              <a:pathLst>
                <a:path w="266064" h="3011804">
                  <a:moveTo>
                    <a:pt x="256412" y="2755392"/>
                  </a:moveTo>
                  <a:lnTo>
                    <a:pt x="0" y="3011805"/>
                  </a:lnTo>
                </a:path>
                <a:path w="266064" h="3011804">
                  <a:moveTo>
                    <a:pt x="265557" y="0"/>
                  </a:moveTo>
                  <a:lnTo>
                    <a:pt x="9144" y="256412"/>
                  </a:lnTo>
                </a:path>
              </a:pathLst>
            </a:custGeom>
            <a:ln w="76200">
              <a:solidFill>
                <a:srgbClr val="0000FF"/>
              </a:solidFill>
            </a:ln>
          </p:spPr>
          <p:txBody>
            <a:bodyPr wrap="square" lIns="0" tIns="0" rIns="0" bIns="0" rtlCol="0"/>
            <a:lstStyle/>
            <a:p>
              <a:endParaRPr sz="1488"/>
            </a:p>
          </p:txBody>
        </p:sp>
      </p:grpSp>
      <p:sp>
        <p:nvSpPr>
          <p:cNvPr id="118" name="object 118"/>
          <p:cNvSpPr txBox="1"/>
          <p:nvPr/>
        </p:nvSpPr>
        <p:spPr>
          <a:xfrm>
            <a:off x="4093343" y="3354025"/>
            <a:ext cx="149114" cy="316072"/>
          </a:xfrm>
          <a:prstGeom prst="rect">
            <a:avLst/>
          </a:prstGeom>
        </p:spPr>
        <p:txBody>
          <a:bodyPr vert="horz" wrap="square" lIns="0" tIns="10501" rIns="0" bIns="0" rtlCol="0">
            <a:spAutoFit/>
          </a:bodyPr>
          <a:lstStyle/>
          <a:p>
            <a:pPr marL="10502">
              <a:spcBef>
                <a:spcPts val="83"/>
              </a:spcBef>
            </a:pPr>
            <a:r>
              <a:rPr sz="1985" dirty="0">
                <a:solidFill>
                  <a:srgbClr val="FF0000"/>
                </a:solidFill>
                <a:latin typeface="Calibri"/>
                <a:cs typeface="Calibri"/>
              </a:rPr>
              <a:t>3</a:t>
            </a:r>
            <a:endParaRPr sz="1985">
              <a:latin typeface="Calibri"/>
              <a:cs typeface="Calibri"/>
            </a:endParaRPr>
          </a:p>
        </p:txBody>
      </p:sp>
      <p:sp>
        <p:nvSpPr>
          <p:cNvPr id="119" name="object 119"/>
          <p:cNvSpPr txBox="1"/>
          <p:nvPr/>
        </p:nvSpPr>
        <p:spPr>
          <a:xfrm>
            <a:off x="3224910" y="2839160"/>
            <a:ext cx="275652" cy="316072"/>
          </a:xfrm>
          <a:prstGeom prst="rect">
            <a:avLst/>
          </a:prstGeom>
        </p:spPr>
        <p:txBody>
          <a:bodyPr vert="horz" wrap="square" lIns="0" tIns="10501" rIns="0" bIns="0" rtlCol="0">
            <a:spAutoFit/>
          </a:bodyPr>
          <a:lstStyle/>
          <a:p>
            <a:pPr marL="10502">
              <a:spcBef>
                <a:spcPts val="83"/>
              </a:spcBef>
            </a:pPr>
            <a:r>
              <a:rPr sz="1985" dirty="0">
                <a:solidFill>
                  <a:srgbClr val="FF0000"/>
                </a:solidFill>
                <a:latin typeface="Calibri"/>
                <a:cs typeface="Calibri"/>
              </a:rPr>
              <a:t>≈0</a:t>
            </a:r>
            <a:endParaRPr sz="1985">
              <a:latin typeface="Calibri"/>
              <a:cs typeface="Calibri"/>
            </a:endParaRPr>
          </a:p>
        </p:txBody>
      </p:sp>
      <p:sp>
        <p:nvSpPr>
          <p:cNvPr id="120" name="object 120"/>
          <p:cNvSpPr txBox="1"/>
          <p:nvPr/>
        </p:nvSpPr>
        <p:spPr>
          <a:xfrm>
            <a:off x="4100378" y="2861108"/>
            <a:ext cx="149114" cy="316072"/>
          </a:xfrm>
          <a:prstGeom prst="rect">
            <a:avLst/>
          </a:prstGeom>
        </p:spPr>
        <p:txBody>
          <a:bodyPr vert="horz" wrap="square" lIns="0" tIns="10501" rIns="0" bIns="0" rtlCol="0">
            <a:spAutoFit/>
          </a:bodyPr>
          <a:lstStyle/>
          <a:p>
            <a:pPr marL="10502">
              <a:spcBef>
                <a:spcPts val="83"/>
              </a:spcBef>
            </a:pPr>
            <a:r>
              <a:rPr sz="1985" dirty="0">
                <a:solidFill>
                  <a:srgbClr val="FF0000"/>
                </a:solidFill>
                <a:latin typeface="Calibri"/>
                <a:cs typeface="Calibri"/>
              </a:rPr>
              <a:t>0</a:t>
            </a:r>
            <a:endParaRPr sz="1985">
              <a:latin typeface="Calibri"/>
              <a:cs typeface="Calibri"/>
            </a:endParaRPr>
          </a:p>
        </p:txBody>
      </p:sp>
      <p:sp>
        <p:nvSpPr>
          <p:cNvPr id="121" name="object 121"/>
          <p:cNvSpPr txBox="1"/>
          <p:nvPr/>
        </p:nvSpPr>
        <p:spPr>
          <a:xfrm>
            <a:off x="4496372" y="2397802"/>
            <a:ext cx="275652" cy="316072"/>
          </a:xfrm>
          <a:prstGeom prst="rect">
            <a:avLst/>
          </a:prstGeom>
        </p:spPr>
        <p:txBody>
          <a:bodyPr vert="horz" wrap="square" lIns="0" tIns="10501" rIns="0" bIns="0" rtlCol="0">
            <a:spAutoFit/>
          </a:bodyPr>
          <a:lstStyle/>
          <a:p>
            <a:pPr marL="10502">
              <a:spcBef>
                <a:spcPts val="83"/>
              </a:spcBef>
            </a:pPr>
            <a:r>
              <a:rPr sz="1985" dirty="0">
                <a:solidFill>
                  <a:srgbClr val="FF0000"/>
                </a:solidFill>
                <a:latin typeface="Calibri"/>
                <a:cs typeface="Calibri"/>
              </a:rPr>
              <a:t>≈0</a:t>
            </a:r>
            <a:endParaRPr sz="1985">
              <a:latin typeface="Calibri"/>
              <a:cs typeface="Calibri"/>
            </a:endParaRPr>
          </a:p>
        </p:txBody>
      </p:sp>
      <p:sp>
        <p:nvSpPr>
          <p:cNvPr id="122" name="object 122"/>
          <p:cNvSpPr txBox="1"/>
          <p:nvPr/>
        </p:nvSpPr>
        <p:spPr>
          <a:xfrm>
            <a:off x="3994738" y="2287647"/>
            <a:ext cx="128112" cy="249940"/>
          </a:xfrm>
          <a:prstGeom prst="rect">
            <a:avLst/>
          </a:prstGeom>
        </p:spPr>
        <p:txBody>
          <a:bodyPr vert="horz" wrap="square" lIns="0" tIns="0" rIns="0" bIns="0" rtlCol="0">
            <a:spAutoFit/>
          </a:bodyPr>
          <a:lstStyle/>
          <a:p>
            <a:pPr>
              <a:lnSpc>
                <a:spcPts val="1885"/>
              </a:lnSpc>
            </a:pPr>
            <a:r>
              <a:rPr sz="1985" dirty="0">
                <a:solidFill>
                  <a:srgbClr val="FF0000"/>
                </a:solidFill>
                <a:latin typeface="Calibri"/>
                <a:cs typeface="Calibri"/>
              </a:rPr>
              <a:t>7</a:t>
            </a:r>
            <a:endParaRPr sz="1985">
              <a:latin typeface="Calibri"/>
              <a:cs typeface="Calibri"/>
            </a:endParaRPr>
          </a:p>
        </p:txBody>
      </p:sp>
      <p:sp>
        <p:nvSpPr>
          <p:cNvPr id="123" name="object 123"/>
          <p:cNvSpPr txBox="1"/>
          <p:nvPr/>
        </p:nvSpPr>
        <p:spPr>
          <a:xfrm>
            <a:off x="4069086" y="1020698"/>
            <a:ext cx="298754" cy="326675"/>
          </a:xfrm>
          <a:prstGeom prst="rect">
            <a:avLst/>
          </a:prstGeom>
          <a:solidFill>
            <a:srgbClr val="FFFFFF"/>
          </a:solidFill>
        </p:spPr>
        <p:txBody>
          <a:bodyPr vert="horz" wrap="square" lIns="0" tIns="21002" rIns="0" bIns="0" rtlCol="0">
            <a:spAutoFit/>
          </a:bodyPr>
          <a:lstStyle/>
          <a:p>
            <a:pPr marL="86113">
              <a:spcBef>
                <a:spcPts val="165"/>
              </a:spcBef>
            </a:pPr>
            <a:r>
              <a:rPr sz="1985" dirty="0">
                <a:solidFill>
                  <a:srgbClr val="FF0000"/>
                </a:solidFill>
                <a:latin typeface="Calibri"/>
                <a:cs typeface="Calibri"/>
              </a:rPr>
              <a:t>0</a:t>
            </a:r>
            <a:endParaRPr sz="1985">
              <a:latin typeface="Calibri"/>
              <a:cs typeface="Calibri"/>
            </a:endParaRPr>
          </a:p>
        </p:txBody>
      </p:sp>
      <p:sp>
        <p:nvSpPr>
          <p:cNvPr id="124" name="object 124"/>
          <p:cNvSpPr txBox="1"/>
          <p:nvPr/>
        </p:nvSpPr>
        <p:spPr>
          <a:xfrm>
            <a:off x="3063824" y="1043171"/>
            <a:ext cx="275652" cy="316072"/>
          </a:xfrm>
          <a:prstGeom prst="rect">
            <a:avLst/>
          </a:prstGeom>
        </p:spPr>
        <p:txBody>
          <a:bodyPr vert="horz" wrap="square" lIns="0" tIns="10501" rIns="0" bIns="0" rtlCol="0">
            <a:spAutoFit/>
          </a:bodyPr>
          <a:lstStyle/>
          <a:p>
            <a:pPr marL="10502">
              <a:spcBef>
                <a:spcPts val="83"/>
              </a:spcBef>
            </a:pPr>
            <a:r>
              <a:rPr sz="1985" dirty="0">
                <a:solidFill>
                  <a:srgbClr val="FF0000"/>
                </a:solidFill>
                <a:latin typeface="Calibri"/>
                <a:cs typeface="Calibri"/>
              </a:rPr>
              <a:t>≈0</a:t>
            </a:r>
            <a:endParaRPr sz="1985">
              <a:latin typeface="Calibri"/>
              <a:cs typeface="Calibri"/>
            </a:endParaRPr>
          </a:p>
        </p:txBody>
      </p:sp>
      <p:sp>
        <p:nvSpPr>
          <p:cNvPr id="125" name="object 125"/>
          <p:cNvSpPr txBox="1"/>
          <p:nvPr/>
        </p:nvSpPr>
        <p:spPr>
          <a:xfrm>
            <a:off x="4047769" y="106165"/>
            <a:ext cx="275652" cy="316072"/>
          </a:xfrm>
          <a:prstGeom prst="rect">
            <a:avLst/>
          </a:prstGeom>
        </p:spPr>
        <p:txBody>
          <a:bodyPr vert="horz" wrap="square" lIns="0" tIns="10501" rIns="0" bIns="0" rtlCol="0">
            <a:spAutoFit/>
          </a:bodyPr>
          <a:lstStyle/>
          <a:p>
            <a:pPr marL="10502">
              <a:spcBef>
                <a:spcPts val="83"/>
              </a:spcBef>
            </a:pPr>
            <a:r>
              <a:rPr sz="1985" dirty="0">
                <a:solidFill>
                  <a:srgbClr val="FF0000"/>
                </a:solidFill>
                <a:latin typeface="Calibri"/>
                <a:cs typeface="Calibri"/>
              </a:rPr>
              <a:t>≈0</a:t>
            </a:r>
            <a:endParaRPr sz="1985">
              <a:latin typeface="Calibri"/>
              <a:cs typeface="Calibri"/>
            </a:endParaRPr>
          </a:p>
        </p:txBody>
      </p:sp>
      <p:sp>
        <p:nvSpPr>
          <p:cNvPr id="126" name="object 126"/>
          <p:cNvSpPr txBox="1"/>
          <p:nvPr/>
        </p:nvSpPr>
        <p:spPr>
          <a:xfrm>
            <a:off x="3900228" y="2196393"/>
            <a:ext cx="306630" cy="327736"/>
          </a:xfrm>
          <a:prstGeom prst="rect">
            <a:avLst/>
          </a:prstGeom>
          <a:solidFill>
            <a:srgbClr val="FFFFFF"/>
          </a:solidFill>
        </p:spPr>
        <p:txBody>
          <a:bodyPr vert="horz" wrap="square" lIns="0" tIns="22052" rIns="0" bIns="0" rtlCol="0">
            <a:spAutoFit/>
          </a:bodyPr>
          <a:lstStyle/>
          <a:p>
            <a:pPr marL="86113">
              <a:spcBef>
                <a:spcPts val="174"/>
              </a:spcBef>
            </a:pPr>
            <a:r>
              <a:rPr sz="1985" dirty="0">
                <a:solidFill>
                  <a:srgbClr val="FF0000"/>
                </a:solidFill>
                <a:latin typeface="Calibri"/>
                <a:cs typeface="Calibri"/>
              </a:rPr>
              <a:t>0</a:t>
            </a:r>
            <a:endParaRPr sz="1985">
              <a:latin typeface="Calibri"/>
              <a:cs typeface="Calibri"/>
            </a:endParaRPr>
          </a:p>
        </p:txBody>
      </p:sp>
      <p:sp>
        <p:nvSpPr>
          <p:cNvPr id="127" name="object 127"/>
          <p:cNvSpPr txBox="1"/>
          <p:nvPr/>
        </p:nvSpPr>
        <p:spPr>
          <a:xfrm>
            <a:off x="3273529" y="4687738"/>
            <a:ext cx="149114" cy="316072"/>
          </a:xfrm>
          <a:prstGeom prst="rect">
            <a:avLst/>
          </a:prstGeom>
        </p:spPr>
        <p:txBody>
          <a:bodyPr vert="horz" wrap="square" lIns="0" tIns="10501" rIns="0" bIns="0" rtlCol="0">
            <a:spAutoFit/>
          </a:bodyPr>
          <a:lstStyle/>
          <a:p>
            <a:pPr marL="10502">
              <a:spcBef>
                <a:spcPts val="83"/>
              </a:spcBef>
            </a:pPr>
            <a:r>
              <a:rPr sz="1985" b="1" dirty="0">
                <a:solidFill>
                  <a:srgbClr val="0000FF"/>
                </a:solidFill>
                <a:latin typeface="Calibri"/>
                <a:cs typeface="Calibri"/>
              </a:rPr>
              <a:t>1</a:t>
            </a:r>
            <a:endParaRPr sz="1985">
              <a:latin typeface="Calibri"/>
              <a:cs typeface="Calibri"/>
            </a:endParaRPr>
          </a:p>
        </p:txBody>
      </p:sp>
      <p:sp>
        <p:nvSpPr>
          <p:cNvPr id="128" name="object 128"/>
          <p:cNvSpPr txBox="1"/>
          <p:nvPr/>
        </p:nvSpPr>
        <p:spPr>
          <a:xfrm>
            <a:off x="3866522" y="4733858"/>
            <a:ext cx="607484" cy="316072"/>
          </a:xfrm>
          <a:prstGeom prst="rect">
            <a:avLst/>
          </a:prstGeom>
        </p:spPr>
        <p:txBody>
          <a:bodyPr vert="horz" wrap="square" lIns="0" tIns="10501" rIns="0" bIns="0" rtlCol="0">
            <a:spAutoFit/>
          </a:bodyPr>
          <a:lstStyle/>
          <a:p>
            <a:pPr marL="10502">
              <a:spcBef>
                <a:spcPts val="83"/>
              </a:spcBef>
              <a:tabLst>
                <a:tab pos="468898" algn="l"/>
              </a:tabLst>
            </a:pPr>
            <a:r>
              <a:rPr sz="2977" b="1" baseline="1157" dirty="0">
                <a:solidFill>
                  <a:srgbClr val="7E7E7E"/>
                </a:solidFill>
                <a:latin typeface="Calibri"/>
                <a:cs typeface="Calibri"/>
              </a:rPr>
              <a:t>0	</a:t>
            </a:r>
            <a:r>
              <a:rPr sz="1985" b="1" dirty="0">
                <a:solidFill>
                  <a:srgbClr val="7E7E7E"/>
                </a:solidFill>
                <a:latin typeface="Calibri"/>
                <a:cs typeface="Calibri"/>
              </a:rPr>
              <a:t>0</a:t>
            </a:r>
            <a:endParaRPr sz="1985">
              <a:latin typeface="Calibri"/>
              <a:cs typeface="Calibri"/>
            </a:endParaRPr>
          </a:p>
        </p:txBody>
      </p:sp>
      <p:sp>
        <p:nvSpPr>
          <p:cNvPr id="129" name="object 129"/>
          <p:cNvSpPr txBox="1"/>
          <p:nvPr/>
        </p:nvSpPr>
        <p:spPr>
          <a:xfrm>
            <a:off x="1861183" y="1215598"/>
            <a:ext cx="403239" cy="316072"/>
          </a:xfrm>
          <a:prstGeom prst="rect">
            <a:avLst/>
          </a:prstGeom>
        </p:spPr>
        <p:txBody>
          <a:bodyPr vert="horz" wrap="square" lIns="0" tIns="10501" rIns="0" bIns="0" rtlCol="0">
            <a:spAutoFit/>
          </a:bodyPr>
          <a:lstStyle/>
          <a:p>
            <a:pPr marL="10502">
              <a:spcBef>
                <a:spcPts val="83"/>
              </a:spcBef>
            </a:pPr>
            <a:r>
              <a:rPr sz="1985" b="1" spc="-4" dirty="0">
                <a:solidFill>
                  <a:srgbClr val="0000FF"/>
                </a:solidFill>
                <a:latin typeface="Calibri"/>
                <a:cs typeface="Calibri"/>
              </a:rPr>
              <a:t>100</a:t>
            </a:r>
            <a:endParaRPr sz="1985">
              <a:latin typeface="Calibri"/>
              <a:cs typeface="Calibri"/>
            </a:endParaRPr>
          </a:p>
        </p:txBody>
      </p:sp>
      <p:sp>
        <p:nvSpPr>
          <p:cNvPr id="130" name="object 130"/>
          <p:cNvSpPr txBox="1"/>
          <p:nvPr/>
        </p:nvSpPr>
        <p:spPr>
          <a:xfrm>
            <a:off x="6148077" y="1599200"/>
            <a:ext cx="149114" cy="316072"/>
          </a:xfrm>
          <a:prstGeom prst="rect">
            <a:avLst/>
          </a:prstGeom>
        </p:spPr>
        <p:txBody>
          <a:bodyPr vert="horz" wrap="square" lIns="0" tIns="10501" rIns="0" bIns="0" rtlCol="0">
            <a:spAutoFit/>
          </a:bodyPr>
          <a:lstStyle/>
          <a:p>
            <a:pPr marL="10502">
              <a:spcBef>
                <a:spcPts val="83"/>
              </a:spcBef>
            </a:pPr>
            <a:r>
              <a:rPr sz="1985" b="1" dirty="0">
                <a:solidFill>
                  <a:srgbClr val="7E7E7E"/>
                </a:solidFill>
                <a:latin typeface="Calibri"/>
                <a:cs typeface="Calibri"/>
              </a:rPr>
              <a:t>0</a:t>
            </a:r>
            <a:endParaRPr sz="1985">
              <a:latin typeface="Calibri"/>
              <a:cs typeface="Calibri"/>
            </a:endParaRPr>
          </a:p>
        </p:txBody>
      </p:sp>
      <p:sp>
        <p:nvSpPr>
          <p:cNvPr id="131" name="object 131"/>
          <p:cNvSpPr txBox="1"/>
          <p:nvPr/>
        </p:nvSpPr>
        <p:spPr>
          <a:xfrm>
            <a:off x="6124449" y="2691725"/>
            <a:ext cx="149114" cy="316072"/>
          </a:xfrm>
          <a:prstGeom prst="rect">
            <a:avLst/>
          </a:prstGeom>
        </p:spPr>
        <p:txBody>
          <a:bodyPr vert="horz" wrap="square" lIns="0" tIns="10501" rIns="0" bIns="0" rtlCol="0">
            <a:spAutoFit/>
          </a:bodyPr>
          <a:lstStyle/>
          <a:p>
            <a:pPr marL="10502">
              <a:spcBef>
                <a:spcPts val="83"/>
              </a:spcBef>
            </a:pPr>
            <a:r>
              <a:rPr sz="1985" b="1" dirty="0">
                <a:solidFill>
                  <a:srgbClr val="7E7E7E"/>
                </a:solidFill>
                <a:latin typeface="Calibri"/>
                <a:cs typeface="Calibri"/>
              </a:rPr>
              <a:t>0</a:t>
            </a:r>
            <a:endParaRPr sz="1985">
              <a:latin typeface="Calibri"/>
              <a:cs typeface="Calibri"/>
            </a:endParaRPr>
          </a:p>
        </p:txBody>
      </p:sp>
      <p:sp>
        <p:nvSpPr>
          <p:cNvPr id="132" name="object 132"/>
          <p:cNvSpPr txBox="1"/>
          <p:nvPr/>
        </p:nvSpPr>
        <p:spPr>
          <a:xfrm>
            <a:off x="4885750" y="4714453"/>
            <a:ext cx="149114" cy="316072"/>
          </a:xfrm>
          <a:prstGeom prst="rect">
            <a:avLst/>
          </a:prstGeom>
        </p:spPr>
        <p:txBody>
          <a:bodyPr vert="horz" wrap="square" lIns="0" tIns="10501" rIns="0" bIns="0" rtlCol="0">
            <a:spAutoFit/>
          </a:bodyPr>
          <a:lstStyle/>
          <a:p>
            <a:pPr marL="10502">
              <a:spcBef>
                <a:spcPts val="83"/>
              </a:spcBef>
            </a:pPr>
            <a:r>
              <a:rPr sz="1985" b="1" dirty="0">
                <a:solidFill>
                  <a:srgbClr val="7E7E7E"/>
                </a:solidFill>
                <a:latin typeface="Calibri"/>
                <a:cs typeface="Calibri"/>
              </a:rPr>
              <a:t>0</a:t>
            </a:r>
            <a:endParaRPr sz="1985">
              <a:latin typeface="Calibri"/>
              <a:cs typeface="Calibri"/>
            </a:endParaRPr>
          </a:p>
        </p:txBody>
      </p:sp>
      <p:sp>
        <p:nvSpPr>
          <p:cNvPr id="133" name="object 133"/>
          <p:cNvSpPr txBox="1"/>
          <p:nvPr/>
        </p:nvSpPr>
        <p:spPr>
          <a:xfrm>
            <a:off x="1868996" y="70357"/>
            <a:ext cx="149114" cy="316072"/>
          </a:xfrm>
          <a:prstGeom prst="rect">
            <a:avLst/>
          </a:prstGeom>
        </p:spPr>
        <p:txBody>
          <a:bodyPr vert="horz" wrap="square" lIns="0" tIns="10501" rIns="0" bIns="0" rtlCol="0">
            <a:spAutoFit/>
          </a:bodyPr>
          <a:lstStyle/>
          <a:p>
            <a:pPr marL="10502">
              <a:spcBef>
                <a:spcPts val="83"/>
              </a:spcBef>
            </a:pPr>
            <a:r>
              <a:rPr sz="1985" b="1" dirty="0">
                <a:solidFill>
                  <a:srgbClr val="7E7E7E"/>
                </a:solidFill>
                <a:latin typeface="Calibri"/>
                <a:cs typeface="Calibri"/>
              </a:rPr>
              <a:t>0</a:t>
            </a:r>
            <a:endParaRPr sz="1985">
              <a:latin typeface="Calibri"/>
              <a:cs typeface="Calibri"/>
            </a:endParaRPr>
          </a:p>
        </p:txBody>
      </p:sp>
      <p:sp>
        <p:nvSpPr>
          <p:cNvPr id="134" name="object 134"/>
          <p:cNvSpPr txBox="1"/>
          <p:nvPr/>
        </p:nvSpPr>
        <p:spPr>
          <a:xfrm>
            <a:off x="1877312" y="615780"/>
            <a:ext cx="149114" cy="316072"/>
          </a:xfrm>
          <a:prstGeom prst="rect">
            <a:avLst/>
          </a:prstGeom>
        </p:spPr>
        <p:txBody>
          <a:bodyPr vert="horz" wrap="square" lIns="0" tIns="10501" rIns="0" bIns="0" rtlCol="0">
            <a:spAutoFit/>
          </a:bodyPr>
          <a:lstStyle/>
          <a:p>
            <a:pPr marL="10502">
              <a:spcBef>
                <a:spcPts val="83"/>
              </a:spcBef>
            </a:pPr>
            <a:r>
              <a:rPr sz="1985" b="1" dirty="0">
                <a:solidFill>
                  <a:srgbClr val="7E7E7E"/>
                </a:solidFill>
                <a:latin typeface="Calibri"/>
                <a:cs typeface="Calibri"/>
              </a:rPr>
              <a:t>0</a:t>
            </a:r>
            <a:endParaRPr sz="1985">
              <a:latin typeface="Calibri"/>
              <a:cs typeface="Calibri"/>
            </a:endParaRPr>
          </a:p>
        </p:txBody>
      </p:sp>
      <p:sp>
        <p:nvSpPr>
          <p:cNvPr id="135" name="object 135"/>
          <p:cNvSpPr txBox="1"/>
          <p:nvPr/>
        </p:nvSpPr>
        <p:spPr>
          <a:xfrm>
            <a:off x="1786836" y="2894605"/>
            <a:ext cx="403239" cy="316072"/>
          </a:xfrm>
          <a:prstGeom prst="rect">
            <a:avLst/>
          </a:prstGeom>
        </p:spPr>
        <p:txBody>
          <a:bodyPr vert="horz" wrap="square" lIns="0" tIns="10501" rIns="0" bIns="0" rtlCol="0">
            <a:spAutoFit/>
          </a:bodyPr>
          <a:lstStyle/>
          <a:p>
            <a:pPr marL="10502">
              <a:spcBef>
                <a:spcPts val="83"/>
              </a:spcBef>
            </a:pPr>
            <a:r>
              <a:rPr sz="1985" b="1" spc="-4" dirty="0">
                <a:solidFill>
                  <a:srgbClr val="0000FF"/>
                </a:solidFill>
                <a:latin typeface="Calibri"/>
                <a:cs typeface="Calibri"/>
              </a:rPr>
              <a:t>100</a:t>
            </a:r>
            <a:endParaRPr sz="1985">
              <a:latin typeface="Calibri"/>
              <a:cs typeface="Calibri"/>
            </a:endParaRPr>
          </a:p>
        </p:txBody>
      </p:sp>
      <p:sp>
        <p:nvSpPr>
          <p:cNvPr id="136" name="object 136"/>
          <p:cNvSpPr txBox="1"/>
          <p:nvPr/>
        </p:nvSpPr>
        <p:spPr>
          <a:xfrm>
            <a:off x="1833460" y="4110624"/>
            <a:ext cx="352834" cy="316072"/>
          </a:xfrm>
          <a:prstGeom prst="rect">
            <a:avLst/>
          </a:prstGeom>
        </p:spPr>
        <p:txBody>
          <a:bodyPr vert="horz" wrap="square" lIns="0" tIns="10501" rIns="0" bIns="0" rtlCol="0">
            <a:spAutoFit/>
          </a:bodyPr>
          <a:lstStyle/>
          <a:p>
            <a:pPr marL="10502">
              <a:spcBef>
                <a:spcPts val="83"/>
              </a:spcBef>
            </a:pPr>
            <a:r>
              <a:rPr sz="1985" b="1" spc="-4" dirty="0">
                <a:solidFill>
                  <a:srgbClr val="FF0000"/>
                </a:solidFill>
                <a:latin typeface="Calibri"/>
                <a:cs typeface="Calibri"/>
              </a:rPr>
              <a:t>-10</a:t>
            </a:r>
            <a:endParaRPr sz="1985">
              <a:latin typeface="Calibri"/>
              <a:cs typeface="Calibri"/>
            </a:endParaRPr>
          </a:p>
        </p:txBody>
      </p:sp>
      <p:sp>
        <p:nvSpPr>
          <p:cNvPr id="137" name="object 137"/>
          <p:cNvSpPr txBox="1"/>
          <p:nvPr/>
        </p:nvSpPr>
        <p:spPr>
          <a:xfrm>
            <a:off x="1845809" y="1744535"/>
            <a:ext cx="352834" cy="898330"/>
          </a:xfrm>
          <a:prstGeom prst="rect">
            <a:avLst/>
          </a:prstGeom>
        </p:spPr>
        <p:txBody>
          <a:bodyPr vert="horz" wrap="square" lIns="0" tIns="144914" rIns="0" bIns="0" rtlCol="0">
            <a:spAutoFit/>
          </a:bodyPr>
          <a:lstStyle/>
          <a:p>
            <a:pPr marL="10502">
              <a:spcBef>
                <a:spcPts val="1141"/>
              </a:spcBef>
            </a:pPr>
            <a:r>
              <a:rPr sz="1985" b="1" spc="-4" dirty="0">
                <a:solidFill>
                  <a:srgbClr val="FF0000"/>
                </a:solidFill>
                <a:latin typeface="Calibri"/>
                <a:cs typeface="Calibri"/>
              </a:rPr>
              <a:t>-10</a:t>
            </a:r>
            <a:endParaRPr sz="1985">
              <a:latin typeface="Calibri"/>
              <a:cs typeface="Calibri"/>
            </a:endParaRPr>
          </a:p>
          <a:p>
            <a:pPr marL="21528">
              <a:spcBef>
                <a:spcPts val="1058"/>
              </a:spcBef>
            </a:pPr>
            <a:r>
              <a:rPr sz="1985" b="1" dirty="0">
                <a:solidFill>
                  <a:srgbClr val="7E7E7E"/>
                </a:solidFill>
                <a:latin typeface="Calibri"/>
                <a:cs typeface="Calibri"/>
              </a:rPr>
              <a:t>0</a:t>
            </a:r>
            <a:endParaRPr sz="1985">
              <a:latin typeface="Calibri"/>
              <a:cs typeface="Calibri"/>
            </a:endParaRPr>
          </a:p>
        </p:txBody>
      </p:sp>
      <p:sp>
        <p:nvSpPr>
          <p:cNvPr id="138" name="object 138"/>
          <p:cNvSpPr txBox="1"/>
          <p:nvPr/>
        </p:nvSpPr>
        <p:spPr>
          <a:xfrm>
            <a:off x="1868996" y="3483357"/>
            <a:ext cx="149114" cy="316072"/>
          </a:xfrm>
          <a:prstGeom prst="rect">
            <a:avLst/>
          </a:prstGeom>
        </p:spPr>
        <p:txBody>
          <a:bodyPr vert="horz" wrap="square" lIns="0" tIns="10501" rIns="0" bIns="0" rtlCol="0">
            <a:spAutoFit/>
          </a:bodyPr>
          <a:lstStyle/>
          <a:p>
            <a:pPr marL="10502">
              <a:spcBef>
                <a:spcPts val="83"/>
              </a:spcBef>
            </a:pPr>
            <a:r>
              <a:rPr sz="1985" b="1" dirty="0">
                <a:solidFill>
                  <a:srgbClr val="7E7E7E"/>
                </a:solidFill>
                <a:latin typeface="Calibri"/>
                <a:cs typeface="Calibri"/>
              </a:rPr>
              <a:t>0</a:t>
            </a:r>
            <a:endParaRPr sz="1985">
              <a:latin typeface="Calibri"/>
              <a:cs typeface="Calibri"/>
            </a:endParaRPr>
          </a:p>
        </p:txBody>
      </p:sp>
      <p:sp>
        <p:nvSpPr>
          <p:cNvPr id="139" name="object 139"/>
          <p:cNvSpPr txBox="1"/>
          <p:nvPr/>
        </p:nvSpPr>
        <p:spPr>
          <a:xfrm>
            <a:off x="6006733" y="3229483"/>
            <a:ext cx="276177" cy="316072"/>
          </a:xfrm>
          <a:prstGeom prst="rect">
            <a:avLst/>
          </a:prstGeom>
        </p:spPr>
        <p:txBody>
          <a:bodyPr vert="horz" wrap="square" lIns="0" tIns="10501" rIns="0" bIns="0" rtlCol="0">
            <a:spAutoFit/>
          </a:bodyPr>
          <a:lstStyle/>
          <a:p>
            <a:pPr marL="10502">
              <a:spcBef>
                <a:spcPts val="83"/>
              </a:spcBef>
            </a:pPr>
            <a:r>
              <a:rPr sz="1985" b="1" spc="-4" dirty="0">
                <a:solidFill>
                  <a:srgbClr val="0000FF"/>
                </a:solidFill>
                <a:latin typeface="Calibri"/>
                <a:cs typeface="Calibri"/>
              </a:rPr>
              <a:t>10</a:t>
            </a:r>
            <a:endParaRPr sz="1985">
              <a:latin typeface="Calibri"/>
              <a:cs typeface="Calibri"/>
            </a:endParaRPr>
          </a:p>
        </p:txBody>
      </p:sp>
      <p:sp>
        <p:nvSpPr>
          <p:cNvPr id="140" name="object 140"/>
          <p:cNvSpPr txBox="1"/>
          <p:nvPr/>
        </p:nvSpPr>
        <p:spPr>
          <a:xfrm>
            <a:off x="5854993" y="2125405"/>
            <a:ext cx="403239" cy="316072"/>
          </a:xfrm>
          <a:prstGeom prst="rect">
            <a:avLst/>
          </a:prstGeom>
        </p:spPr>
        <p:txBody>
          <a:bodyPr vert="horz" wrap="square" lIns="0" tIns="10501" rIns="0" bIns="0" rtlCol="0">
            <a:spAutoFit/>
          </a:bodyPr>
          <a:lstStyle/>
          <a:p>
            <a:pPr marL="10502">
              <a:spcBef>
                <a:spcPts val="83"/>
              </a:spcBef>
            </a:pPr>
            <a:r>
              <a:rPr sz="1985" b="1" spc="-4" dirty="0">
                <a:solidFill>
                  <a:srgbClr val="0000FF"/>
                </a:solidFill>
                <a:latin typeface="Calibri"/>
                <a:cs typeface="Calibri"/>
              </a:rPr>
              <a:t>100</a:t>
            </a:r>
            <a:endParaRPr sz="1985">
              <a:latin typeface="Calibri"/>
              <a:cs typeface="Calibri"/>
            </a:endParaRPr>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4297063" y="5013921"/>
            <a:ext cx="404813" cy="387488"/>
            <a:chOff x="3671189" y="6063869"/>
            <a:chExt cx="489584" cy="468630"/>
          </a:xfrm>
        </p:grpSpPr>
        <p:pic>
          <p:nvPicPr>
            <p:cNvPr id="3" name="object 3"/>
            <p:cNvPicPr/>
            <p:nvPr/>
          </p:nvPicPr>
          <p:blipFill>
            <a:blip r:embed="rId2" cstate="print"/>
            <a:stretch>
              <a:fillRect/>
            </a:stretch>
          </p:blipFill>
          <p:spPr>
            <a:xfrm>
              <a:off x="3674364" y="6067044"/>
              <a:ext cx="483108" cy="461772"/>
            </a:xfrm>
            <a:prstGeom prst="rect">
              <a:avLst/>
            </a:prstGeom>
          </p:spPr>
        </p:pic>
        <p:sp>
          <p:nvSpPr>
            <p:cNvPr id="4" name="object 4"/>
            <p:cNvSpPr/>
            <p:nvPr/>
          </p:nvSpPr>
          <p:spPr>
            <a:xfrm>
              <a:off x="3674364" y="6067044"/>
              <a:ext cx="483234" cy="462280"/>
            </a:xfrm>
            <a:custGeom>
              <a:avLst/>
              <a:gdLst/>
              <a:ahLst/>
              <a:cxnLst/>
              <a:rect l="l" t="t" r="r" b="b"/>
              <a:pathLst>
                <a:path w="483235" h="462279">
                  <a:moveTo>
                    <a:pt x="0" y="461771"/>
                  </a:moveTo>
                  <a:lnTo>
                    <a:pt x="483108" y="461771"/>
                  </a:lnTo>
                  <a:lnTo>
                    <a:pt x="483108" y="0"/>
                  </a:lnTo>
                  <a:lnTo>
                    <a:pt x="0" y="0"/>
                  </a:lnTo>
                  <a:lnTo>
                    <a:pt x="0" y="461771"/>
                  </a:lnTo>
                  <a:close/>
                </a:path>
              </a:pathLst>
            </a:custGeom>
            <a:ln w="6096">
              <a:solidFill>
                <a:srgbClr val="FFC000"/>
              </a:solidFill>
            </a:ln>
          </p:spPr>
          <p:txBody>
            <a:bodyPr wrap="square" lIns="0" tIns="0" rIns="0" bIns="0" rtlCol="0"/>
            <a:lstStyle/>
            <a:p>
              <a:endParaRPr sz="1488"/>
            </a:p>
          </p:txBody>
        </p:sp>
      </p:grpSp>
      <p:sp>
        <p:nvSpPr>
          <p:cNvPr id="5" name="object 5"/>
          <p:cNvSpPr txBox="1"/>
          <p:nvPr/>
        </p:nvSpPr>
        <p:spPr>
          <a:xfrm>
            <a:off x="4281206" y="5028477"/>
            <a:ext cx="436842" cy="316072"/>
          </a:xfrm>
          <a:prstGeom prst="rect">
            <a:avLst/>
          </a:prstGeom>
        </p:spPr>
        <p:txBody>
          <a:bodyPr vert="horz" wrap="square" lIns="0" tIns="10501" rIns="0" bIns="0" rtlCol="0">
            <a:spAutoFit/>
          </a:bodyPr>
          <a:lstStyle/>
          <a:p>
            <a:pPr marL="121294">
              <a:spcBef>
                <a:spcPts val="83"/>
              </a:spcBef>
            </a:pPr>
            <a:r>
              <a:rPr sz="1985" spc="-4" dirty="0">
                <a:latin typeface="Calibri"/>
                <a:cs typeface="Calibri"/>
              </a:rPr>
              <a:t>x</a:t>
            </a:r>
            <a:r>
              <a:rPr sz="1985" spc="-6" baseline="-20833" dirty="0">
                <a:latin typeface="Calibri"/>
                <a:cs typeface="Calibri"/>
              </a:rPr>
              <a:t>1</a:t>
            </a:r>
            <a:endParaRPr sz="1985" baseline="-20833">
              <a:latin typeface="Calibri"/>
              <a:cs typeface="Calibri"/>
            </a:endParaRPr>
          </a:p>
        </p:txBody>
      </p:sp>
      <p:grpSp>
        <p:nvGrpSpPr>
          <p:cNvPr id="6" name="object 6"/>
          <p:cNvGrpSpPr/>
          <p:nvPr/>
        </p:nvGrpSpPr>
        <p:grpSpPr>
          <a:xfrm>
            <a:off x="5422352" y="5013921"/>
            <a:ext cx="477796" cy="387488"/>
            <a:chOff x="5032121" y="6063869"/>
            <a:chExt cx="577850" cy="468630"/>
          </a:xfrm>
        </p:grpSpPr>
        <p:pic>
          <p:nvPicPr>
            <p:cNvPr id="7" name="object 7"/>
            <p:cNvPicPr/>
            <p:nvPr/>
          </p:nvPicPr>
          <p:blipFill>
            <a:blip r:embed="rId3" cstate="print"/>
            <a:stretch>
              <a:fillRect/>
            </a:stretch>
          </p:blipFill>
          <p:spPr>
            <a:xfrm>
              <a:off x="5035296" y="6067044"/>
              <a:ext cx="571500" cy="461772"/>
            </a:xfrm>
            <a:prstGeom prst="rect">
              <a:avLst/>
            </a:prstGeom>
          </p:spPr>
        </p:pic>
        <p:sp>
          <p:nvSpPr>
            <p:cNvPr id="8" name="object 8"/>
            <p:cNvSpPr/>
            <p:nvPr/>
          </p:nvSpPr>
          <p:spPr>
            <a:xfrm>
              <a:off x="5035296" y="6067044"/>
              <a:ext cx="571500" cy="462280"/>
            </a:xfrm>
            <a:custGeom>
              <a:avLst/>
              <a:gdLst/>
              <a:ahLst/>
              <a:cxnLst/>
              <a:rect l="l" t="t" r="r" b="b"/>
              <a:pathLst>
                <a:path w="571500" h="462279">
                  <a:moveTo>
                    <a:pt x="0" y="461771"/>
                  </a:moveTo>
                  <a:lnTo>
                    <a:pt x="571500" y="461771"/>
                  </a:lnTo>
                  <a:lnTo>
                    <a:pt x="571500" y="0"/>
                  </a:lnTo>
                  <a:lnTo>
                    <a:pt x="0" y="0"/>
                  </a:lnTo>
                  <a:lnTo>
                    <a:pt x="0" y="461771"/>
                  </a:lnTo>
                  <a:close/>
                </a:path>
              </a:pathLst>
            </a:custGeom>
            <a:ln w="6095">
              <a:solidFill>
                <a:srgbClr val="FFC000"/>
              </a:solidFill>
            </a:ln>
          </p:spPr>
          <p:txBody>
            <a:bodyPr wrap="square" lIns="0" tIns="0" rIns="0" bIns="0" rtlCol="0"/>
            <a:lstStyle/>
            <a:p>
              <a:endParaRPr sz="1488"/>
            </a:p>
          </p:txBody>
        </p:sp>
      </p:grpSp>
      <p:sp>
        <p:nvSpPr>
          <p:cNvPr id="9" name="object 9"/>
          <p:cNvSpPr txBox="1"/>
          <p:nvPr/>
        </p:nvSpPr>
        <p:spPr>
          <a:xfrm>
            <a:off x="5395994" y="5028477"/>
            <a:ext cx="1411861" cy="316072"/>
          </a:xfrm>
          <a:prstGeom prst="rect">
            <a:avLst/>
          </a:prstGeom>
        </p:spPr>
        <p:txBody>
          <a:bodyPr vert="horz" wrap="square" lIns="0" tIns="10501" rIns="0" bIns="0" rtlCol="0">
            <a:spAutoFit/>
          </a:bodyPr>
          <a:lstStyle/>
          <a:p>
            <a:pPr marL="168026">
              <a:spcBef>
                <a:spcPts val="83"/>
              </a:spcBef>
              <a:tabLst>
                <a:tab pos="835405" algn="l"/>
              </a:tabLst>
            </a:pPr>
            <a:r>
              <a:rPr sz="1985" spc="-4" dirty="0">
                <a:latin typeface="Calibri"/>
                <a:cs typeface="Calibri"/>
              </a:rPr>
              <a:t>x</a:t>
            </a:r>
            <a:r>
              <a:rPr sz="1985" spc="-6" baseline="-20833" dirty="0">
                <a:latin typeface="Calibri"/>
                <a:cs typeface="Calibri"/>
              </a:rPr>
              <a:t>2	</a:t>
            </a:r>
            <a:r>
              <a:rPr sz="1985" spc="-4" dirty="0">
                <a:latin typeface="Calibri"/>
                <a:cs typeface="Calibri"/>
              </a:rPr>
              <a:t>Input</a:t>
            </a:r>
            <a:endParaRPr sz="1985">
              <a:latin typeface="Calibri"/>
              <a:cs typeface="Calibri"/>
            </a:endParaRPr>
          </a:p>
        </p:txBody>
      </p:sp>
      <p:grpSp>
        <p:nvGrpSpPr>
          <p:cNvPr id="10" name="object 10"/>
          <p:cNvGrpSpPr/>
          <p:nvPr/>
        </p:nvGrpSpPr>
        <p:grpSpPr>
          <a:xfrm>
            <a:off x="3480504" y="2048329"/>
            <a:ext cx="3385003" cy="1482743"/>
            <a:chOff x="2683636" y="2477261"/>
            <a:chExt cx="4093845" cy="1793239"/>
          </a:xfrm>
        </p:grpSpPr>
        <p:pic>
          <p:nvPicPr>
            <p:cNvPr id="11" name="object 11"/>
            <p:cNvPicPr/>
            <p:nvPr/>
          </p:nvPicPr>
          <p:blipFill>
            <a:blip r:embed="rId4" cstate="print"/>
            <a:stretch>
              <a:fillRect/>
            </a:stretch>
          </p:blipFill>
          <p:spPr>
            <a:xfrm>
              <a:off x="2686811" y="3066287"/>
              <a:ext cx="1199388" cy="1200912"/>
            </a:xfrm>
            <a:prstGeom prst="rect">
              <a:avLst/>
            </a:prstGeom>
          </p:spPr>
        </p:pic>
        <p:sp>
          <p:nvSpPr>
            <p:cNvPr id="12" name="object 12"/>
            <p:cNvSpPr/>
            <p:nvPr/>
          </p:nvSpPr>
          <p:spPr>
            <a:xfrm>
              <a:off x="2686811" y="3066287"/>
              <a:ext cx="1199515" cy="1201420"/>
            </a:xfrm>
            <a:custGeom>
              <a:avLst/>
              <a:gdLst/>
              <a:ahLst/>
              <a:cxnLst/>
              <a:rect l="l" t="t" r="r" b="b"/>
              <a:pathLst>
                <a:path w="1199514" h="1201420">
                  <a:moveTo>
                    <a:pt x="0" y="600456"/>
                  </a:moveTo>
                  <a:lnTo>
                    <a:pt x="1804" y="553534"/>
                  </a:lnTo>
                  <a:lnTo>
                    <a:pt x="7127" y="507599"/>
                  </a:lnTo>
                  <a:lnTo>
                    <a:pt x="15837" y="462785"/>
                  </a:lnTo>
                  <a:lnTo>
                    <a:pt x="27800" y="419225"/>
                  </a:lnTo>
                  <a:lnTo>
                    <a:pt x="42882" y="377052"/>
                  </a:lnTo>
                  <a:lnTo>
                    <a:pt x="60951" y="336401"/>
                  </a:lnTo>
                  <a:lnTo>
                    <a:pt x="81872" y="297405"/>
                  </a:lnTo>
                  <a:lnTo>
                    <a:pt x="105513" y="260198"/>
                  </a:lnTo>
                  <a:lnTo>
                    <a:pt x="131741" y="224912"/>
                  </a:lnTo>
                  <a:lnTo>
                    <a:pt x="160422" y="191681"/>
                  </a:lnTo>
                  <a:lnTo>
                    <a:pt x="191422" y="160640"/>
                  </a:lnTo>
                  <a:lnTo>
                    <a:pt x="224610" y="131921"/>
                  </a:lnTo>
                  <a:lnTo>
                    <a:pt x="259850" y="105658"/>
                  </a:lnTo>
                  <a:lnTo>
                    <a:pt x="297010" y="81985"/>
                  </a:lnTo>
                  <a:lnTo>
                    <a:pt x="335957" y="61035"/>
                  </a:lnTo>
                  <a:lnTo>
                    <a:pt x="376557" y="42942"/>
                  </a:lnTo>
                  <a:lnTo>
                    <a:pt x="418678" y="27839"/>
                  </a:lnTo>
                  <a:lnTo>
                    <a:pt x="462185" y="15859"/>
                  </a:lnTo>
                  <a:lnTo>
                    <a:pt x="506945" y="7137"/>
                  </a:lnTo>
                  <a:lnTo>
                    <a:pt x="552826" y="1806"/>
                  </a:lnTo>
                  <a:lnTo>
                    <a:pt x="599693" y="0"/>
                  </a:lnTo>
                  <a:lnTo>
                    <a:pt x="646561" y="1806"/>
                  </a:lnTo>
                  <a:lnTo>
                    <a:pt x="692442" y="7137"/>
                  </a:lnTo>
                  <a:lnTo>
                    <a:pt x="737202" y="15859"/>
                  </a:lnTo>
                  <a:lnTo>
                    <a:pt x="780709" y="27839"/>
                  </a:lnTo>
                  <a:lnTo>
                    <a:pt x="822830" y="42942"/>
                  </a:lnTo>
                  <a:lnTo>
                    <a:pt x="863430" y="61035"/>
                  </a:lnTo>
                  <a:lnTo>
                    <a:pt x="902377" y="81985"/>
                  </a:lnTo>
                  <a:lnTo>
                    <a:pt x="939537" y="105658"/>
                  </a:lnTo>
                  <a:lnTo>
                    <a:pt x="974777" y="131921"/>
                  </a:lnTo>
                  <a:lnTo>
                    <a:pt x="1007965" y="160640"/>
                  </a:lnTo>
                  <a:lnTo>
                    <a:pt x="1038965" y="191681"/>
                  </a:lnTo>
                  <a:lnTo>
                    <a:pt x="1067646" y="224912"/>
                  </a:lnTo>
                  <a:lnTo>
                    <a:pt x="1093874" y="260198"/>
                  </a:lnTo>
                  <a:lnTo>
                    <a:pt x="1117515" y="297405"/>
                  </a:lnTo>
                  <a:lnTo>
                    <a:pt x="1138436" y="336401"/>
                  </a:lnTo>
                  <a:lnTo>
                    <a:pt x="1156505" y="377052"/>
                  </a:lnTo>
                  <a:lnTo>
                    <a:pt x="1171587" y="419225"/>
                  </a:lnTo>
                  <a:lnTo>
                    <a:pt x="1183550" y="462785"/>
                  </a:lnTo>
                  <a:lnTo>
                    <a:pt x="1192260" y="507599"/>
                  </a:lnTo>
                  <a:lnTo>
                    <a:pt x="1197583" y="553534"/>
                  </a:lnTo>
                  <a:lnTo>
                    <a:pt x="1199388" y="600456"/>
                  </a:lnTo>
                  <a:lnTo>
                    <a:pt x="1197583" y="647377"/>
                  </a:lnTo>
                  <a:lnTo>
                    <a:pt x="1192260" y="693312"/>
                  </a:lnTo>
                  <a:lnTo>
                    <a:pt x="1183550" y="738126"/>
                  </a:lnTo>
                  <a:lnTo>
                    <a:pt x="1171587" y="781686"/>
                  </a:lnTo>
                  <a:lnTo>
                    <a:pt x="1156505" y="823859"/>
                  </a:lnTo>
                  <a:lnTo>
                    <a:pt x="1138436" y="864510"/>
                  </a:lnTo>
                  <a:lnTo>
                    <a:pt x="1117515" y="903506"/>
                  </a:lnTo>
                  <a:lnTo>
                    <a:pt x="1093874" y="940713"/>
                  </a:lnTo>
                  <a:lnTo>
                    <a:pt x="1067646" y="975999"/>
                  </a:lnTo>
                  <a:lnTo>
                    <a:pt x="1038965" y="1009230"/>
                  </a:lnTo>
                  <a:lnTo>
                    <a:pt x="1007965" y="1040271"/>
                  </a:lnTo>
                  <a:lnTo>
                    <a:pt x="974777" y="1068990"/>
                  </a:lnTo>
                  <a:lnTo>
                    <a:pt x="939537" y="1095253"/>
                  </a:lnTo>
                  <a:lnTo>
                    <a:pt x="902377" y="1118926"/>
                  </a:lnTo>
                  <a:lnTo>
                    <a:pt x="863430" y="1139876"/>
                  </a:lnTo>
                  <a:lnTo>
                    <a:pt x="822830" y="1157969"/>
                  </a:lnTo>
                  <a:lnTo>
                    <a:pt x="780709" y="1173072"/>
                  </a:lnTo>
                  <a:lnTo>
                    <a:pt x="737202" y="1185052"/>
                  </a:lnTo>
                  <a:lnTo>
                    <a:pt x="692442" y="1193774"/>
                  </a:lnTo>
                  <a:lnTo>
                    <a:pt x="646561" y="1199105"/>
                  </a:lnTo>
                  <a:lnTo>
                    <a:pt x="599693" y="1200912"/>
                  </a:lnTo>
                  <a:lnTo>
                    <a:pt x="552826" y="1199105"/>
                  </a:lnTo>
                  <a:lnTo>
                    <a:pt x="506945" y="1193774"/>
                  </a:lnTo>
                  <a:lnTo>
                    <a:pt x="462185" y="1185052"/>
                  </a:lnTo>
                  <a:lnTo>
                    <a:pt x="418678" y="1173072"/>
                  </a:lnTo>
                  <a:lnTo>
                    <a:pt x="376557" y="1157969"/>
                  </a:lnTo>
                  <a:lnTo>
                    <a:pt x="335957" y="1139876"/>
                  </a:lnTo>
                  <a:lnTo>
                    <a:pt x="297010" y="1118926"/>
                  </a:lnTo>
                  <a:lnTo>
                    <a:pt x="259850" y="1095253"/>
                  </a:lnTo>
                  <a:lnTo>
                    <a:pt x="224610" y="1068990"/>
                  </a:lnTo>
                  <a:lnTo>
                    <a:pt x="191422" y="1040271"/>
                  </a:lnTo>
                  <a:lnTo>
                    <a:pt x="160422" y="1009230"/>
                  </a:lnTo>
                  <a:lnTo>
                    <a:pt x="131741" y="975999"/>
                  </a:lnTo>
                  <a:lnTo>
                    <a:pt x="105513" y="940713"/>
                  </a:lnTo>
                  <a:lnTo>
                    <a:pt x="81872" y="903506"/>
                  </a:lnTo>
                  <a:lnTo>
                    <a:pt x="60951" y="864510"/>
                  </a:lnTo>
                  <a:lnTo>
                    <a:pt x="42882" y="823859"/>
                  </a:lnTo>
                  <a:lnTo>
                    <a:pt x="27800" y="781686"/>
                  </a:lnTo>
                  <a:lnTo>
                    <a:pt x="15837" y="738126"/>
                  </a:lnTo>
                  <a:lnTo>
                    <a:pt x="7127" y="693312"/>
                  </a:lnTo>
                  <a:lnTo>
                    <a:pt x="1804" y="647377"/>
                  </a:lnTo>
                  <a:lnTo>
                    <a:pt x="0" y="600456"/>
                  </a:lnTo>
                  <a:close/>
                </a:path>
              </a:pathLst>
            </a:custGeom>
            <a:ln w="6096">
              <a:solidFill>
                <a:srgbClr val="5B9BD4"/>
              </a:solidFill>
            </a:ln>
          </p:spPr>
          <p:txBody>
            <a:bodyPr wrap="square" lIns="0" tIns="0" rIns="0" bIns="0" rtlCol="0"/>
            <a:lstStyle/>
            <a:p>
              <a:endParaRPr sz="1488"/>
            </a:p>
          </p:txBody>
        </p:sp>
        <p:sp>
          <p:nvSpPr>
            <p:cNvPr id="13" name="object 13"/>
            <p:cNvSpPr/>
            <p:nvPr/>
          </p:nvSpPr>
          <p:spPr>
            <a:xfrm>
              <a:off x="2836163" y="3357514"/>
              <a:ext cx="838200" cy="620395"/>
            </a:xfrm>
            <a:custGeom>
              <a:avLst/>
              <a:gdLst/>
              <a:ahLst/>
              <a:cxnLst/>
              <a:rect l="l" t="t" r="r" b="b"/>
              <a:pathLst>
                <a:path w="838200" h="620395">
                  <a:moveTo>
                    <a:pt x="0" y="620125"/>
                  </a:moveTo>
                  <a:lnTo>
                    <a:pt x="53447" y="606367"/>
                  </a:lnTo>
                  <a:lnTo>
                    <a:pt x="106114" y="592339"/>
                  </a:lnTo>
                  <a:lnTo>
                    <a:pt x="157218" y="577758"/>
                  </a:lnTo>
                  <a:lnTo>
                    <a:pt x="205978" y="562340"/>
                  </a:lnTo>
                  <a:lnTo>
                    <a:pt x="251612" y="545802"/>
                  </a:lnTo>
                  <a:lnTo>
                    <a:pt x="293340" y="527863"/>
                  </a:lnTo>
                  <a:lnTo>
                    <a:pt x="330379" y="508239"/>
                  </a:lnTo>
                  <a:lnTo>
                    <a:pt x="361950" y="486648"/>
                  </a:lnTo>
                  <a:lnTo>
                    <a:pt x="408979" y="425459"/>
                  </a:lnTo>
                  <a:lnTo>
                    <a:pt x="438150" y="349662"/>
                  </a:lnTo>
                  <a:lnTo>
                    <a:pt x="453032" y="285176"/>
                  </a:lnTo>
                  <a:lnTo>
                    <a:pt x="457200" y="257921"/>
                  </a:lnTo>
                  <a:lnTo>
                    <a:pt x="473201" y="208835"/>
                  </a:lnTo>
                  <a:lnTo>
                    <a:pt x="486155" y="156378"/>
                  </a:lnTo>
                  <a:lnTo>
                    <a:pt x="500633" y="105591"/>
                  </a:lnTo>
                  <a:lnTo>
                    <a:pt x="521207" y="61516"/>
                  </a:lnTo>
                  <a:lnTo>
                    <a:pt x="552450" y="29194"/>
                  </a:lnTo>
                  <a:lnTo>
                    <a:pt x="587948" y="12675"/>
                  </a:lnTo>
                  <a:lnTo>
                    <a:pt x="630061" y="3427"/>
                  </a:lnTo>
                  <a:lnTo>
                    <a:pt x="677465" y="0"/>
                  </a:lnTo>
                  <a:lnTo>
                    <a:pt x="728838" y="943"/>
                  </a:lnTo>
                  <a:lnTo>
                    <a:pt x="782857" y="4808"/>
                  </a:lnTo>
                  <a:lnTo>
                    <a:pt x="838200" y="10144"/>
                  </a:lnTo>
                </a:path>
              </a:pathLst>
            </a:custGeom>
            <a:ln w="57912">
              <a:solidFill>
                <a:srgbClr val="000000"/>
              </a:solidFill>
            </a:ln>
          </p:spPr>
          <p:txBody>
            <a:bodyPr wrap="square" lIns="0" tIns="0" rIns="0" bIns="0" rtlCol="0"/>
            <a:lstStyle/>
            <a:p>
              <a:endParaRPr sz="1488"/>
            </a:p>
          </p:txBody>
        </p:sp>
        <p:sp>
          <p:nvSpPr>
            <p:cNvPr id="14" name="object 14"/>
            <p:cNvSpPr/>
            <p:nvPr/>
          </p:nvSpPr>
          <p:spPr>
            <a:xfrm>
              <a:off x="3229355" y="2477261"/>
              <a:ext cx="114300" cy="590550"/>
            </a:xfrm>
            <a:custGeom>
              <a:avLst/>
              <a:gdLst/>
              <a:ahLst/>
              <a:cxnLst/>
              <a:rect l="l" t="t" r="r" b="b"/>
              <a:pathLst>
                <a:path w="114300" h="590550">
                  <a:moveTo>
                    <a:pt x="76199" y="95250"/>
                  </a:moveTo>
                  <a:lnTo>
                    <a:pt x="38099" y="95250"/>
                  </a:lnTo>
                  <a:lnTo>
                    <a:pt x="38099" y="590550"/>
                  </a:lnTo>
                  <a:lnTo>
                    <a:pt x="76199" y="590550"/>
                  </a:lnTo>
                  <a:lnTo>
                    <a:pt x="76199" y="95250"/>
                  </a:lnTo>
                  <a:close/>
                </a:path>
                <a:path w="114300" h="590550">
                  <a:moveTo>
                    <a:pt x="57149" y="0"/>
                  </a:moveTo>
                  <a:lnTo>
                    <a:pt x="0" y="114300"/>
                  </a:lnTo>
                  <a:lnTo>
                    <a:pt x="38099" y="114300"/>
                  </a:lnTo>
                  <a:lnTo>
                    <a:pt x="38099" y="95250"/>
                  </a:lnTo>
                  <a:lnTo>
                    <a:pt x="104774" y="95250"/>
                  </a:lnTo>
                  <a:lnTo>
                    <a:pt x="57149" y="0"/>
                  </a:lnTo>
                  <a:close/>
                </a:path>
                <a:path w="114300" h="590550">
                  <a:moveTo>
                    <a:pt x="104774" y="95250"/>
                  </a:moveTo>
                  <a:lnTo>
                    <a:pt x="76199" y="95250"/>
                  </a:lnTo>
                  <a:lnTo>
                    <a:pt x="76199" y="114300"/>
                  </a:lnTo>
                  <a:lnTo>
                    <a:pt x="114299" y="114300"/>
                  </a:lnTo>
                  <a:lnTo>
                    <a:pt x="104774" y="95250"/>
                  </a:lnTo>
                  <a:close/>
                </a:path>
              </a:pathLst>
            </a:custGeom>
            <a:solidFill>
              <a:srgbClr val="000000"/>
            </a:solidFill>
          </p:spPr>
          <p:txBody>
            <a:bodyPr wrap="square" lIns="0" tIns="0" rIns="0" bIns="0" rtlCol="0"/>
            <a:lstStyle/>
            <a:p>
              <a:endParaRPr sz="1488"/>
            </a:p>
          </p:txBody>
        </p:sp>
        <p:pic>
          <p:nvPicPr>
            <p:cNvPr id="15" name="object 15"/>
            <p:cNvPicPr/>
            <p:nvPr/>
          </p:nvPicPr>
          <p:blipFill>
            <a:blip r:embed="rId5" cstate="print"/>
            <a:stretch>
              <a:fillRect/>
            </a:stretch>
          </p:blipFill>
          <p:spPr>
            <a:xfrm>
              <a:off x="5573267" y="3066287"/>
              <a:ext cx="1200912" cy="1200912"/>
            </a:xfrm>
            <a:prstGeom prst="rect">
              <a:avLst/>
            </a:prstGeom>
          </p:spPr>
        </p:pic>
        <p:sp>
          <p:nvSpPr>
            <p:cNvPr id="16" name="object 16"/>
            <p:cNvSpPr/>
            <p:nvPr/>
          </p:nvSpPr>
          <p:spPr>
            <a:xfrm>
              <a:off x="5573267" y="3066287"/>
              <a:ext cx="1201420" cy="1201420"/>
            </a:xfrm>
            <a:custGeom>
              <a:avLst/>
              <a:gdLst/>
              <a:ahLst/>
              <a:cxnLst/>
              <a:rect l="l" t="t" r="r" b="b"/>
              <a:pathLst>
                <a:path w="1201420" h="1201420">
                  <a:moveTo>
                    <a:pt x="0" y="600456"/>
                  </a:moveTo>
                  <a:lnTo>
                    <a:pt x="1806" y="553534"/>
                  </a:lnTo>
                  <a:lnTo>
                    <a:pt x="7137" y="507599"/>
                  </a:lnTo>
                  <a:lnTo>
                    <a:pt x="15859" y="462785"/>
                  </a:lnTo>
                  <a:lnTo>
                    <a:pt x="27839" y="419225"/>
                  </a:lnTo>
                  <a:lnTo>
                    <a:pt x="42942" y="377052"/>
                  </a:lnTo>
                  <a:lnTo>
                    <a:pt x="61035" y="336401"/>
                  </a:lnTo>
                  <a:lnTo>
                    <a:pt x="81985" y="297405"/>
                  </a:lnTo>
                  <a:lnTo>
                    <a:pt x="105658" y="260198"/>
                  </a:lnTo>
                  <a:lnTo>
                    <a:pt x="131921" y="224912"/>
                  </a:lnTo>
                  <a:lnTo>
                    <a:pt x="160640" y="191681"/>
                  </a:lnTo>
                  <a:lnTo>
                    <a:pt x="191681" y="160640"/>
                  </a:lnTo>
                  <a:lnTo>
                    <a:pt x="224912" y="131921"/>
                  </a:lnTo>
                  <a:lnTo>
                    <a:pt x="260198" y="105658"/>
                  </a:lnTo>
                  <a:lnTo>
                    <a:pt x="297405" y="81985"/>
                  </a:lnTo>
                  <a:lnTo>
                    <a:pt x="336401" y="61035"/>
                  </a:lnTo>
                  <a:lnTo>
                    <a:pt x="377052" y="42942"/>
                  </a:lnTo>
                  <a:lnTo>
                    <a:pt x="419225" y="27839"/>
                  </a:lnTo>
                  <a:lnTo>
                    <a:pt x="462785" y="15859"/>
                  </a:lnTo>
                  <a:lnTo>
                    <a:pt x="507599" y="7137"/>
                  </a:lnTo>
                  <a:lnTo>
                    <a:pt x="553534" y="1806"/>
                  </a:lnTo>
                  <a:lnTo>
                    <a:pt x="600456" y="0"/>
                  </a:lnTo>
                  <a:lnTo>
                    <a:pt x="647377" y="1806"/>
                  </a:lnTo>
                  <a:lnTo>
                    <a:pt x="693312" y="7137"/>
                  </a:lnTo>
                  <a:lnTo>
                    <a:pt x="738126" y="15859"/>
                  </a:lnTo>
                  <a:lnTo>
                    <a:pt x="781686" y="27839"/>
                  </a:lnTo>
                  <a:lnTo>
                    <a:pt x="823859" y="42942"/>
                  </a:lnTo>
                  <a:lnTo>
                    <a:pt x="864510" y="61035"/>
                  </a:lnTo>
                  <a:lnTo>
                    <a:pt x="903506" y="81985"/>
                  </a:lnTo>
                  <a:lnTo>
                    <a:pt x="940713" y="105658"/>
                  </a:lnTo>
                  <a:lnTo>
                    <a:pt x="975999" y="131921"/>
                  </a:lnTo>
                  <a:lnTo>
                    <a:pt x="1009230" y="160640"/>
                  </a:lnTo>
                  <a:lnTo>
                    <a:pt x="1040271" y="191681"/>
                  </a:lnTo>
                  <a:lnTo>
                    <a:pt x="1068990" y="224912"/>
                  </a:lnTo>
                  <a:lnTo>
                    <a:pt x="1095253" y="260198"/>
                  </a:lnTo>
                  <a:lnTo>
                    <a:pt x="1118926" y="297405"/>
                  </a:lnTo>
                  <a:lnTo>
                    <a:pt x="1139876" y="336401"/>
                  </a:lnTo>
                  <a:lnTo>
                    <a:pt x="1157969" y="377052"/>
                  </a:lnTo>
                  <a:lnTo>
                    <a:pt x="1173072" y="419225"/>
                  </a:lnTo>
                  <a:lnTo>
                    <a:pt x="1185052" y="462785"/>
                  </a:lnTo>
                  <a:lnTo>
                    <a:pt x="1193774" y="507599"/>
                  </a:lnTo>
                  <a:lnTo>
                    <a:pt x="1199105" y="553534"/>
                  </a:lnTo>
                  <a:lnTo>
                    <a:pt x="1200912" y="600456"/>
                  </a:lnTo>
                  <a:lnTo>
                    <a:pt x="1199105" y="647377"/>
                  </a:lnTo>
                  <a:lnTo>
                    <a:pt x="1193774" y="693312"/>
                  </a:lnTo>
                  <a:lnTo>
                    <a:pt x="1185052" y="738126"/>
                  </a:lnTo>
                  <a:lnTo>
                    <a:pt x="1173072" y="781686"/>
                  </a:lnTo>
                  <a:lnTo>
                    <a:pt x="1157969" y="823859"/>
                  </a:lnTo>
                  <a:lnTo>
                    <a:pt x="1139876" y="864510"/>
                  </a:lnTo>
                  <a:lnTo>
                    <a:pt x="1118926" y="903506"/>
                  </a:lnTo>
                  <a:lnTo>
                    <a:pt x="1095253" y="940713"/>
                  </a:lnTo>
                  <a:lnTo>
                    <a:pt x="1068990" y="975999"/>
                  </a:lnTo>
                  <a:lnTo>
                    <a:pt x="1040271" y="1009230"/>
                  </a:lnTo>
                  <a:lnTo>
                    <a:pt x="1009230" y="1040271"/>
                  </a:lnTo>
                  <a:lnTo>
                    <a:pt x="975999" y="1068990"/>
                  </a:lnTo>
                  <a:lnTo>
                    <a:pt x="940713" y="1095253"/>
                  </a:lnTo>
                  <a:lnTo>
                    <a:pt x="903506" y="1118926"/>
                  </a:lnTo>
                  <a:lnTo>
                    <a:pt x="864510" y="1139876"/>
                  </a:lnTo>
                  <a:lnTo>
                    <a:pt x="823859" y="1157969"/>
                  </a:lnTo>
                  <a:lnTo>
                    <a:pt x="781686" y="1173072"/>
                  </a:lnTo>
                  <a:lnTo>
                    <a:pt x="738126" y="1185052"/>
                  </a:lnTo>
                  <a:lnTo>
                    <a:pt x="693312" y="1193774"/>
                  </a:lnTo>
                  <a:lnTo>
                    <a:pt x="647377" y="1199105"/>
                  </a:lnTo>
                  <a:lnTo>
                    <a:pt x="600456" y="1200912"/>
                  </a:lnTo>
                  <a:lnTo>
                    <a:pt x="553534" y="1199105"/>
                  </a:lnTo>
                  <a:lnTo>
                    <a:pt x="507599" y="1193774"/>
                  </a:lnTo>
                  <a:lnTo>
                    <a:pt x="462785" y="1185052"/>
                  </a:lnTo>
                  <a:lnTo>
                    <a:pt x="419225" y="1173072"/>
                  </a:lnTo>
                  <a:lnTo>
                    <a:pt x="377052" y="1157969"/>
                  </a:lnTo>
                  <a:lnTo>
                    <a:pt x="336401" y="1139876"/>
                  </a:lnTo>
                  <a:lnTo>
                    <a:pt x="297405" y="1118926"/>
                  </a:lnTo>
                  <a:lnTo>
                    <a:pt x="260198" y="1095253"/>
                  </a:lnTo>
                  <a:lnTo>
                    <a:pt x="224912" y="1068990"/>
                  </a:lnTo>
                  <a:lnTo>
                    <a:pt x="191681" y="1040271"/>
                  </a:lnTo>
                  <a:lnTo>
                    <a:pt x="160640" y="1009230"/>
                  </a:lnTo>
                  <a:lnTo>
                    <a:pt x="131921" y="975999"/>
                  </a:lnTo>
                  <a:lnTo>
                    <a:pt x="105658" y="940713"/>
                  </a:lnTo>
                  <a:lnTo>
                    <a:pt x="81985" y="903506"/>
                  </a:lnTo>
                  <a:lnTo>
                    <a:pt x="61035" y="864510"/>
                  </a:lnTo>
                  <a:lnTo>
                    <a:pt x="42942" y="823859"/>
                  </a:lnTo>
                  <a:lnTo>
                    <a:pt x="27839" y="781686"/>
                  </a:lnTo>
                  <a:lnTo>
                    <a:pt x="15859" y="738126"/>
                  </a:lnTo>
                  <a:lnTo>
                    <a:pt x="7137" y="693312"/>
                  </a:lnTo>
                  <a:lnTo>
                    <a:pt x="1806" y="647377"/>
                  </a:lnTo>
                  <a:lnTo>
                    <a:pt x="0" y="600456"/>
                  </a:lnTo>
                  <a:close/>
                </a:path>
              </a:pathLst>
            </a:custGeom>
            <a:ln w="6096">
              <a:solidFill>
                <a:srgbClr val="5B9BD4"/>
              </a:solidFill>
            </a:ln>
          </p:spPr>
          <p:txBody>
            <a:bodyPr wrap="square" lIns="0" tIns="0" rIns="0" bIns="0" rtlCol="0"/>
            <a:lstStyle/>
            <a:p>
              <a:endParaRPr sz="1488"/>
            </a:p>
          </p:txBody>
        </p:sp>
        <p:sp>
          <p:nvSpPr>
            <p:cNvPr id="17" name="object 17"/>
            <p:cNvSpPr/>
            <p:nvPr/>
          </p:nvSpPr>
          <p:spPr>
            <a:xfrm>
              <a:off x="5751576" y="3325510"/>
              <a:ext cx="838200" cy="620395"/>
            </a:xfrm>
            <a:custGeom>
              <a:avLst/>
              <a:gdLst/>
              <a:ahLst/>
              <a:cxnLst/>
              <a:rect l="l" t="t" r="r" b="b"/>
              <a:pathLst>
                <a:path w="838200" h="620395">
                  <a:moveTo>
                    <a:pt x="0" y="620125"/>
                  </a:moveTo>
                  <a:lnTo>
                    <a:pt x="53447" y="606367"/>
                  </a:lnTo>
                  <a:lnTo>
                    <a:pt x="106114" y="592339"/>
                  </a:lnTo>
                  <a:lnTo>
                    <a:pt x="157218" y="577758"/>
                  </a:lnTo>
                  <a:lnTo>
                    <a:pt x="205978" y="562340"/>
                  </a:lnTo>
                  <a:lnTo>
                    <a:pt x="251612" y="545802"/>
                  </a:lnTo>
                  <a:lnTo>
                    <a:pt x="293340" y="527863"/>
                  </a:lnTo>
                  <a:lnTo>
                    <a:pt x="330379" y="508239"/>
                  </a:lnTo>
                  <a:lnTo>
                    <a:pt x="361950" y="486648"/>
                  </a:lnTo>
                  <a:lnTo>
                    <a:pt x="408979" y="425459"/>
                  </a:lnTo>
                  <a:lnTo>
                    <a:pt x="438150" y="349662"/>
                  </a:lnTo>
                  <a:lnTo>
                    <a:pt x="453032" y="285176"/>
                  </a:lnTo>
                  <a:lnTo>
                    <a:pt x="457200" y="257921"/>
                  </a:lnTo>
                  <a:lnTo>
                    <a:pt x="473201" y="208835"/>
                  </a:lnTo>
                  <a:lnTo>
                    <a:pt x="486155" y="156378"/>
                  </a:lnTo>
                  <a:lnTo>
                    <a:pt x="500633" y="105591"/>
                  </a:lnTo>
                  <a:lnTo>
                    <a:pt x="521207" y="61516"/>
                  </a:lnTo>
                  <a:lnTo>
                    <a:pt x="552450" y="29194"/>
                  </a:lnTo>
                  <a:lnTo>
                    <a:pt x="587948" y="12675"/>
                  </a:lnTo>
                  <a:lnTo>
                    <a:pt x="630061" y="3427"/>
                  </a:lnTo>
                  <a:lnTo>
                    <a:pt x="677465" y="0"/>
                  </a:lnTo>
                  <a:lnTo>
                    <a:pt x="728838" y="943"/>
                  </a:lnTo>
                  <a:lnTo>
                    <a:pt x="782857" y="4808"/>
                  </a:lnTo>
                  <a:lnTo>
                    <a:pt x="838200" y="10144"/>
                  </a:lnTo>
                </a:path>
              </a:pathLst>
            </a:custGeom>
            <a:ln w="57912">
              <a:solidFill>
                <a:srgbClr val="000000"/>
              </a:solidFill>
            </a:ln>
          </p:spPr>
          <p:txBody>
            <a:bodyPr wrap="square" lIns="0" tIns="0" rIns="0" bIns="0" rtlCol="0"/>
            <a:lstStyle/>
            <a:p>
              <a:endParaRPr sz="1488"/>
            </a:p>
          </p:txBody>
        </p:sp>
        <p:sp>
          <p:nvSpPr>
            <p:cNvPr id="18" name="object 18"/>
            <p:cNvSpPr/>
            <p:nvPr/>
          </p:nvSpPr>
          <p:spPr>
            <a:xfrm>
              <a:off x="6144767" y="2477261"/>
              <a:ext cx="114300" cy="590550"/>
            </a:xfrm>
            <a:custGeom>
              <a:avLst/>
              <a:gdLst/>
              <a:ahLst/>
              <a:cxnLst/>
              <a:rect l="l" t="t" r="r" b="b"/>
              <a:pathLst>
                <a:path w="114300" h="590550">
                  <a:moveTo>
                    <a:pt x="76200" y="95250"/>
                  </a:moveTo>
                  <a:lnTo>
                    <a:pt x="38100" y="95250"/>
                  </a:lnTo>
                  <a:lnTo>
                    <a:pt x="38100" y="590550"/>
                  </a:lnTo>
                  <a:lnTo>
                    <a:pt x="76200" y="590550"/>
                  </a:lnTo>
                  <a:lnTo>
                    <a:pt x="76200" y="95250"/>
                  </a:lnTo>
                  <a:close/>
                </a:path>
                <a:path w="114300" h="590550">
                  <a:moveTo>
                    <a:pt x="57150" y="0"/>
                  </a:moveTo>
                  <a:lnTo>
                    <a:pt x="0" y="114300"/>
                  </a:lnTo>
                  <a:lnTo>
                    <a:pt x="38100" y="114300"/>
                  </a:lnTo>
                  <a:lnTo>
                    <a:pt x="38100" y="95250"/>
                  </a:lnTo>
                  <a:lnTo>
                    <a:pt x="104775" y="95250"/>
                  </a:lnTo>
                  <a:lnTo>
                    <a:pt x="57150" y="0"/>
                  </a:lnTo>
                  <a:close/>
                </a:path>
                <a:path w="114300" h="590550">
                  <a:moveTo>
                    <a:pt x="104775" y="95250"/>
                  </a:moveTo>
                  <a:lnTo>
                    <a:pt x="76200" y="95250"/>
                  </a:lnTo>
                  <a:lnTo>
                    <a:pt x="76200" y="114300"/>
                  </a:lnTo>
                  <a:lnTo>
                    <a:pt x="114300" y="114300"/>
                  </a:lnTo>
                  <a:lnTo>
                    <a:pt x="104775" y="95250"/>
                  </a:lnTo>
                  <a:close/>
                </a:path>
              </a:pathLst>
            </a:custGeom>
            <a:solidFill>
              <a:srgbClr val="000000"/>
            </a:solidFill>
          </p:spPr>
          <p:txBody>
            <a:bodyPr wrap="square" lIns="0" tIns="0" rIns="0" bIns="0" rtlCol="0"/>
            <a:lstStyle/>
            <a:p>
              <a:endParaRPr sz="1488"/>
            </a:p>
          </p:txBody>
        </p:sp>
      </p:grpSp>
      <p:sp>
        <p:nvSpPr>
          <p:cNvPr id="19" name="object 19"/>
          <p:cNvSpPr txBox="1">
            <a:spLocks noGrp="1"/>
          </p:cNvSpPr>
          <p:nvPr>
            <p:ph type="title"/>
          </p:nvPr>
        </p:nvSpPr>
        <p:spPr>
          <a:xfrm>
            <a:off x="1609159" y="217031"/>
            <a:ext cx="2127506" cy="366325"/>
          </a:xfrm>
          <a:prstGeom prst="rect">
            <a:avLst/>
          </a:prstGeom>
        </p:spPr>
        <p:txBody>
          <a:bodyPr vert="horz" wrap="square" lIns="0" tIns="9976" rIns="0" bIns="0" rtlCol="0" anchor="ctr">
            <a:spAutoFit/>
          </a:bodyPr>
          <a:lstStyle/>
          <a:p>
            <a:pPr marL="10502">
              <a:lnSpc>
                <a:spcPct val="100000"/>
              </a:lnSpc>
              <a:spcBef>
                <a:spcPts val="79"/>
              </a:spcBef>
            </a:pPr>
            <a:r>
              <a:rPr sz="2315" spc="-4" dirty="0">
                <a:latin typeface="Calibri"/>
                <a:cs typeface="Calibri"/>
              </a:rPr>
              <a:t>Original</a:t>
            </a:r>
            <a:r>
              <a:rPr sz="2315" spc="-66" dirty="0">
                <a:latin typeface="Calibri"/>
                <a:cs typeface="Calibri"/>
              </a:rPr>
              <a:t> </a:t>
            </a:r>
            <a:r>
              <a:rPr sz="2315" spc="-8" dirty="0">
                <a:latin typeface="Calibri"/>
                <a:cs typeface="Calibri"/>
              </a:rPr>
              <a:t>Network:</a:t>
            </a:r>
            <a:endParaRPr sz="2315">
              <a:latin typeface="Calibri"/>
              <a:cs typeface="Calibri"/>
            </a:endParaRPr>
          </a:p>
        </p:txBody>
      </p:sp>
      <p:sp>
        <p:nvSpPr>
          <p:cNvPr id="20" name="object 20"/>
          <p:cNvSpPr txBox="1"/>
          <p:nvPr/>
        </p:nvSpPr>
        <p:spPr>
          <a:xfrm>
            <a:off x="2638637" y="687082"/>
            <a:ext cx="4817342" cy="366325"/>
          </a:xfrm>
          <a:prstGeom prst="rect">
            <a:avLst/>
          </a:prstGeom>
        </p:spPr>
        <p:txBody>
          <a:bodyPr vert="horz" wrap="square" lIns="0" tIns="9976" rIns="0" bIns="0" rtlCol="0">
            <a:spAutoFit/>
          </a:bodyPr>
          <a:lstStyle/>
          <a:p>
            <a:pPr marL="247313" indent="-237337">
              <a:spcBef>
                <a:spcPts val="79"/>
              </a:spcBef>
              <a:buSzPct val="96428"/>
              <a:buFont typeface="Wingdings"/>
              <a:buChar char=""/>
              <a:tabLst>
                <a:tab pos="247838" algn="l"/>
              </a:tabLst>
            </a:pPr>
            <a:r>
              <a:rPr sz="2315" spc="-8" dirty="0">
                <a:latin typeface="Calibri"/>
                <a:cs typeface="Calibri"/>
              </a:rPr>
              <a:t>Simply</a:t>
            </a:r>
            <a:r>
              <a:rPr sz="2315" spc="8" dirty="0">
                <a:latin typeface="Calibri"/>
                <a:cs typeface="Calibri"/>
              </a:rPr>
              <a:t> </a:t>
            </a:r>
            <a:r>
              <a:rPr sz="2315" spc="-8" dirty="0">
                <a:latin typeface="Calibri"/>
                <a:cs typeface="Calibri"/>
              </a:rPr>
              <a:t>replace</a:t>
            </a:r>
            <a:r>
              <a:rPr sz="2315" spc="-4" dirty="0">
                <a:latin typeface="Calibri"/>
                <a:cs typeface="Calibri"/>
              </a:rPr>
              <a:t> the</a:t>
            </a:r>
            <a:r>
              <a:rPr sz="2315" dirty="0">
                <a:latin typeface="Calibri"/>
                <a:cs typeface="Calibri"/>
              </a:rPr>
              <a:t> </a:t>
            </a:r>
            <a:r>
              <a:rPr sz="2315" spc="-12" dirty="0">
                <a:latin typeface="Calibri"/>
                <a:cs typeface="Calibri"/>
              </a:rPr>
              <a:t>neurons</a:t>
            </a:r>
            <a:r>
              <a:rPr sz="2315" spc="29" dirty="0">
                <a:latin typeface="Calibri"/>
                <a:cs typeface="Calibri"/>
              </a:rPr>
              <a:t> </a:t>
            </a:r>
            <a:r>
              <a:rPr sz="2315" spc="-4" dirty="0">
                <a:latin typeface="Calibri"/>
                <a:cs typeface="Calibri"/>
              </a:rPr>
              <a:t>with </a:t>
            </a:r>
            <a:r>
              <a:rPr sz="2315" spc="-12" dirty="0">
                <a:latin typeface="Calibri"/>
                <a:cs typeface="Calibri"/>
              </a:rPr>
              <a:t>LSTM</a:t>
            </a:r>
            <a:endParaRPr sz="2315">
              <a:latin typeface="Calibri"/>
              <a:cs typeface="Calibri"/>
            </a:endParaRPr>
          </a:p>
        </p:txBody>
      </p:sp>
      <p:sp>
        <p:nvSpPr>
          <p:cNvPr id="21" name="object 21"/>
          <p:cNvSpPr txBox="1"/>
          <p:nvPr/>
        </p:nvSpPr>
        <p:spPr>
          <a:xfrm>
            <a:off x="3837013" y="1661471"/>
            <a:ext cx="303479" cy="316072"/>
          </a:xfrm>
          <a:prstGeom prst="rect">
            <a:avLst/>
          </a:prstGeom>
        </p:spPr>
        <p:txBody>
          <a:bodyPr vert="horz" wrap="square" lIns="0" tIns="10501" rIns="0" bIns="0" rtlCol="0">
            <a:spAutoFit/>
          </a:bodyPr>
          <a:lstStyle/>
          <a:p>
            <a:pPr marL="31505">
              <a:spcBef>
                <a:spcPts val="83"/>
              </a:spcBef>
            </a:pPr>
            <a:r>
              <a:rPr sz="1985" spc="-12" dirty="0">
                <a:latin typeface="Cambria Math"/>
                <a:cs typeface="Cambria Math"/>
              </a:rPr>
              <a:t>𝑎</a:t>
            </a:r>
            <a:r>
              <a:rPr sz="2171" spc="-18" baseline="-15873" dirty="0">
                <a:latin typeface="Cambria Math"/>
                <a:cs typeface="Cambria Math"/>
              </a:rPr>
              <a:t>1</a:t>
            </a:r>
            <a:endParaRPr sz="2171" baseline="-15873">
              <a:latin typeface="Cambria Math"/>
              <a:cs typeface="Cambria Math"/>
            </a:endParaRPr>
          </a:p>
        </p:txBody>
      </p:sp>
      <p:sp>
        <p:nvSpPr>
          <p:cNvPr id="22" name="object 22"/>
          <p:cNvSpPr txBox="1"/>
          <p:nvPr/>
        </p:nvSpPr>
        <p:spPr>
          <a:xfrm>
            <a:off x="6228724" y="1655654"/>
            <a:ext cx="309780" cy="316072"/>
          </a:xfrm>
          <a:prstGeom prst="rect">
            <a:avLst/>
          </a:prstGeom>
        </p:spPr>
        <p:txBody>
          <a:bodyPr vert="horz" wrap="square" lIns="0" tIns="10501" rIns="0" bIns="0" rtlCol="0">
            <a:spAutoFit/>
          </a:bodyPr>
          <a:lstStyle/>
          <a:p>
            <a:pPr marL="31505">
              <a:spcBef>
                <a:spcPts val="83"/>
              </a:spcBef>
            </a:pPr>
            <a:r>
              <a:rPr sz="1985" spc="12" dirty="0">
                <a:latin typeface="Cambria Math"/>
                <a:cs typeface="Cambria Math"/>
              </a:rPr>
              <a:t>𝑎</a:t>
            </a:r>
            <a:r>
              <a:rPr sz="2171" spc="18" baseline="-15873" dirty="0">
                <a:latin typeface="Cambria Math"/>
                <a:cs typeface="Cambria Math"/>
              </a:rPr>
              <a:t>2</a:t>
            </a:r>
            <a:endParaRPr sz="2171" baseline="-15873">
              <a:latin typeface="Cambria Math"/>
              <a:cs typeface="Cambria Math"/>
            </a:endParaRPr>
          </a:p>
        </p:txBody>
      </p:sp>
      <p:sp>
        <p:nvSpPr>
          <p:cNvPr id="23" name="object 23"/>
          <p:cNvSpPr txBox="1"/>
          <p:nvPr/>
        </p:nvSpPr>
        <p:spPr>
          <a:xfrm>
            <a:off x="3893360" y="1249621"/>
            <a:ext cx="339645" cy="485147"/>
          </a:xfrm>
          <a:prstGeom prst="rect">
            <a:avLst/>
          </a:prstGeom>
        </p:spPr>
        <p:txBody>
          <a:bodyPr vert="vert" wrap="square" lIns="0" tIns="0" rIns="0" bIns="0" rtlCol="0">
            <a:spAutoFit/>
          </a:bodyPr>
          <a:lstStyle/>
          <a:p>
            <a:pPr marL="10502">
              <a:lnSpc>
                <a:spcPts val="2601"/>
              </a:lnSpc>
            </a:pPr>
            <a:r>
              <a:rPr sz="2646" spc="-4" dirty="0">
                <a:latin typeface="Calibri"/>
                <a:cs typeface="Calibri"/>
              </a:rPr>
              <a:t>……</a:t>
            </a:r>
            <a:endParaRPr sz="2646">
              <a:latin typeface="Calibri"/>
              <a:cs typeface="Calibri"/>
            </a:endParaRPr>
          </a:p>
        </p:txBody>
      </p:sp>
      <p:sp>
        <p:nvSpPr>
          <p:cNvPr id="24" name="object 24"/>
          <p:cNvSpPr txBox="1"/>
          <p:nvPr/>
        </p:nvSpPr>
        <p:spPr>
          <a:xfrm>
            <a:off x="6297148" y="1249621"/>
            <a:ext cx="339645" cy="485147"/>
          </a:xfrm>
          <a:prstGeom prst="rect">
            <a:avLst/>
          </a:prstGeom>
        </p:spPr>
        <p:txBody>
          <a:bodyPr vert="vert" wrap="square" lIns="0" tIns="0" rIns="0" bIns="0" rtlCol="0">
            <a:spAutoFit/>
          </a:bodyPr>
          <a:lstStyle/>
          <a:p>
            <a:pPr marL="10502">
              <a:lnSpc>
                <a:spcPts val="2601"/>
              </a:lnSpc>
            </a:pPr>
            <a:r>
              <a:rPr sz="2646" spc="-4" dirty="0">
                <a:latin typeface="Calibri"/>
                <a:cs typeface="Calibri"/>
              </a:rPr>
              <a:t>……</a:t>
            </a:r>
            <a:endParaRPr sz="2646">
              <a:latin typeface="Calibri"/>
              <a:cs typeface="Calibri"/>
            </a:endParaRPr>
          </a:p>
        </p:txBody>
      </p:sp>
      <p:sp>
        <p:nvSpPr>
          <p:cNvPr id="25" name="object 25"/>
          <p:cNvSpPr txBox="1"/>
          <p:nvPr/>
        </p:nvSpPr>
        <p:spPr>
          <a:xfrm>
            <a:off x="3696614" y="3455570"/>
            <a:ext cx="279327" cy="316072"/>
          </a:xfrm>
          <a:prstGeom prst="rect">
            <a:avLst/>
          </a:prstGeom>
        </p:spPr>
        <p:txBody>
          <a:bodyPr vert="horz" wrap="square" lIns="0" tIns="10501" rIns="0" bIns="0" rtlCol="0">
            <a:spAutoFit/>
          </a:bodyPr>
          <a:lstStyle/>
          <a:p>
            <a:pPr marL="31505">
              <a:spcBef>
                <a:spcPts val="83"/>
              </a:spcBef>
            </a:pPr>
            <a:r>
              <a:rPr sz="1985" spc="-33" dirty="0">
                <a:latin typeface="Cambria Math"/>
                <a:cs typeface="Cambria Math"/>
              </a:rPr>
              <a:t>𝑧</a:t>
            </a:r>
            <a:r>
              <a:rPr sz="2171" spc="-50" baseline="-15873" dirty="0">
                <a:latin typeface="Cambria Math"/>
                <a:cs typeface="Cambria Math"/>
              </a:rPr>
              <a:t>1</a:t>
            </a:r>
            <a:endParaRPr sz="2171" baseline="-15873">
              <a:latin typeface="Cambria Math"/>
              <a:cs typeface="Cambria Math"/>
            </a:endParaRPr>
          </a:p>
        </p:txBody>
      </p:sp>
      <p:sp>
        <p:nvSpPr>
          <p:cNvPr id="26" name="object 26"/>
          <p:cNvSpPr txBox="1"/>
          <p:nvPr/>
        </p:nvSpPr>
        <p:spPr>
          <a:xfrm>
            <a:off x="6376158" y="3477517"/>
            <a:ext cx="285628" cy="316072"/>
          </a:xfrm>
          <a:prstGeom prst="rect">
            <a:avLst/>
          </a:prstGeom>
        </p:spPr>
        <p:txBody>
          <a:bodyPr vert="horz" wrap="square" lIns="0" tIns="10501" rIns="0" bIns="0" rtlCol="0">
            <a:spAutoFit/>
          </a:bodyPr>
          <a:lstStyle/>
          <a:p>
            <a:pPr marL="31505">
              <a:spcBef>
                <a:spcPts val="83"/>
              </a:spcBef>
            </a:pPr>
            <a:r>
              <a:rPr sz="1985" spc="-8" dirty="0">
                <a:latin typeface="Cambria Math"/>
                <a:cs typeface="Cambria Math"/>
              </a:rPr>
              <a:t>𝑧</a:t>
            </a:r>
            <a:r>
              <a:rPr sz="2171" spc="-12" baseline="-15873" dirty="0">
                <a:latin typeface="Cambria Math"/>
                <a:cs typeface="Cambria Math"/>
              </a:rPr>
              <a:t>2</a:t>
            </a:r>
            <a:endParaRPr sz="2171" baseline="-15873">
              <a:latin typeface="Cambria Math"/>
              <a:cs typeface="Cambria Math"/>
            </a:endParaRPr>
          </a:p>
        </p:txBody>
      </p:sp>
      <p:sp>
        <p:nvSpPr>
          <p:cNvPr id="27" name="object 27"/>
          <p:cNvSpPr/>
          <p:nvPr/>
        </p:nvSpPr>
        <p:spPr>
          <a:xfrm>
            <a:off x="3964076" y="3528971"/>
            <a:ext cx="2404733" cy="1500596"/>
          </a:xfrm>
          <a:custGeom>
            <a:avLst/>
            <a:gdLst/>
            <a:ahLst/>
            <a:cxnLst/>
            <a:rect l="l" t="t" r="r" b="b"/>
            <a:pathLst>
              <a:path w="2908300" h="1814829">
                <a:moveTo>
                  <a:pt x="2908173" y="127762"/>
                </a:moveTo>
                <a:lnTo>
                  <a:pt x="2907169" y="77851"/>
                </a:lnTo>
                <a:lnTo>
                  <a:pt x="2905658" y="1587"/>
                </a:lnTo>
                <a:lnTo>
                  <a:pt x="2906395" y="0"/>
                </a:lnTo>
                <a:lnTo>
                  <a:pt x="2905633" y="165"/>
                </a:lnTo>
                <a:lnTo>
                  <a:pt x="2905633" y="0"/>
                </a:lnTo>
                <a:lnTo>
                  <a:pt x="2905341" y="228"/>
                </a:lnTo>
                <a:lnTo>
                  <a:pt x="2838056" y="14528"/>
                </a:lnTo>
                <a:lnTo>
                  <a:pt x="2838056" y="97637"/>
                </a:lnTo>
                <a:lnTo>
                  <a:pt x="2037867" y="1780209"/>
                </a:lnTo>
                <a:lnTo>
                  <a:pt x="1409192" y="1218184"/>
                </a:lnTo>
                <a:lnTo>
                  <a:pt x="2825851" y="88595"/>
                </a:lnTo>
                <a:lnTo>
                  <a:pt x="2833903" y="92430"/>
                </a:lnTo>
                <a:lnTo>
                  <a:pt x="2838056" y="97637"/>
                </a:lnTo>
                <a:lnTo>
                  <a:pt x="2838056" y="14528"/>
                </a:lnTo>
                <a:lnTo>
                  <a:pt x="2781427" y="26543"/>
                </a:lnTo>
                <a:lnTo>
                  <a:pt x="2805150" y="56324"/>
                </a:lnTo>
                <a:lnTo>
                  <a:pt x="1380337" y="1192377"/>
                </a:lnTo>
                <a:lnTo>
                  <a:pt x="115912" y="61976"/>
                </a:lnTo>
                <a:lnTo>
                  <a:pt x="127266" y="49276"/>
                </a:lnTo>
                <a:lnTo>
                  <a:pt x="141351" y="33528"/>
                </a:lnTo>
                <a:lnTo>
                  <a:pt x="18021" y="0"/>
                </a:lnTo>
                <a:lnTo>
                  <a:pt x="0" y="126492"/>
                </a:lnTo>
                <a:lnTo>
                  <a:pt x="36106" y="114439"/>
                </a:lnTo>
                <a:lnTo>
                  <a:pt x="600075" y="1805965"/>
                </a:lnTo>
                <a:lnTo>
                  <a:pt x="636143" y="1793913"/>
                </a:lnTo>
                <a:lnTo>
                  <a:pt x="74244" y="108585"/>
                </a:lnTo>
                <a:lnTo>
                  <a:pt x="82981" y="98806"/>
                </a:lnTo>
                <a:lnTo>
                  <a:pt x="95288" y="94691"/>
                </a:lnTo>
                <a:lnTo>
                  <a:pt x="1350111" y="1216469"/>
                </a:lnTo>
                <a:lnTo>
                  <a:pt x="637032" y="1785035"/>
                </a:lnTo>
                <a:lnTo>
                  <a:pt x="660908" y="1814830"/>
                </a:lnTo>
                <a:lnTo>
                  <a:pt x="1378978" y="1242275"/>
                </a:lnTo>
                <a:lnTo>
                  <a:pt x="2018665" y="1814131"/>
                </a:lnTo>
                <a:lnTo>
                  <a:pt x="2036787" y="1793862"/>
                </a:lnTo>
                <a:lnTo>
                  <a:pt x="2066671" y="1808111"/>
                </a:lnTo>
                <a:lnTo>
                  <a:pt x="2873730" y="111379"/>
                </a:lnTo>
                <a:lnTo>
                  <a:pt x="2908173" y="127762"/>
                </a:lnTo>
                <a:close/>
              </a:path>
            </a:pathLst>
          </a:custGeom>
          <a:solidFill>
            <a:srgbClr val="000000"/>
          </a:solidFill>
        </p:spPr>
        <p:txBody>
          <a:bodyPr wrap="square" lIns="0" tIns="0" rIns="0" bIns="0" rtlCol="0"/>
          <a:lstStyle/>
          <a:p>
            <a:endParaRPr sz="1488"/>
          </a:p>
        </p:txBody>
      </p:sp>
    </p:spTree>
  </p:cSld>
  <p:clrMapOvr>
    <a:masterClrMapping/>
  </p:clrMapOvr>
</p:sld>
</file>

<file path=ppt/theme/theme1.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8181</TotalTime>
  <Words>2113</Words>
  <Application>Microsoft Office PowerPoint</Application>
  <PresentationFormat>Custom</PresentationFormat>
  <Paragraphs>790</Paragraphs>
  <Slides>86</Slides>
  <Notes>0</Notes>
  <HiddenSlides>0</HiddenSlides>
  <MMClips>0</MMClips>
  <ScaleCrop>false</ScaleCrop>
  <HeadingPairs>
    <vt:vector size="8" baseType="variant">
      <vt:variant>
        <vt:lpstr>Fonts Used</vt:lpstr>
      </vt:variant>
      <vt:variant>
        <vt:i4>9</vt:i4>
      </vt:variant>
      <vt:variant>
        <vt:lpstr>Theme</vt:lpstr>
      </vt:variant>
      <vt:variant>
        <vt:i4>1</vt:i4>
      </vt:variant>
      <vt:variant>
        <vt:lpstr>Embedded OLE Servers</vt:lpstr>
      </vt:variant>
      <vt:variant>
        <vt:i4>1</vt:i4>
      </vt:variant>
      <vt:variant>
        <vt:lpstr>Slide Titles</vt:lpstr>
      </vt:variant>
      <vt:variant>
        <vt:i4>86</vt:i4>
      </vt:variant>
    </vt:vector>
  </HeadingPairs>
  <TitlesOfParts>
    <vt:vector size="97" baseType="lpstr">
      <vt:lpstr>Arial</vt:lpstr>
      <vt:lpstr>Calibri</vt:lpstr>
      <vt:lpstr>Cambria Math</vt:lpstr>
      <vt:lpstr>charter</vt:lpstr>
      <vt:lpstr>IBM Plex Sans</vt:lpstr>
      <vt:lpstr>Inter</vt:lpstr>
      <vt:lpstr>Nunito</vt:lpstr>
      <vt:lpstr>Times New Roman</vt:lpstr>
      <vt:lpstr>Wingdings</vt:lpstr>
      <vt:lpstr>1_Office Theme</vt:lpstr>
      <vt:lpstr>Worksheet</vt:lpstr>
      <vt:lpstr>Recurrent Neural Network</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Long Short-term Memory (LSTM)</vt:lpstr>
      <vt:lpstr>𝑎 = ℎ 𝑐′ 𝑓 𝑧𝑜</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LSTM - Example</vt:lpstr>
      <vt:lpstr>PowerPoint Presentation</vt:lpstr>
      <vt:lpstr>PowerPoint Presentation</vt:lpstr>
      <vt:lpstr>PowerPoint Presentation</vt:lpstr>
      <vt:lpstr>PowerPoint Presentation</vt:lpstr>
      <vt:lpstr>PowerPoint Presentation</vt:lpstr>
      <vt:lpstr>PowerPoint Presentation</vt:lpstr>
      <vt:lpstr>Original Network:</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Deep Learning</dc:title>
  <cp:lastModifiedBy>Dr. Nouhad Rizk</cp:lastModifiedBy>
  <cp:revision>45</cp:revision>
  <dcterms:created xsi:type="dcterms:W3CDTF">2021-05-31T22:46:47Z</dcterms:created>
  <dcterms:modified xsi:type="dcterms:W3CDTF">2025-09-22T03:09:44Z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2020-01-27T00:00:00Z</vt:filetime>
  </property>
  <property fmtid="{D5CDD505-2E9C-101B-9397-08002B2CF9AE}" pid="3" name="Creator">
    <vt:lpwstr>Impress</vt:lpwstr>
  </property>
  <property fmtid="{D5CDD505-2E9C-101B-9397-08002B2CF9AE}" pid="4" name="LastSaved">
    <vt:filetime>2020-01-27T00:00:00Z</vt:filetime>
  </property>
</Properties>
</file>