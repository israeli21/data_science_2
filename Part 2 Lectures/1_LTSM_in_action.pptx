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265" r:id="rId6"/>
    <p:sldId id="266" r:id="rId7"/>
    <p:sldId id="267" r:id="rId8"/>
    <p:sldId id="268" r:id="rId9"/>
    <p:sldId id="257" r:id="rId10"/>
    <p:sldId id="258" r:id="rId11"/>
    <p:sldId id="259" r:id="rId12"/>
    <p:sldId id="260" r:id="rId13"/>
    <p:sldId id="261" r:id="rId14"/>
    <p:sldId id="26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2" r:id="rId23"/>
    <p:sldId id="276" r:id="rId24"/>
    <p:sldId id="278" r:id="rId25"/>
    <p:sldId id="283" r:id="rId26"/>
    <p:sldId id="281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B3"/>
    <a:srgbClr val="F7F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79DE4-E838-43B5-B30D-E8C52735ED1B}" v="592" dt="2025-11-02T17:33:42.920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9" autoAdjust="0"/>
    <p:restoredTop sz="94417" autoAdjust="0"/>
  </p:normalViewPr>
  <p:slideViewPr>
    <p:cSldViewPr snapToGrid="0">
      <p:cViewPr varScale="1">
        <p:scale>
          <a:sx n="79" d="100"/>
          <a:sy n="79" d="100"/>
        </p:scale>
        <p:origin x="10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k, Dr. Nouhad" userId="fac36f85-1e54-4654-ba5f-feb2a5b75425" providerId="ADAL" clId="{5B3ACA06-D576-49B7-A525-F24B657D8B5F}"/>
    <pc:docChg chg="custSel modSld">
      <pc:chgData name="Rizk, Dr. Nouhad" userId="fac36f85-1e54-4654-ba5f-feb2a5b75425" providerId="ADAL" clId="{5B3ACA06-D576-49B7-A525-F24B657D8B5F}" dt="2025-09-30T16:43:27.314" v="0" actId="33524"/>
      <pc:docMkLst>
        <pc:docMk/>
      </pc:docMkLst>
      <pc:sldChg chg="modSp mod">
        <pc:chgData name="Rizk, Dr. Nouhad" userId="fac36f85-1e54-4654-ba5f-feb2a5b75425" providerId="ADAL" clId="{5B3ACA06-D576-49B7-A525-F24B657D8B5F}" dt="2025-09-30T16:43:27.314" v="0" actId="33524"/>
        <pc:sldMkLst>
          <pc:docMk/>
          <pc:sldMk cId="2238801564" sldId="280"/>
        </pc:sldMkLst>
      </pc:sldChg>
    </pc:docChg>
  </pc:docChgLst>
  <pc:docChgLst>
    <pc:chgData name="Israel Trejo" userId="94abe8331a44785d" providerId="LiveId" clId="{C64EC362-DB82-4CB5-B399-A3CE20D8262C}"/>
    <pc:docChg chg="undo redo custSel addSld modSld">
      <pc:chgData name="Israel Trejo" userId="94abe8331a44785d" providerId="LiveId" clId="{C64EC362-DB82-4CB5-B399-A3CE20D8262C}" dt="2025-11-02T17:33:42.919" v="1117" actId="20577"/>
      <pc:docMkLst>
        <pc:docMk/>
      </pc:docMkLst>
      <pc:sldChg chg="modSp mod">
        <pc:chgData name="Israel Trejo" userId="94abe8331a44785d" providerId="LiveId" clId="{C64EC362-DB82-4CB5-B399-A3CE20D8262C}" dt="2025-10-21T05:43:18.584" v="1" actId="14100"/>
        <pc:sldMkLst>
          <pc:docMk/>
          <pc:sldMk cId="3958871025" sldId="257"/>
        </pc:sldMkLst>
        <pc:picChg chg="mod">
          <ac:chgData name="Israel Trejo" userId="94abe8331a44785d" providerId="LiveId" clId="{C64EC362-DB82-4CB5-B399-A3CE20D8262C}" dt="2025-10-21T05:43:18.584" v="1" actId="14100"/>
          <ac:picMkLst>
            <pc:docMk/>
            <pc:sldMk cId="3958871025" sldId="257"/>
            <ac:picMk id="5" creationId="{C1CB087F-0C0E-A41D-1AA5-4B83882BD1C0}"/>
          </ac:picMkLst>
        </pc:picChg>
      </pc:sldChg>
      <pc:sldChg chg="addSp delSp modSp mod delAnim modAnim">
        <pc:chgData name="Israel Trejo" userId="94abe8331a44785d" providerId="LiveId" clId="{C64EC362-DB82-4CB5-B399-A3CE20D8262C}" dt="2025-11-02T17:33:42.919" v="1117" actId="20577"/>
        <pc:sldMkLst>
          <pc:docMk/>
          <pc:sldMk cId="3151779432" sldId="278"/>
        </pc:sldMkLst>
        <pc:spChg chg="add del mod">
          <ac:chgData name="Israel Trejo" userId="94abe8331a44785d" providerId="LiveId" clId="{C64EC362-DB82-4CB5-B399-A3CE20D8262C}" dt="2025-10-29T15:36:29.696" v="466" actId="20577"/>
          <ac:spMkLst>
            <pc:docMk/>
            <pc:sldMk cId="3151779432" sldId="278"/>
            <ac:spMk id="2" creationId="{1030E3C3-BE1C-7ACB-DAE3-42AF7D7155C8}"/>
          </ac:spMkLst>
        </pc:spChg>
        <pc:spChg chg="add mod">
          <ac:chgData name="Israel Trejo" userId="94abe8331a44785d" providerId="LiveId" clId="{C64EC362-DB82-4CB5-B399-A3CE20D8262C}" dt="2025-10-29T15:37:02.701" v="471" actId="1076"/>
          <ac:spMkLst>
            <pc:docMk/>
            <pc:sldMk cId="3151779432" sldId="278"/>
            <ac:spMk id="3" creationId="{235534C5-4C52-8059-01A1-14476D28AEE5}"/>
          </ac:spMkLst>
        </pc:spChg>
        <pc:spChg chg="add 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5" creationId="{953F6ABC-2A38-A015-5C66-B643471342C7}"/>
          </ac:spMkLst>
        </pc:spChg>
        <pc:spChg chg="add mod">
          <ac:chgData name="Israel Trejo" userId="94abe8331a44785d" providerId="LiveId" clId="{C64EC362-DB82-4CB5-B399-A3CE20D8262C}" dt="2025-10-31T17:32:40.831" v="1070" actId="1076"/>
          <ac:spMkLst>
            <pc:docMk/>
            <pc:sldMk cId="3151779432" sldId="278"/>
            <ac:spMk id="6" creationId="{F6B1ACDE-B7CF-D04D-EE46-B7D967F43B45}"/>
          </ac:spMkLst>
        </pc:spChg>
        <pc:spChg chg="add 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7" creationId="{731F8746-CEA1-F606-4F8E-249F0F3517FD}"/>
          </ac:spMkLst>
        </pc:spChg>
        <pc:spChg chg="mod">
          <ac:chgData name="Israel Trejo" userId="94abe8331a44785d" providerId="LiveId" clId="{C64EC362-DB82-4CB5-B399-A3CE20D8262C}" dt="2025-10-27T20:20:58.126" v="176" actId="1076"/>
          <ac:spMkLst>
            <pc:docMk/>
            <pc:sldMk cId="3151779432" sldId="278"/>
            <ac:spMk id="12" creationId="{69164378-E33E-8471-C31C-BD91FD7950DB}"/>
          </ac:spMkLst>
        </pc:spChg>
        <pc:spChg chg="mod">
          <ac:chgData name="Israel Trejo" userId="94abe8331a44785d" providerId="LiveId" clId="{C64EC362-DB82-4CB5-B399-A3CE20D8262C}" dt="2025-10-31T17:29:21.860" v="987"/>
          <ac:spMkLst>
            <pc:docMk/>
            <pc:sldMk cId="3151779432" sldId="278"/>
            <ac:spMk id="13" creationId="{EE8BA64E-78F4-006B-B27D-F565F61A3949}"/>
          </ac:spMkLst>
        </pc:spChg>
        <pc:spChg chg="add mod">
          <ac:chgData name="Israel Trejo" userId="94abe8331a44785d" providerId="LiveId" clId="{C64EC362-DB82-4CB5-B399-A3CE20D8262C}" dt="2025-10-31T17:29:43.127" v="1010" actId="5793"/>
          <ac:spMkLst>
            <pc:docMk/>
            <pc:sldMk cId="3151779432" sldId="278"/>
            <ac:spMk id="14" creationId="{3F49D01E-CA58-8FF6-2B6C-1F68E9E8A1FA}"/>
          </ac:spMkLst>
        </pc:spChg>
        <pc:spChg chg="add mod">
          <ac:chgData name="Israel Trejo" userId="94abe8331a44785d" providerId="LiveId" clId="{C64EC362-DB82-4CB5-B399-A3CE20D8262C}" dt="2025-10-31T17:32:40.831" v="1070" actId="1076"/>
          <ac:spMkLst>
            <pc:docMk/>
            <pc:sldMk cId="3151779432" sldId="278"/>
            <ac:spMk id="15" creationId="{5F87C971-F2D0-1206-1793-D5B7F8F7A315}"/>
          </ac:spMkLst>
        </pc:spChg>
        <pc:spChg chg="add mod">
          <ac:chgData name="Israel Trejo" userId="94abe8331a44785d" providerId="LiveId" clId="{C64EC362-DB82-4CB5-B399-A3CE20D8262C}" dt="2025-10-31T17:30:10.530" v="1054" actId="20577"/>
          <ac:spMkLst>
            <pc:docMk/>
            <pc:sldMk cId="3151779432" sldId="278"/>
            <ac:spMk id="16" creationId="{DF8FAF5E-D056-4549-5AFC-FEF09989BC3D}"/>
          </ac:spMkLst>
        </pc:spChg>
        <pc:spChg chg="mod">
          <ac:chgData name="Israel Trejo" userId="94abe8331a44785d" providerId="LiveId" clId="{C64EC362-DB82-4CB5-B399-A3CE20D8262C}" dt="2025-10-27T20:16:45.729" v="92" actId="1076"/>
          <ac:spMkLst>
            <pc:docMk/>
            <pc:sldMk cId="3151779432" sldId="278"/>
            <ac:spMk id="17" creationId="{F2EFB50B-9FD6-83D2-D804-23A4704F02FE}"/>
          </ac:spMkLst>
        </pc:spChg>
        <pc:spChg chg="mod">
          <ac:chgData name="Israel Trejo" userId="94abe8331a44785d" providerId="LiveId" clId="{C64EC362-DB82-4CB5-B399-A3CE20D8262C}" dt="2025-10-27T20:22:31.666" v="195" actId="1076"/>
          <ac:spMkLst>
            <pc:docMk/>
            <pc:sldMk cId="3151779432" sldId="278"/>
            <ac:spMk id="18" creationId="{6B0E068B-FB1F-03CC-EBF9-7CE6C48327D0}"/>
          </ac:spMkLst>
        </pc:spChg>
        <pc:spChg chg="add 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19" creationId="{12378010-6229-9A8A-6D1D-D4B38C01D993}"/>
          </ac:spMkLst>
        </pc:spChg>
        <pc:spChg chg="add mod">
          <ac:chgData name="Israel Trejo" userId="94abe8331a44785d" providerId="LiveId" clId="{C64EC362-DB82-4CB5-B399-A3CE20D8262C}" dt="2025-10-31T17:33:43.484" v="1094" actId="1076"/>
          <ac:spMkLst>
            <pc:docMk/>
            <pc:sldMk cId="3151779432" sldId="278"/>
            <ac:spMk id="20" creationId="{A175C915-292D-AE3C-DEB4-50F63B4E8774}"/>
          </ac:spMkLst>
        </pc:spChg>
        <pc:spChg chg="add 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21" creationId="{CD8FB24E-B241-60B6-68C9-1568E4810707}"/>
          </ac:spMkLst>
        </pc:spChg>
        <pc:spChg chg="mod">
          <ac:chgData name="Israel Trejo" userId="94abe8331a44785d" providerId="LiveId" clId="{C64EC362-DB82-4CB5-B399-A3CE20D8262C}" dt="2025-10-31T17:29:11.194" v="983" actId="20577"/>
          <ac:spMkLst>
            <pc:docMk/>
            <pc:sldMk cId="3151779432" sldId="278"/>
            <ac:spMk id="23" creationId="{42FEBD61-0C12-7D73-D615-FA60A50B8B93}"/>
          </ac:spMkLst>
        </pc:spChg>
        <pc:spChg chg="mod">
          <ac:chgData name="Israel Trejo" userId="94abe8331a44785d" providerId="LiveId" clId="{C64EC362-DB82-4CB5-B399-A3CE20D8262C}" dt="2025-10-27T20:12:30.421" v="54" actId="1076"/>
          <ac:spMkLst>
            <pc:docMk/>
            <pc:sldMk cId="3151779432" sldId="278"/>
            <ac:spMk id="24" creationId="{2E50716E-3B6C-7021-515A-297E78CE2EBB}"/>
          </ac:spMkLst>
        </pc:spChg>
        <pc:spChg chg="mod">
          <ac:chgData name="Israel Trejo" userId="94abe8331a44785d" providerId="LiveId" clId="{C64EC362-DB82-4CB5-B399-A3CE20D8262C}" dt="2025-10-27T20:17:50.302" v="118" actId="1076"/>
          <ac:spMkLst>
            <pc:docMk/>
            <pc:sldMk cId="3151779432" sldId="278"/>
            <ac:spMk id="25" creationId="{BE326C95-01DE-F3BD-686A-551B58908206}"/>
          </ac:spMkLst>
        </pc:spChg>
        <pc:spChg chg="mod">
          <ac:chgData name="Israel Trejo" userId="94abe8331a44785d" providerId="LiveId" clId="{C64EC362-DB82-4CB5-B399-A3CE20D8262C}" dt="2025-10-27T20:26:39.603" v="269" actId="207"/>
          <ac:spMkLst>
            <pc:docMk/>
            <pc:sldMk cId="3151779432" sldId="278"/>
            <ac:spMk id="26" creationId="{FD795DA8-15CA-4CA7-996C-66D089AB3521}"/>
          </ac:spMkLst>
        </pc:spChg>
        <pc:spChg chg="mod">
          <ac:chgData name="Israel Trejo" userId="94abe8331a44785d" providerId="LiveId" clId="{C64EC362-DB82-4CB5-B399-A3CE20D8262C}" dt="2025-10-27T20:19:06.287" v="148" actId="207"/>
          <ac:spMkLst>
            <pc:docMk/>
            <pc:sldMk cId="3151779432" sldId="278"/>
            <ac:spMk id="27" creationId="{99EB704C-AE2C-4EEF-DA69-F82D3617437A}"/>
          </ac:spMkLst>
        </pc:spChg>
        <pc:spChg chg="add mod">
          <ac:chgData name="Israel Trejo" userId="94abe8331a44785d" providerId="LiveId" clId="{C64EC362-DB82-4CB5-B399-A3CE20D8262C}" dt="2025-10-29T15:52:37.985" v="821" actId="1076"/>
          <ac:spMkLst>
            <pc:docMk/>
            <pc:sldMk cId="3151779432" sldId="278"/>
            <ac:spMk id="28" creationId="{A38F679E-1075-352F-0F4D-B27BD571C5B8}"/>
          </ac:spMkLst>
        </pc:spChg>
        <pc:spChg chg="mod">
          <ac:chgData name="Israel Trejo" userId="94abe8331a44785d" providerId="LiveId" clId="{C64EC362-DB82-4CB5-B399-A3CE20D8262C}" dt="2025-10-27T20:22:28.429" v="194" actId="1076"/>
          <ac:spMkLst>
            <pc:docMk/>
            <pc:sldMk cId="3151779432" sldId="278"/>
            <ac:spMk id="29" creationId="{55FB114A-C6CF-76AD-85A2-B74941BF49CD}"/>
          </ac:spMkLst>
        </pc:spChg>
        <pc:spChg chg="mod">
          <ac:chgData name="Israel Trejo" userId="94abe8331a44785d" providerId="LiveId" clId="{C64EC362-DB82-4CB5-B399-A3CE20D8262C}" dt="2025-10-29T16:12:44.302" v="889" actId="14100"/>
          <ac:spMkLst>
            <pc:docMk/>
            <pc:sldMk cId="3151779432" sldId="278"/>
            <ac:spMk id="30" creationId="{C01C2C60-BF4A-7601-20FE-EBD6AE484EDB}"/>
          </ac:spMkLst>
        </pc:spChg>
        <pc:spChg chg="mod">
          <ac:chgData name="Israel Trejo" userId="94abe8331a44785d" providerId="LiveId" clId="{C64EC362-DB82-4CB5-B399-A3CE20D8262C}" dt="2025-10-27T20:17:18.373" v="110" actId="1076"/>
          <ac:spMkLst>
            <pc:docMk/>
            <pc:sldMk cId="3151779432" sldId="278"/>
            <ac:spMk id="31" creationId="{17977C66-A170-9D62-B187-681AED9AD57B}"/>
          </ac:spMkLst>
        </pc:spChg>
        <pc:spChg chg="add mod ord">
          <ac:chgData name="Israel Trejo" userId="94abe8331a44785d" providerId="LiveId" clId="{C64EC362-DB82-4CB5-B399-A3CE20D8262C}" dt="2025-10-31T17:34:39.606" v="1100" actId="207"/>
          <ac:spMkLst>
            <pc:docMk/>
            <pc:sldMk cId="3151779432" sldId="278"/>
            <ac:spMk id="32" creationId="{638B6E22-7AD9-B4E8-AA40-9E739A08030C}"/>
          </ac:spMkLst>
        </pc:spChg>
        <pc:spChg chg="add mod">
          <ac:chgData name="Israel Trejo" userId="94abe8331a44785d" providerId="LiveId" clId="{C64EC362-DB82-4CB5-B399-A3CE20D8262C}" dt="2025-10-27T20:20:23.474" v="168" actId="1076"/>
          <ac:spMkLst>
            <pc:docMk/>
            <pc:sldMk cId="3151779432" sldId="278"/>
            <ac:spMk id="33" creationId="{4FFAAE79-EE72-E991-1133-2AF31EA9924A}"/>
          </ac:spMkLst>
        </pc:spChg>
        <pc:spChg chg="add mod">
          <ac:chgData name="Israel Trejo" userId="94abe8331a44785d" providerId="LiveId" clId="{C64EC362-DB82-4CB5-B399-A3CE20D8262C}" dt="2025-10-29T15:50:44.772" v="772" actId="14100"/>
          <ac:spMkLst>
            <pc:docMk/>
            <pc:sldMk cId="3151779432" sldId="278"/>
            <ac:spMk id="34" creationId="{ED1EA3C9-7C74-AF6B-504C-52B583E74429}"/>
          </ac:spMkLst>
        </pc:spChg>
        <pc:spChg chg="mod ord">
          <ac:chgData name="Israel Trejo" userId="94abe8331a44785d" providerId="LiveId" clId="{C64EC362-DB82-4CB5-B399-A3CE20D8262C}" dt="2025-10-31T17:33:30.904" v="1092" actId="14100"/>
          <ac:spMkLst>
            <pc:docMk/>
            <pc:sldMk cId="3151779432" sldId="278"/>
            <ac:spMk id="35" creationId="{EC68F2A2-4B3E-1CE1-DFD9-D4B5D1DB09C3}"/>
          </ac:spMkLst>
        </pc:spChg>
        <pc:spChg chg="add mod">
          <ac:chgData name="Israel Trejo" userId="94abe8331a44785d" providerId="LiveId" clId="{C64EC362-DB82-4CB5-B399-A3CE20D8262C}" dt="2025-10-29T15:50:33.990" v="767" actId="1076"/>
          <ac:spMkLst>
            <pc:docMk/>
            <pc:sldMk cId="3151779432" sldId="278"/>
            <ac:spMk id="36" creationId="{1C1FE496-8DCE-4ECC-E8F8-BFCA4F6B8BBC}"/>
          </ac:spMkLst>
        </pc:spChg>
        <pc:spChg chg="add mod">
          <ac:chgData name="Israel Trejo" userId="94abe8331a44785d" providerId="LiveId" clId="{C64EC362-DB82-4CB5-B399-A3CE20D8262C}" dt="2025-10-29T15:52:44.148" v="825" actId="20577"/>
          <ac:spMkLst>
            <pc:docMk/>
            <pc:sldMk cId="3151779432" sldId="278"/>
            <ac:spMk id="39" creationId="{CC201362-CCB4-7C65-C6CC-A332CFA1AC18}"/>
          </ac:spMkLst>
        </pc:spChg>
        <pc:spChg chg="add 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40" creationId="{C8D31F2F-C9EA-C26F-9A73-962E06662998}"/>
          </ac:spMkLst>
        </pc:spChg>
        <pc:spChg chg="add mod">
          <ac:chgData name="Israel Trejo" userId="94abe8331a44785d" providerId="LiveId" clId="{C64EC362-DB82-4CB5-B399-A3CE20D8262C}" dt="2025-10-27T20:27:11.694" v="302" actId="1076"/>
          <ac:spMkLst>
            <pc:docMk/>
            <pc:sldMk cId="3151779432" sldId="278"/>
            <ac:spMk id="41" creationId="{7B0C5398-03A1-16EC-C487-F6C8A333216D}"/>
          </ac:spMkLst>
        </pc:spChg>
        <pc:spChg chg="add mod">
          <ac:chgData name="Israel Trejo" userId="94abe8331a44785d" providerId="LiveId" clId="{C64EC362-DB82-4CB5-B399-A3CE20D8262C}" dt="2025-10-27T20:30:52.675" v="306" actId="20577"/>
          <ac:spMkLst>
            <pc:docMk/>
            <pc:sldMk cId="3151779432" sldId="278"/>
            <ac:spMk id="42" creationId="{1853C1D2-9277-1949-4DE2-0072E6217C09}"/>
          </ac:spMkLst>
        </pc:spChg>
        <pc:spChg chg="mod">
          <ac:chgData name="Israel Trejo" userId="94abe8331a44785d" providerId="LiveId" clId="{C64EC362-DB82-4CB5-B399-A3CE20D8262C}" dt="2025-10-27T20:22:54.383" v="204" actId="1076"/>
          <ac:spMkLst>
            <pc:docMk/>
            <pc:sldMk cId="3151779432" sldId="278"/>
            <ac:spMk id="51" creationId="{CE7461F6-08AA-BF0A-FA3C-F2E25945201F}"/>
          </ac:spMkLst>
        </pc:spChg>
        <pc:spChg chg="mod">
          <ac:chgData name="Israel Trejo" userId="94abe8331a44785d" providerId="LiveId" clId="{C64EC362-DB82-4CB5-B399-A3CE20D8262C}" dt="2025-10-27T20:26:00.399" v="257" actId="1076"/>
          <ac:spMkLst>
            <pc:docMk/>
            <pc:sldMk cId="3151779432" sldId="278"/>
            <ac:spMk id="52" creationId="{0C2435ED-2C79-D70B-66E8-C1E2FC79CC05}"/>
          </ac:spMkLst>
        </pc:spChg>
        <pc:spChg chg="mod">
          <ac:chgData name="Israel Trejo" userId="94abe8331a44785d" providerId="LiveId" clId="{C64EC362-DB82-4CB5-B399-A3CE20D8262C}" dt="2025-10-27T20:22:15.402" v="186" actId="1076"/>
          <ac:spMkLst>
            <pc:docMk/>
            <pc:sldMk cId="3151779432" sldId="278"/>
            <ac:spMk id="53" creationId="{DFB91784-B7AD-47E0-EC7D-C5DAFF5D63AE}"/>
          </ac:spMkLst>
        </pc:spChg>
        <pc:spChg chg="mod">
          <ac:chgData name="Israel Trejo" userId="94abe8331a44785d" providerId="LiveId" clId="{C64EC362-DB82-4CB5-B399-A3CE20D8262C}" dt="2025-10-27T20:25:51.218" v="256" actId="14100"/>
          <ac:spMkLst>
            <pc:docMk/>
            <pc:sldMk cId="3151779432" sldId="278"/>
            <ac:spMk id="54" creationId="{D520226C-BF41-5D77-B2E3-62B537ADFD5C}"/>
          </ac:spMkLst>
        </pc:spChg>
        <pc:spChg chg="mod ord">
          <ac:chgData name="Israel Trejo" userId="94abe8331a44785d" providerId="LiveId" clId="{C64EC362-DB82-4CB5-B399-A3CE20D8262C}" dt="2025-10-31T17:33:03.581" v="1084" actId="14100"/>
          <ac:spMkLst>
            <pc:docMk/>
            <pc:sldMk cId="3151779432" sldId="278"/>
            <ac:spMk id="56" creationId="{9F7C008F-9E0D-C9BD-BFF5-C0DFBB6585EF}"/>
          </ac:spMkLst>
        </pc:spChg>
        <pc:spChg chg="mod">
          <ac:chgData name="Israel Trejo" userId="94abe8331a44785d" providerId="LiveId" clId="{C64EC362-DB82-4CB5-B399-A3CE20D8262C}" dt="2025-10-29T15:49:18.208" v="755" actId="1076"/>
          <ac:spMkLst>
            <pc:docMk/>
            <pc:sldMk cId="3151779432" sldId="278"/>
            <ac:spMk id="58" creationId="{AD680544-A0AE-8516-E486-27EA386FC339}"/>
          </ac:spMkLst>
        </pc:spChg>
        <pc:spChg chg="mod">
          <ac:chgData name="Israel Trejo" userId="94abe8331a44785d" providerId="LiveId" clId="{C64EC362-DB82-4CB5-B399-A3CE20D8262C}" dt="2025-10-29T15:49:16.128" v="754" actId="1076"/>
          <ac:spMkLst>
            <pc:docMk/>
            <pc:sldMk cId="3151779432" sldId="278"/>
            <ac:spMk id="59" creationId="{46C34CD8-D4E6-00AA-85E7-6AE487939267}"/>
          </ac:spMkLst>
        </pc:spChg>
        <pc:spChg chg="mod">
          <ac:chgData name="Israel Trejo" userId="94abe8331a44785d" providerId="LiveId" clId="{C64EC362-DB82-4CB5-B399-A3CE20D8262C}" dt="2025-10-29T15:50:53.325" v="773" actId="14100"/>
          <ac:spMkLst>
            <pc:docMk/>
            <pc:sldMk cId="3151779432" sldId="278"/>
            <ac:spMk id="61" creationId="{02C1C45A-869F-9A64-761C-7E9B905DAB8F}"/>
          </ac:spMkLst>
        </pc:spChg>
        <pc:spChg chg="mod">
          <ac:chgData name="Israel Trejo" userId="94abe8331a44785d" providerId="LiveId" clId="{C64EC362-DB82-4CB5-B399-A3CE20D8262C}" dt="2025-10-29T16:12:50.988" v="891" actId="20577"/>
          <ac:spMkLst>
            <pc:docMk/>
            <pc:sldMk cId="3151779432" sldId="278"/>
            <ac:spMk id="62" creationId="{385110D0-3825-24F6-C905-5FF35CC5AC19}"/>
          </ac:spMkLst>
        </pc:spChg>
        <pc:spChg chg="mod">
          <ac:chgData name="Israel Trejo" userId="94abe8331a44785d" providerId="LiveId" clId="{C64EC362-DB82-4CB5-B399-A3CE20D8262C}" dt="2025-10-27T20:23:20.226" v="207" actId="1076"/>
          <ac:spMkLst>
            <pc:docMk/>
            <pc:sldMk cId="3151779432" sldId="278"/>
            <ac:spMk id="63" creationId="{29220DD8-BA21-F27C-62FB-D42DC0433015}"/>
          </ac:spMkLst>
        </pc:spChg>
        <pc:spChg chg="mod">
          <ac:chgData name="Israel Trejo" userId="94abe8331a44785d" providerId="LiveId" clId="{C64EC362-DB82-4CB5-B399-A3CE20D8262C}" dt="2025-10-31T17:32:40.831" v="1070" actId="1076"/>
          <ac:spMkLst>
            <pc:docMk/>
            <pc:sldMk cId="3151779432" sldId="278"/>
            <ac:spMk id="64" creationId="{4263A1F0-E3C9-7350-7BBF-A9E43ACAC527}"/>
          </ac:spMkLst>
        </pc:spChg>
        <pc:spChg chg="mod">
          <ac:chgData name="Israel Trejo" userId="94abe8331a44785d" providerId="LiveId" clId="{C64EC362-DB82-4CB5-B399-A3CE20D8262C}" dt="2025-10-31T17:32:40.831" v="1070" actId="1076"/>
          <ac:spMkLst>
            <pc:docMk/>
            <pc:sldMk cId="3151779432" sldId="278"/>
            <ac:spMk id="65" creationId="{ED0FE73A-C3D7-8E9B-66AC-C4ACFDA91C33}"/>
          </ac:spMkLst>
        </pc:spChg>
        <pc:spChg chg="mod">
          <ac:chgData name="Israel Trejo" userId="94abe8331a44785d" providerId="LiveId" clId="{C64EC362-DB82-4CB5-B399-A3CE20D8262C}" dt="2025-10-31T17:33:43.484" v="1094" actId="1076"/>
          <ac:spMkLst>
            <pc:docMk/>
            <pc:sldMk cId="3151779432" sldId="278"/>
            <ac:spMk id="66" creationId="{D800A2F5-E0D0-502C-A9BE-90798464D9D0}"/>
          </ac:spMkLst>
        </pc:spChg>
        <pc:spChg chg="mod">
          <ac:chgData name="Israel Trejo" userId="94abe8331a44785d" providerId="LiveId" clId="{C64EC362-DB82-4CB5-B399-A3CE20D8262C}" dt="2025-10-29T15:50:35.486" v="768" actId="1076"/>
          <ac:spMkLst>
            <pc:docMk/>
            <pc:sldMk cId="3151779432" sldId="278"/>
            <ac:spMk id="78" creationId="{43DDFCF2-9838-8E85-5888-CFDC5F2EFBF9}"/>
          </ac:spMkLst>
        </pc:spChg>
        <pc:spChg chg="mod ord">
          <ac:chgData name="Israel Trejo" userId="94abe8331a44785d" providerId="LiveId" clId="{C64EC362-DB82-4CB5-B399-A3CE20D8262C}" dt="2025-10-31T17:33:24.557" v="1090" actId="14100"/>
          <ac:spMkLst>
            <pc:docMk/>
            <pc:sldMk cId="3151779432" sldId="278"/>
            <ac:spMk id="83" creationId="{B7D5079E-E378-19C4-04D6-D0730D2AB7FC}"/>
          </ac:spMkLst>
        </pc:spChg>
        <pc:spChg chg="mod">
          <ac:chgData name="Israel Trejo" userId="94abe8331a44785d" providerId="LiveId" clId="{C64EC362-DB82-4CB5-B399-A3CE20D8262C}" dt="2025-10-29T15:35:46.835" v="455" actId="20577"/>
          <ac:spMkLst>
            <pc:docMk/>
            <pc:sldMk cId="3151779432" sldId="278"/>
            <ac:spMk id="86" creationId="{5E692C15-CD2E-8939-97A6-4584242EA4B6}"/>
          </ac:spMkLst>
        </pc:spChg>
        <pc:spChg chg="mod or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89" creationId="{33DE37FA-0FBC-BCF5-75E7-602F46E8D4A9}"/>
          </ac:spMkLst>
        </pc:spChg>
        <pc:spChg chg="mod">
          <ac:chgData name="Israel Trejo" userId="94abe8331a44785d" providerId="LiveId" clId="{C64EC362-DB82-4CB5-B399-A3CE20D8262C}" dt="2025-11-02T17:33:42.919" v="1117" actId="20577"/>
          <ac:spMkLst>
            <pc:docMk/>
            <pc:sldMk cId="3151779432" sldId="278"/>
            <ac:spMk id="90" creationId="{1B894CEB-3664-F666-92B7-4A02C894ADDB}"/>
          </ac:spMkLst>
        </pc:spChg>
        <pc:spChg chg="mod">
          <ac:chgData name="Israel Trejo" userId="94abe8331a44785d" providerId="LiveId" clId="{C64EC362-DB82-4CB5-B399-A3CE20D8262C}" dt="2025-10-31T17:35:03.560" v="1102" actId="207"/>
          <ac:spMkLst>
            <pc:docMk/>
            <pc:sldMk cId="3151779432" sldId="278"/>
            <ac:spMk id="96" creationId="{6208CC22-90F8-E5D2-C5B2-F4EBC285A0F1}"/>
          </ac:spMkLst>
        </pc:spChg>
        <pc:spChg chg="mod">
          <ac:chgData name="Israel Trejo" userId="94abe8331a44785d" providerId="LiveId" clId="{C64EC362-DB82-4CB5-B399-A3CE20D8262C}" dt="2025-10-29T15:51:37.908" v="781" actId="1076"/>
          <ac:spMkLst>
            <pc:docMk/>
            <pc:sldMk cId="3151779432" sldId="278"/>
            <ac:spMk id="97" creationId="{0ADB610C-35D5-F09A-4BEE-58FD7C149EB9}"/>
          </ac:spMkLst>
        </pc:spChg>
        <pc:spChg chg="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99" creationId="{42993305-C8A6-2F3A-FF79-A77D25A9F6AE}"/>
          </ac:spMkLst>
        </pc:spChg>
        <pc:spChg chg="mod">
          <ac:chgData name="Israel Trejo" userId="94abe8331a44785d" providerId="LiveId" clId="{C64EC362-DB82-4CB5-B399-A3CE20D8262C}" dt="2025-10-29T16:32:23.794" v="956" actId="1076"/>
          <ac:spMkLst>
            <pc:docMk/>
            <pc:sldMk cId="3151779432" sldId="278"/>
            <ac:spMk id="100" creationId="{9630AB4C-A568-3CD0-F5A4-03613CDB01B5}"/>
          </ac:spMkLst>
        </pc:spChg>
        <pc:spChg chg="mod">
          <ac:chgData name="Israel Trejo" userId="94abe8331a44785d" providerId="LiveId" clId="{C64EC362-DB82-4CB5-B399-A3CE20D8262C}" dt="2025-10-29T15:52:27.889" v="817" actId="14100"/>
          <ac:spMkLst>
            <pc:docMk/>
            <pc:sldMk cId="3151779432" sldId="278"/>
            <ac:spMk id="101" creationId="{3C753922-EA89-C5E7-8CD8-077D890373D1}"/>
          </ac:spMkLst>
        </pc:spChg>
        <pc:cxnChg chg="mod">
          <ac:chgData name="Israel Trejo" userId="94abe8331a44785d" providerId="LiveId" clId="{C64EC362-DB82-4CB5-B399-A3CE20D8262C}" dt="2025-10-29T15:53:58.908" v="830" actId="14100"/>
          <ac:cxnSpMkLst>
            <pc:docMk/>
            <pc:sldMk cId="3151779432" sldId="278"/>
            <ac:cxnSpMk id="8" creationId="{7B438652-C265-2F8E-A4BF-82C49246C99C}"/>
          </ac:cxnSpMkLst>
        </pc:cxnChg>
        <pc:cxnChg chg="mod">
          <ac:chgData name="Israel Trejo" userId="94abe8331a44785d" providerId="LiveId" clId="{C64EC362-DB82-4CB5-B399-A3CE20D8262C}" dt="2025-10-29T15:53:52.649" v="828" actId="14100"/>
          <ac:cxnSpMkLst>
            <pc:docMk/>
            <pc:sldMk cId="3151779432" sldId="278"/>
            <ac:cxnSpMk id="9" creationId="{77E8DA40-6912-3BF2-3D33-495184E3AD75}"/>
          </ac:cxnSpMkLst>
        </pc:cxnChg>
        <pc:cxnChg chg="mod">
          <ac:chgData name="Israel Trejo" userId="94abe8331a44785d" providerId="LiveId" clId="{C64EC362-DB82-4CB5-B399-A3CE20D8262C}" dt="2025-10-27T20:12:27.234" v="53" actId="14100"/>
          <ac:cxnSpMkLst>
            <pc:docMk/>
            <pc:sldMk cId="3151779432" sldId="278"/>
            <ac:cxnSpMk id="10" creationId="{AAAA782D-72B0-11BE-36CA-7F8251C0234C}"/>
          </ac:cxnSpMkLst>
        </pc:cxnChg>
      </pc:sldChg>
      <pc:sldChg chg="modSp add">
        <pc:chgData name="Israel Trejo" userId="94abe8331a44785d" providerId="LiveId" clId="{C64EC362-DB82-4CB5-B399-A3CE20D8262C}" dt="2025-11-01T06:45:48.196" v="1115" actId="20577"/>
        <pc:sldMkLst>
          <pc:docMk/>
          <pc:sldMk cId="1519664828" sldId="283"/>
        </pc:sldMkLst>
        <pc:spChg chg="mod">
          <ac:chgData name="Israel Trejo" userId="94abe8331a44785d" providerId="LiveId" clId="{C64EC362-DB82-4CB5-B399-A3CE20D8262C}" dt="2025-11-01T06:45:48.196" v="1115" actId="20577"/>
          <ac:spMkLst>
            <pc:docMk/>
            <pc:sldMk cId="1519664828" sldId="283"/>
            <ac:spMk id="65" creationId="{4014F5EE-785B-5439-C1C3-C6930410FD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E7D25-D081-441E-9896-F3681670001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40465-4F19-4295-A90C-3043F38E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0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40465-4F19-4295-A90C-3043F38ED8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39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89AB-B84E-24A2-8FDA-95D53E67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FE153-C186-AF89-E9DA-C7514DDA0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141B6-07AC-F751-E2CD-9EA71732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A161-0F07-747E-1B0C-CD9DC9416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40465-4F19-4295-A90C-3043F38ED8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1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877D-0D68-5FDF-4B4C-4D65E9690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0CD52-5BC1-90F8-27EE-9BF9BF337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02AB0-ECDB-C8D4-E78A-9E2FE854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6464-97E1-6E2E-9224-FE80074B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A10B-F46F-B409-0A70-9951E3C2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00FA-FB20-B766-3C2C-18DCE3EA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3293-C8CF-1F27-267F-44141119D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1A39-BAB8-F1FA-D1DD-9D1FD1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F6B9-898C-A5A3-A168-9963F7AD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659D-54D5-9677-FFBB-7C2CC867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6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F1FA-E94C-DBC2-90CE-FE66DFDC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311E9-42FC-974D-8EB0-D886BE69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476B5-9E78-58CA-BC4F-69E52F80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D5B9-9EA3-6937-73A0-14615A88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47260-4D45-D33E-6992-C4FCDF74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CF37-84AF-A4E2-9E33-F6D51B07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331F-8C40-2BB4-1574-A4A311A61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2CE74-4532-D570-CC10-4ED63A39E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A7284-C3F0-BDE4-6FFA-782B0E6A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6AA9D-3D9B-C423-A8E7-D205DD92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69E11-E6A7-13C9-2655-D22355B9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0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7540-302E-5602-59D9-9966CEF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1688-156D-2C0E-D130-DE1CC820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58923-C578-85BA-0282-11E538BA3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FFC4D-B982-EE4D-9D2C-62E09830D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CEC89-1EE3-62AF-9E9C-C3B11520A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96AC4-9D05-F1BA-3975-EA525195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A0954-B670-2381-B7BB-B49D6630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1EE57-FC44-A66B-6CBB-56E162CA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2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3F9F-2DCE-DBA7-05A9-B4F5F528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C609E-A6B9-95CB-1CCB-FED7BB5E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B287D-AE69-A339-AD2B-7C4352DE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5A77F-4515-9FA3-D69E-EBEFADD3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0569E-1FD5-C88C-D691-83A5EA39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59893-5900-EBDA-EC1E-12141A3A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7AE8-E6E9-B44D-227C-0C3E804A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4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4449-1958-DB12-86DA-5CA57EAC4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D84A5-3621-3C18-7C52-DE23BD30E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9E961-ACDD-4AE3-61A8-7DD7CCDEA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3F864-599F-C28D-F1EA-3605D688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2067-2F0F-EAF0-8CAD-3961AD0C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22A71-471C-0436-61F0-C57884F3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5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EE08-1F97-B491-0A32-5D9180BD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4A2DF-5D74-2452-9F7D-2B094DD91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DAD79-3BE7-5C2B-3D9D-20C0E666B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56E1-98E1-F2F2-9414-A7501F9B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D4EC4-1DF3-0D68-7A7F-27195A18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59BE9-67D9-663E-1A0C-16004858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7B17-A4CF-F46A-D02B-870CE66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328D9-9ED9-AA00-C6EC-788F280C4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E358-6DB7-E760-684A-5D1B8E49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996B9-5BC7-256F-81D5-25B1CD5D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A810-0267-DA65-DC63-E307C5E1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3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42CCF-BBF8-1ED4-29D4-DF89AF0FD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CA876-8DA4-D3CA-87A2-8327FAEFA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37BE-FE2E-F087-BB6D-06F78D42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9E45-5E8E-7FB6-7802-572A9B3C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72816-FBA6-CE3A-D5A8-EFB962BF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719AD-12DF-87DE-8EB8-97D96E11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77B12-0437-152C-1740-992986D79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A3680-D94C-03BE-6476-4AAC06D76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F377F-E81C-404C-82FD-883D4ECAAF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6EDE7-A8B8-CCA2-AD50-8B7E461A5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437A-99FC-0CF3-9260-1DAD0396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A420AE-4FA4-23B0-60E2-81B93831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504" y="1019102"/>
            <a:ext cx="7531321" cy="3282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08770-1D06-F956-1381-AB78BE832C40}"/>
              </a:ext>
            </a:extLst>
          </p:cNvPr>
          <p:cNvSpPr txBox="1"/>
          <p:nvPr/>
        </p:nvSpPr>
        <p:spPr>
          <a:xfrm>
            <a:off x="7356817" y="1912560"/>
            <a:ext cx="471629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LTSM resolve the vanishing gradient by</a:t>
            </a:r>
          </a:p>
          <a:p>
            <a:r>
              <a:rPr lang="en-US" dirty="0"/>
              <a:t>1- Forget irrelevant information</a:t>
            </a:r>
          </a:p>
          <a:p>
            <a:r>
              <a:rPr lang="en-US" dirty="0"/>
              <a:t>2-Add/update new information</a:t>
            </a:r>
          </a:p>
          <a:p>
            <a:r>
              <a:rPr lang="en-US" dirty="0"/>
              <a:t>3-Pass updated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175909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F7D932F-6828-0281-D69E-EBD9749D5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7972" y="1168439"/>
            <a:ext cx="5471160" cy="326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6510B8-044A-0997-4D28-25EA6F3E4222}"/>
              </a:ext>
            </a:extLst>
          </p:cNvPr>
          <p:cNvSpPr txBox="1"/>
          <p:nvPr/>
        </p:nvSpPr>
        <p:spPr>
          <a:xfrm>
            <a:off x="1277112" y="4121041"/>
            <a:ext cx="3474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 </a:t>
            </a:r>
            <a:r>
              <a:rPr lang="en-US" sz="2400" b="1" dirty="0">
                <a:sym typeface="Wingdings" panose="05000000000000000000" pitchFamily="2" charset="2"/>
              </a:rPr>
              <a:t>Short term memory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1C407-8D3C-50FE-07CC-1ADAB0F3AAD3}"/>
              </a:ext>
            </a:extLst>
          </p:cNvPr>
          <p:cNvSpPr txBox="1"/>
          <p:nvPr/>
        </p:nvSpPr>
        <p:spPr>
          <a:xfrm>
            <a:off x="1277112" y="1313688"/>
            <a:ext cx="3423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 </a:t>
            </a:r>
            <a:r>
              <a:rPr lang="en-US" sz="2400" b="1" dirty="0">
                <a:sym typeface="Wingdings" panose="05000000000000000000" pitchFamily="2" charset="2"/>
              </a:rPr>
              <a:t>Long term memory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1059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4FDB5-5A67-36A0-2490-FCCA3D420A4E}"/>
              </a:ext>
            </a:extLst>
          </p:cNvPr>
          <p:cNvSpPr txBox="1"/>
          <p:nvPr/>
        </p:nvSpPr>
        <p:spPr>
          <a:xfrm>
            <a:off x="1018846" y="407600"/>
            <a:ext cx="5171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Forget gate f </a:t>
            </a:r>
            <a:r>
              <a:rPr lang="en-US" sz="2400" b="1" dirty="0">
                <a:sym typeface="Wingdings" panose="05000000000000000000" pitchFamily="2" charset="2"/>
              </a:rPr>
              <a:t>Short term memory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8B26D-4834-FDB1-C3CE-85863157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273" y="1541409"/>
            <a:ext cx="6324837" cy="377518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E9FEC4E6-1A93-BF77-B87D-180C35EF9001}"/>
              </a:ext>
            </a:extLst>
          </p:cNvPr>
          <p:cNvSpPr/>
          <p:nvPr/>
        </p:nvSpPr>
        <p:spPr>
          <a:xfrm>
            <a:off x="4574303" y="1635868"/>
            <a:ext cx="164592" cy="996696"/>
          </a:xfrm>
          <a:prstGeom prst="downArrow">
            <a:avLst/>
          </a:prstGeom>
          <a:gradFill>
            <a:gsLst>
              <a:gs pos="36000">
                <a:srgbClr val="FF0000"/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402B4-900B-3DF4-B966-202442E1B509}"/>
              </a:ext>
            </a:extLst>
          </p:cNvPr>
          <p:cNvSpPr txBox="1"/>
          <p:nvPr/>
        </p:nvSpPr>
        <p:spPr>
          <a:xfrm>
            <a:off x="4763693" y="2134216"/>
            <a:ext cx="206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0: forget everything</a:t>
            </a:r>
          </a:p>
          <a:p>
            <a:r>
              <a:rPr lang="en-US" dirty="0">
                <a:highlight>
                  <a:srgbClr val="FFFF00"/>
                </a:highlight>
              </a:rPr>
              <a:t>1: forget nothing</a:t>
            </a:r>
          </a:p>
        </p:txBody>
      </p:sp>
    </p:spTree>
    <p:extLst>
      <p:ext uri="{BB962C8B-B14F-4D97-AF65-F5344CB8AC3E}">
        <p14:creationId xmlns:p14="http://schemas.microsoft.com/office/powerpoint/2010/main" val="309976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FF11-5636-EF54-E622-8972622A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B4265-2A2F-875B-2C5C-F3BA0C8C57DF}"/>
              </a:ext>
            </a:extLst>
          </p:cNvPr>
          <p:cNvSpPr txBox="1"/>
          <p:nvPr/>
        </p:nvSpPr>
        <p:spPr>
          <a:xfrm>
            <a:off x="3034502" y="5269409"/>
            <a:ext cx="1729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Input gate </a:t>
            </a:r>
            <a:r>
              <a:rPr lang="en-US" sz="2400" b="1" dirty="0" err="1"/>
              <a:t>i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DCAC7-9987-2E2D-2612-0397CB89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43" y="1635508"/>
            <a:ext cx="6324837" cy="377518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2FC2E670-FFDF-F595-C880-169047FA62DF}"/>
              </a:ext>
            </a:extLst>
          </p:cNvPr>
          <p:cNvSpPr/>
          <p:nvPr/>
        </p:nvSpPr>
        <p:spPr>
          <a:xfrm rot="5400000">
            <a:off x="5540102" y="2237332"/>
            <a:ext cx="190228" cy="2761762"/>
          </a:xfrm>
          <a:prstGeom prst="downArrow">
            <a:avLst/>
          </a:prstGeom>
          <a:gradFill>
            <a:gsLst>
              <a:gs pos="36000">
                <a:srgbClr val="FF0000"/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045B6-1EF1-9172-C4BC-F2906A6DDCF8}"/>
              </a:ext>
            </a:extLst>
          </p:cNvPr>
          <p:cNvSpPr txBox="1"/>
          <p:nvPr/>
        </p:nvSpPr>
        <p:spPr>
          <a:xfrm>
            <a:off x="3986253" y="986021"/>
            <a:ext cx="241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Updating the cell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AB793-5E74-6D3D-A51A-896B84ABA4CB}"/>
              </a:ext>
            </a:extLst>
          </p:cNvPr>
          <p:cNvSpPr txBox="1"/>
          <p:nvPr/>
        </p:nvSpPr>
        <p:spPr>
          <a:xfrm>
            <a:off x="7227583" y="3433547"/>
            <a:ext cx="3901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information(output of tanh -1,1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ED39E-7ACF-A1BC-FFBE-056324A2A90C}"/>
              </a:ext>
            </a:extLst>
          </p:cNvPr>
          <p:cNvSpPr txBox="1"/>
          <p:nvPr/>
        </p:nvSpPr>
        <p:spPr>
          <a:xfrm>
            <a:off x="4425333" y="2593456"/>
            <a:ext cx="855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New C</a:t>
            </a:r>
          </a:p>
        </p:txBody>
      </p:sp>
    </p:spTree>
    <p:extLst>
      <p:ext uri="{BB962C8B-B14F-4D97-AF65-F5344CB8AC3E}">
        <p14:creationId xmlns:p14="http://schemas.microsoft.com/office/powerpoint/2010/main" val="215335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58AA-B02A-EA7B-CEF2-4A065B31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F0D06-3E13-F5AC-8736-835E92CDFE4F}"/>
              </a:ext>
            </a:extLst>
          </p:cNvPr>
          <p:cNvSpPr txBox="1"/>
          <p:nvPr/>
        </p:nvSpPr>
        <p:spPr>
          <a:xfrm>
            <a:off x="4333784" y="5280533"/>
            <a:ext cx="2072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Output gate 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7F80D-00C6-9522-6E76-957B35C7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60" y="1541409"/>
            <a:ext cx="6324837" cy="377518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23657507-42A4-40B6-4C52-0A257731FFC9}"/>
              </a:ext>
            </a:extLst>
          </p:cNvPr>
          <p:cNvSpPr/>
          <p:nvPr/>
        </p:nvSpPr>
        <p:spPr>
          <a:xfrm rot="11915313">
            <a:off x="4570685" y="3582274"/>
            <a:ext cx="190228" cy="2761762"/>
          </a:xfrm>
          <a:prstGeom prst="downArrow">
            <a:avLst/>
          </a:prstGeom>
          <a:gradFill>
            <a:gsLst>
              <a:gs pos="36000">
                <a:srgbClr val="FF0000"/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0990-BB17-FF60-492D-3A82BF765E70}"/>
              </a:ext>
            </a:extLst>
          </p:cNvPr>
          <p:cNvSpPr txBox="1"/>
          <p:nvPr/>
        </p:nvSpPr>
        <p:spPr>
          <a:xfrm>
            <a:off x="6832003" y="4165056"/>
            <a:ext cx="5258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hidden state is a function of Long term memory (Ct)</a:t>
            </a:r>
          </a:p>
        </p:txBody>
      </p:sp>
    </p:spTree>
    <p:extLst>
      <p:ext uri="{BB962C8B-B14F-4D97-AF65-F5344CB8AC3E}">
        <p14:creationId xmlns:p14="http://schemas.microsoft.com/office/powerpoint/2010/main" val="34971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CB087F-0C0E-A41D-1AA5-4B83882BD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37"/>
            <a:ext cx="5937505" cy="6598792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CE58540-1D75-EDC0-8AAB-BDD2DD500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649046"/>
            <a:ext cx="5471160" cy="326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87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6EABE2-A83F-90AD-4E91-1C0A2900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" y="562161"/>
            <a:ext cx="4144093" cy="272257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A6E9154-48C8-E715-5B49-99773DB9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649046"/>
            <a:ext cx="5471160" cy="326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4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F5160-7DD8-E3CA-598C-2BE313270A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0936" y="4440365"/>
                <a:ext cx="4245864" cy="1722691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3800"/>
                  <a:t>Time Step 1: </a:t>
                </a:r>
                <a14:m>
                  <m:oMath xmlns:m="http://schemas.openxmlformats.org/officeDocument/2006/math">
                    <m:r>
                      <a:rPr lang="en-US" sz="3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8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800"/>
                  <a:t>, 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3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3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38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380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F5160-7DD8-E3CA-598C-2BE313270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0936" y="4440365"/>
                <a:ext cx="4245864" cy="1722691"/>
              </a:xfrm>
              <a:blipFill>
                <a:blip r:embed="rId2"/>
                <a:stretch>
                  <a:fillRect l="-4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364FEFA-51CA-2626-90A8-1FA66CBF2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71" y="320040"/>
            <a:ext cx="5454209" cy="392703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40D3C4D-D5E7-389F-A8B7-745034873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649046"/>
            <a:ext cx="5471160" cy="326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7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62862B-B315-80E6-53E2-66EE0A51F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6" y="594335"/>
            <a:ext cx="5471160" cy="337844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928E85A-C0FD-11BE-FA15-2134395D3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649046"/>
            <a:ext cx="5471160" cy="326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660AE-5C44-EE79-9DFF-828291D7082A}"/>
              </a:ext>
            </a:extLst>
          </p:cNvPr>
          <p:cNvSpPr txBox="1"/>
          <p:nvPr/>
        </p:nvSpPr>
        <p:spPr>
          <a:xfrm>
            <a:off x="5333999" y="4440365"/>
            <a:ext cx="6214871" cy="1722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Time Step 2: 𝑡=2t=2, Input: 𝑥2=0.1x2	​=0.1</a:t>
            </a:r>
          </a:p>
        </p:txBody>
      </p:sp>
    </p:spTree>
    <p:extLst>
      <p:ext uri="{BB962C8B-B14F-4D97-AF65-F5344CB8AC3E}">
        <p14:creationId xmlns:p14="http://schemas.microsoft.com/office/powerpoint/2010/main" val="10951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A9845-EAFA-30AD-E9FD-F4F7BADE03A5}"/>
              </a:ext>
            </a:extLst>
          </p:cNvPr>
          <p:cNvSpPr txBox="1"/>
          <p:nvPr/>
        </p:nvSpPr>
        <p:spPr>
          <a:xfrm>
            <a:off x="638881" y="4501453"/>
            <a:ext cx="1090964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Time Step 3: 𝑡=3t=3, Input: 𝑥3=−0.3x3	​=−0.3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C7B83F0-77D3-BB2D-3421-82E684CBC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590405"/>
            <a:ext cx="5614416" cy="33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EA9DA5-758D-02D8-1DD3-0F4BC791B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422635"/>
            <a:ext cx="5934456" cy="350132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13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CCCB3-A3CA-72F0-64E7-79236CA8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table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A0A69B-23CA-8405-9C3E-DA1AFF1DB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130339"/>
              </p:ext>
            </p:extLst>
          </p:nvPr>
        </p:nvGraphicFramePr>
        <p:xfrm>
          <a:off x="4654296" y="2571756"/>
          <a:ext cx="7214619" cy="16870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4883">
                  <a:extLst>
                    <a:ext uri="{9D8B030D-6E8A-4147-A177-3AD203B41FA5}">
                      <a16:colId xmlns:a16="http://schemas.microsoft.com/office/drawing/2014/main" val="961383191"/>
                    </a:ext>
                  </a:extLst>
                </a:gridCol>
                <a:gridCol w="858196">
                  <a:extLst>
                    <a:ext uri="{9D8B030D-6E8A-4147-A177-3AD203B41FA5}">
                      <a16:colId xmlns:a16="http://schemas.microsoft.com/office/drawing/2014/main" val="3884972002"/>
                    </a:ext>
                  </a:extLst>
                </a:gridCol>
                <a:gridCol w="864423">
                  <a:extLst>
                    <a:ext uri="{9D8B030D-6E8A-4147-A177-3AD203B41FA5}">
                      <a16:colId xmlns:a16="http://schemas.microsoft.com/office/drawing/2014/main" val="3968822901"/>
                    </a:ext>
                  </a:extLst>
                </a:gridCol>
                <a:gridCol w="858196">
                  <a:extLst>
                    <a:ext uri="{9D8B030D-6E8A-4147-A177-3AD203B41FA5}">
                      <a16:colId xmlns:a16="http://schemas.microsoft.com/office/drawing/2014/main" val="1669401871"/>
                    </a:ext>
                  </a:extLst>
                </a:gridCol>
                <a:gridCol w="1402353">
                  <a:extLst>
                    <a:ext uri="{9D8B030D-6E8A-4147-A177-3AD203B41FA5}">
                      <a16:colId xmlns:a16="http://schemas.microsoft.com/office/drawing/2014/main" val="4189434698"/>
                    </a:ext>
                  </a:extLst>
                </a:gridCol>
                <a:gridCol w="719130">
                  <a:extLst>
                    <a:ext uri="{9D8B030D-6E8A-4147-A177-3AD203B41FA5}">
                      <a16:colId xmlns:a16="http://schemas.microsoft.com/office/drawing/2014/main" val="801135878"/>
                    </a:ext>
                  </a:extLst>
                </a:gridCol>
                <a:gridCol w="902476">
                  <a:extLst>
                    <a:ext uri="{9D8B030D-6E8A-4147-A177-3AD203B41FA5}">
                      <a16:colId xmlns:a16="http://schemas.microsoft.com/office/drawing/2014/main" val="1280744436"/>
                    </a:ext>
                  </a:extLst>
                </a:gridCol>
                <a:gridCol w="924962">
                  <a:extLst>
                    <a:ext uri="{9D8B030D-6E8A-4147-A177-3AD203B41FA5}">
                      <a16:colId xmlns:a16="http://schemas.microsoft.com/office/drawing/2014/main" val="3161859759"/>
                    </a:ext>
                  </a:extLst>
                </a:gridCol>
              </a:tblGrid>
              <a:tr h="670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Input ( x_t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Forget ( f_t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Input ( i_t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Candidate ( \tilde{c}_t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Cell ( c_t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Output ( o_t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30">
                          <a:solidFill>
                            <a:schemeClr val="tx1"/>
                          </a:solidFill>
                        </a:rPr>
                        <a:t>Hidden ( h_t )</a:t>
                      </a:r>
                    </a:p>
                  </a:txBody>
                  <a:tcPr marL="0" marR="9963" marT="49815" marB="498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909035"/>
                  </a:ext>
                </a:extLst>
              </a:tr>
              <a:tr h="338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0.622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0.622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0.462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0.287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0.622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0.174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469640"/>
                  </a:ext>
                </a:extLst>
              </a:tr>
              <a:tr h="338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0.568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0.568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0.267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0.315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0.568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0.173</a:t>
                      </a:r>
                    </a:p>
                  </a:txBody>
                  <a:tcPr marL="49815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929006"/>
                  </a:ext>
                </a:extLst>
              </a:tr>
              <a:tr h="338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-0.3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0.468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0.468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-0.126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0.088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0.468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0.041</a:t>
                      </a:r>
                    </a:p>
                  </a:txBody>
                  <a:tcPr marL="0" marR="99629" marT="49815" marB="498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27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17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7C16-791C-9B56-4038-21BFE6F7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03" y="2103437"/>
            <a:ext cx="10515600" cy="1325563"/>
          </a:xfrm>
        </p:spPr>
        <p:txBody>
          <a:bodyPr/>
          <a:lstStyle/>
          <a:p>
            <a:r>
              <a:rPr lang="en-US" dirty="0"/>
              <a:t>How to build and train an LSTM model for time series forecasting</a:t>
            </a:r>
          </a:p>
        </p:txBody>
      </p:sp>
    </p:spTree>
    <p:extLst>
      <p:ext uri="{BB962C8B-B14F-4D97-AF65-F5344CB8AC3E}">
        <p14:creationId xmlns:p14="http://schemas.microsoft.com/office/powerpoint/2010/main" val="293956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18F7-59F4-135F-548E-8B93E811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390"/>
            <a:ext cx="10515600" cy="59200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generation (sine + noise)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B4516D-5622-9BBF-CDA1-04CB39D62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074" y="4024268"/>
            <a:ext cx="8028424" cy="27106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EE967A-148F-F65D-D055-ADBCFA65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5" y="878506"/>
            <a:ext cx="6058058" cy="434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68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BA6E-9472-9968-B5CD-C9DD8D1B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and sequence creation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51824-68B7-6A80-AF7B-AB836B2C4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44" y="1588561"/>
            <a:ext cx="8082854" cy="51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3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2744-C540-69E7-B5DF-B994931FE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and training an LSTM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BD4B0-6EC2-F38A-2742-048D797F6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13" y="1227619"/>
            <a:ext cx="6634051" cy="500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94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C18-B6F1-FE02-F84F-66D3FE04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0"/>
            <a:ext cx="10515600" cy="1325563"/>
          </a:xfrm>
        </p:spPr>
        <p:txBody>
          <a:bodyPr/>
          <a:lstStyle/>
          <a:p>
            <a:r>
              <a:rPr lang="en-US" dirty="0"/>
              <a:t>Train 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E85DA-DB66-78AD-EF7A-A0FF5CE9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432" y="0"/>
            <a:ext cx="6330208" cy="4931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C20F7-4248-E613-370F-21A472F5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61" y="4326037"/>
            <a:ext cx="5935083" cy="253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1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715795-F9C9-1F5F-6F64-69D1F366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322800"/>
            <a:ext cx="7426315" cy="621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D1034-10ED-1EBC-6764-50EB9C5F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92807"/>
            <a:ext cx="6194908" cy="6087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4F7447-75A6-DD54-552F-DCC3C22D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961" y="3642543"/>
            <a:ext cx="6324765" cy="264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33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D45021-4786-FF14-C277-D2D391178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2429" y="173140"/>
            <a:ext cx="9731141" cy="581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BBE393-E546-2791-C617-7CD49C285C88}"/>
              </a:ext>
            </a:extLst>
          </p:cNvPr>
          <p:cNvSpPr txBox="1"/>
          <p:nvPr/>
        </p:nvSpPr>
        <p:spPr>
          <a:xfrm>
            <a:off x="221381" y="1366787"/>
            <a:ext cx="2378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Long Term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8C884-EC0F-3E79-2AC1-B3DE0113A295}"/>
              </a:ext>
            </a:extLst>
          </p:cNvPr>
          <p:cNvSpPr txBox="1"/>
          <p:nvPr/>
        </p:nvSpPr>
        <p:spPr>
          <a:xfrm>
            <a:off x="59040" y="3819625"/>
            <a:ext cx="2506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Short  Term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8953A-E0F0-2D4A-916E-5BA871F344EF}"/>
              </a:ext>
            </a:extLst>
          </p:cNvPr>
          <p:cNvSpPr txBox="1"/>
          <p:nvPr/>
        </p:nvSpPr>
        <p:spPr>
          <a:xfrm>
            <a:off x="2069432" y="2637378"/>
            <a:ext cx="303195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percentage of the long-term memory to remember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81E3D-EAC3-38FD-8138-07D5BD3B357F}"/>
              </a:ext>
            </a:extLst>
          </p:cNvPr>
          <p:cNvSpPr txBox="1"/>
          <p:nvPr/>
        </p:nvSpPr>
        <p:spPr>
          <a:xfrm>
            <a:off x="2905226" y="2960543"/>
            <a:ext cx="334157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percentage of the potential memory to remember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616DB-6F3D-6A1A-2758-99C1D51C4F26}"/>
              </a:ext>
            </a:extLst>
          </p:cNvPr>
          <p:cNvSpPr txBox="1"/>
          <p:nvPr/>
        </p:nvSpPr>
        <p:spPr>
          <a:xfrm>
            <a:off x="5863705" y="3173294"/>
            <a:ext cx="3031958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Potential long-term memory (</a:t>
            </a:r>
            <a:r>
              <a:rPr lang="en-US" dirty="0" err="1"/>
              <a:t>input+short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70C12-6D57-2E30-DAA3-47A004AAE220}"/>
              </a:ext>
            </a:extLst>
          </p:cNvPr>
          <p:cNvSpPr txBox="1"/>
          <p:nvPr/>
        </p:nvSpPr>
        <p:spPr>
          <a:xfrm>
            <a:off x="5608875" y="1655545"/>
            <a:ext cx="2653227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New long-term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15EA1-359B-0323-2994-45739532F840}"/>
              </a:ext>
            </a:extLst>
          </p:cNvPr>
          <p:cNvSpPr txBox="1"/>
          <p:nvPr/>
        </p:nvSpPr>
        <p:spPr>
          <a:xfrm>
            <a:off x="9205275" y="2803962"/>
            <a:ext cx="30560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Potential short-term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31ED9-8E3F-54F4-6DC8-6EE2D94F4923}"/>
              </a:ext>
            </a:extLst>
          </p:cNvPr>
          <p:cNvSpPr txBox="1"/>
          <p:nvPr/>
        </p:nvSpPr>
        <p:spPr>
          <a:xfrm>
            <a:off x="5863705" y="3173294"/>
            <a:ext cx="320521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percentage of the short-term memory to remember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04677-0A64-1CC1-1741-77D855E680FB}"/>
              </a:ext>
            </a:extLst>
          </p:cNvPr>
          <p:cNvSpPr txBox="1"/>
          <p:nvPr/>
        </p:nvSpPr>
        <p:spPr>
          <a:xfrm>
            <a:off x="9440370" y="4812632"/>
            <a:ext cx="258590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 short term </a:t>
            </a:r>
            <a:r>
              <a:rPr lang="en-US" b="1" dirty="0" err="1">
                <a:solidFill>
                  <a:srgbClr val="FF0000"/>
                </a:solidFill>
              </a:rPr>
              <a:t>memry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52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0C954-5560-5DCD-9357-6320E3B2F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139"/>
            <a:ext cx="12192000" cy="5039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14984-C0DF-0350-7059-3AAAA5ADFD07}"/>
              </a:ext>
            </a:extLst>
          </p:cNvPr>
          <p:cNvSpPr txBox="1"/>
          <p:nvPr/>
        </p:nvSpPr>
        <p:spPr>
          <a:xfrm>
            <a:off x="1887595" y="68879"/>
            <a:ext cx="77696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Predict the values of day 5 for both companies A and  B</a:t>
            </a:r>
            <a:br>
              <a:rPr lang="en-US" sz="2400" b="1" dirty="0"/>
            </a:br>
            <a:r>
              <a:rPr lang="en-US" sz="2400" b="1" dirty="0"/>
              <a:t>based on the values of days 1,2,3,4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41C3B5-B01F-2935-2A5F-B7B7AC4E1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755630"/>
              </p:ext>
            </p:extLst>
          </p:nvPr>
        </p:nvGraphicFramePr>
        <p:xfrm>
          <a:off x="3033757" y="3893819"/>
          <a:ext cx="6298251" cy="2964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1155">
                  <a:extLst>
                    <a:ext uri="{9D8B030D-6E8A-4147-A177-3AD203B41FA5}">
                      <a16:colId xmlns:a16="http://schemas.microsoft.com/office/drawing/2014/main" val="1964572100"/>
                    </a:ext>
                  </a:extLst>
                </a:gridCol>
                <a:gridCol w="1454755">
                  <a:extLst>
                    <a:ext uri="{9D8B030D-6E8A-4147-A177-3AD203B41FA5}">
                      <a16:colId xmlns:a16="http://schemas.microsoft.com/office/drawing/2014/main" val="1188594380"/>
                    </a:ext>
                  </a:extLst>
                </a:gridCol>
                <a:gridCol w="537721">
                  <a:extLst>
                    <a:ext uri="{9D8B030D-6E8A-4147-A177-3AD203B41FA5}">
                      <a16:colId xmlns:a16="http://schemas.microsoft.com/office/drawing/2014/main" val="3930476095"/>
                    </a:ext>
                  </a:extLst>
                </a:gridCol>
                <a:gridCol w="861155">
                  <a:extLst>
                    <a:ext uri="{9D8B030D-6E8A-4147-A177-3AD203B41FA5}">
                      <a16:colId xmlns:a16="http://schemas.microsoft.com/office/drawing/2014/main" val="2372366388"/>
                    </a:ext>
                  </a:extLst>
                </a:gridCol>
                <a:gridCol w="861155">
                  <a:extLst>
                    <a:ext uri="{9D8B030D-6E8A-4147-A177-3AD203B41FA5}">
                      <a16:colId xmlns:a16="http://schemas.microsoft.com/office/drawing/2014/main" val="2000046970"/>
                    </a:ext>
                  </a:extLst>
                </a:gridCol>
                <a:gridCol w="1406115">
                  <a:extLst>
                    <a:ext uri="{9D8B030D-6E8A-4147-A177-3AD203B41FA5}">
                      <a16:colId xmlns:a16="http://schemas.microsoft.com/office/drawing/2014/main" val="4003726006"/>
                    </a:ext>
                  </a:extLst>
                </a:gridCol>
                <a:gridCol w="316195">
                  <a:extLst>
                    <a:ext uri="{9D8B030D-6E8A-4147-A177-3AD203B41FA5}">
                      <a16:colId xmlns:a16="http://schemas.microsoft.com/office/drawing/2014/main" val="1092048391"/>
                    </a:ext>
                  </a:extLst>
                </a:gridCol>
              </a:tblGrid>
              <a:tr h="388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Company A</a:t>
                      </a: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Company B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566200198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Day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value 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Day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value 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078514892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973496476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0.5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0.5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51472229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0.25</a:t>
                      </a: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4063462888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40725398"/>
                  </a:ext>
                </a:extLst>
              </a:tr>
              <a:tr h="19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5???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0???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5???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1??</a:t>
                      </a:r>
                      <a:endParaRPr lang="en-US" sz="24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5459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996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38B6E22-7AD9-B4E8-AA40-9E739A08030C}"/>
              </a:ext>
            </a:extLst>
          </p:cNvPr>
          <p:cNvSpPr/>
          <p:nvPr/>
        </p:nvSpPr>
        <p:spPr>
          <a:xfrm>
            <a:off x="3232508" y="663163"/>
            <a:ext cx="4241418" cy="1130980"/>
          </a:xfrm>
          <a:prstGeom prst="rect">
            <a:avLst/>
          </a:prstGeom>
          <a:solidFill>
            <a:srgbClr val="FFFF00">
              <a:alpha val="23000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7D5079E-E378-19C4-04D6-D0730D2AB7FC}"/>
              </a:ext>
            </a:extLst>
          </p:cNvPr>
          <p:cNvSpPr/>
          <p:nvPr/>
        </p:nvSpPr>
        <p:spPr>
          <a:xfrm>
            <a:off x="7723191" y="663163"/>
            <a:ext cx="3364590" cy="4265303"/>
          </a:xfrm>
          <a:prstGeom prst="rect">
            <a:avLst/>
          </a:prstGeom>
          <a:solidFill>
            <a:schemeClr val="accent3">
              <a:lumMod val="20000"/>
              <a:lumOff val="80000"/>
              <a:alpha val="1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7C008F-9E0D-C9BD-BFF5-C0DFBB6585EF}"/>
              </a:ext>
            </a:extLst>
          </p:cNvPr>
          <p:cNvSpPr/>
          <p:nvPr/>
        </p:nvSpPr>
        <p:spPr>
          <a:xfrm>
            <a:off x="3204945" y="1984870"/>
            <a:ext cx="4241418" cy="2935482"/>
          </a:xfrm>
          <a:prstGeom prst="rect">
            <a:avLst/>
          </a:prstGeom>
          <a:solidFill>
            <a:schemeClr val="accent2">
              <a:lumMod val="40000"/>
              <a:lumOff val="60000"/>
              <a:alpha val="23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68F2A2-4B3E-1CE1-DFD9-D4B5D1DB09C3}"/>
              </a:ext>
            </a:extLst>
          </p:cNvPr>
          <p:cNvSpPr/>
          <p:nvPr/>
        </p:nvSpPr>
        <p:spPr>
          <a:xfrm>
            <a:off x="1643690" y="682023"/>
            <a:ext cx="1347489" cy="4246444"/>
          </a:xfrm>
          <a:prstGeom prst="rect">
            <a:avLst/>
          </a:prstGeom>
          <a:solidFill>
            <a:schemeClr val="accent1">
              <a:alpha val="13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37659-E08F-9AF3-6CC1-30DAD455273F}"/>
              </a:ext>
            </a:extLst>
          </p:cNvPr>
          <p:cNvSpPr/>
          <p:nvPr/>
        </p:nvSpPr>
        <p:spPr>
          <a:xfrm>
            <a:off x="0" y="46911"/>
            <a:ext cx="932688" cy="101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438652-C265-2F8E-A4BF-82C49246C99C}"/>
              </a:ext>
            </a:extLst>
          </p:cNvPr>
          <p:cNvCxnSpPr>
            <a:cxnSpLocks/>
          </p:cNvCxnSpPr>
          <p:nvPr/>
        </p:nvCxnSpPr>
        <p:spPr>
          <a:xfrm>
            <a:off x="90860" y="1032287"/>
            <a:ext cx="11529640" cy="4927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E8DA40-6912-3BF2-3D33-495184E3AD75}"/>
              </a:ext>
            </a:extLst>
          </p:cNvPr>
          <p:cNvCxnSpPr>
            <a:cxnSpLocks/>
          </p:cNvCxnSpPr>
          <p:nvPr/>
        </p:nvCxnSpPr>
        <p:spPr>
          <a:xfrm flipV="1">
            <a:off x="77557" y="4349270"/>
            <a:ext cx="11542943" cy="2415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AA782D-72B0-11BE-36CA-7F8251C0234C}"/>
              </a:ext>
            </a:extLst>
          </p:cNvPr>
          <p:cNvCxnSpPr>
            <a:cxnSpLocks/>
          </p:cNvCxnSpPr>
          <p:nvPr/>
        </p:nvCxnSpPr>
        <p:spPr>
          <a:xfrm flipV="1">
            <a:off x="2509774" y="4673460"/>
            <a:ext cx="0" cy="32399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3C949A-C03B-E900-2080-C108E533433F}"/>
              </a:ext>
            </a:extLst>
          </p:cNvPr>
          <p:cNvSpPr txBox="1"/>
          <p:nvPr/>
        </p:nvSpPr>
        <p:spPr>
          <a:xfrm>
            <a:off x="139026" y="122261"/>
            <a:ext cx="278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Initial long-term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64378-E33E-8471-C31C-BD91FD7950DB}"/>
              </a:ext>
            </a:extLst>
          </p:cNvPr>
          <p:cNvSpPr txBox="1"/>
          <p:nvPr/>
        </p:nvSpPr>
        <p:spPr>
          <a:xfrm>
            <a:off x="8241" y="4454617"/>
            <a:ext cx="1650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Initial short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term 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BA64E-78F4-006B-B27D-F565F61A3949}"/>
              </a:ext>
            </a:extLst>
          </p:cNvPr>
          <p:cNvSpPr txBox="1"/>
          <p:nvPr/>
        </p:nvSpPr>
        <p:spPr>
          <a:xfrm>
            <a:off x="262326" y="58445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c0 = 0</a:t>
            </a:r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F2EFB50B-9FD6-83D2-D804-23A4704F02FE}"/>
              </a:ext>
            </a:extLst>
          </p:cNvPr>
          <p:cNvSpPr/>
          <p:nvPr/>
        </p:nvSpPr>
        <p:spPr>
          <a:xfrm>
            <a:off x="2237889" y="3528826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6B0E068B-FB1F-03CC-EBF9-7CE6C48327D0}"/>
              </a:ext>
            </a:extLst>
          </p:cNvPr>
          <p:cNvSpPr/>
          <p:nvPr/>
        </p:nvSpPr>
        <p:spPr>
          <a:xfrm>
            <a:off x="4497456" y="3620004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FEBD61-0C12-7D73-D615-FA60A50B8B93}"/>
              </a:ext>
            </a:extLst>
          </p:cNvPr>
          <p:cNvSpPr txBox="1"/>
          <p:nvPr/>
        </p:nvSpPr>
        <p:spPr>
          <a:xfrm>
            <a:off x="262326" y="386994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h0 =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50716E-3B6C-7021-515A-297E78CE2EBB}"/>
              </a:ext>
            </a:extLst>
          </p:cNvPr>
          <p:cNvSpPr txBox="1"/>
          <p:nvPr/>
        </p:nvSpPr>
        <p:spPr>
          <a:xfrm>
            <a:off x="2057352" y="4936765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26C95-01DE-F3BD-686A-551B58908206}"/>
              </a:ext>
            </a:extLst>
          </p:cNvPr>
          <p:cNvSpPr/>
          <p:nvPr/>
        </p:nvSpPr>
        <p:spPr>
          <a:xfrm>
            <a:off x="1908930" y="4148797"/>
            <a:ext cx="122809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Uf = 1.63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795DA8-15CA-4CA7-996C-66D089AB3521}"/>
              </a:ext>
            </a:extLst>
          </p:cNvPr>
          <p:cNvSpPr/>
          <p:nvPr/>
        </p:nvSpPr>
        <p:spPr>
          <a:xfrm>
            <a:off x="5912910" y="3028187"/>
            <a:ext cx="1226114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Bc = -0.32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EB704C-AE2C-4EEF-DA69-F82D3617437A}"/>
              </a:ext>
            </a:extLst>
          </p:cNvPr>
          <p:cNvSpPr/>
          <p:nvPr/>
        </p:nvSpPr>
        <p:spPr>
          <a:xfrm>
            <a:off x="1803312" y="2912540"/>
            <a:ext cx="113639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Bf = 1.62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FB114A-C6CF-76AD-85A2-B74941BF49CD}"/>
              </a:ext>
            </a:extLst>
          </p:cNvPr>
          <p:cNvSpPr/>
          <p:nvPr/>
        </p:nvSpPr>
        <p:spPr>
          <a:xfrm>
            <a:off x="3925066" y="4236190"/>
            <a:ext cx="1360945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Ui = 1.65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1C2C60-BF4A-7601-20FE-EBD6AE484EDB}"/>
              </a:ext>
            </a:extLst>
          </p:cNvPr>
          <p:cNvSpPr/>
          <p:nvPr/>
        </p:nvSpPr>
        <p:spPr>
          <a:xfrm>
            <a:off x="5449666" y="3648800"/>
            <a:ext cx="1258445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Wc = 1.41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977C66-A170-9D62-B187-681AED9AD57B}"/>
              </a:ext>
            </a:extLst>
          </p:cNvPr>
          <p:cNvSpPr/>
          <p:nvPr/>
        </p:nvSpPr>
        <p:spPr>
          <a:xfrm>
            <a:off x="1088192" y="3542431"/>
            <a:ext cx="106542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Wf = 2.7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7461F6-08AA-BF0A-FA3C-F2E25945201F}"/>
              </a:ext>
            </a:extLst>
          </p:cNvPr>
          <p:cNvSpPr/>
          <p:nvPr/>
        </p:nvSpPr>
        <p:spPr>
          <a:xfrm>
            <a:off x="4043700" y="2997533"/>
            <a:ext cx="1190198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 = 0.62</a:t>
            </a:r>
          </a:p>
        </p:txBody>
      </p:sp>
      <p:sp>
        <p:nvSpPr>
          <p:cNvPr id="52" name="Plus Sign 51">
            <a:extLst>
              <a:ext uri="{FF2B5EF4-FFF2-40B4-BE49-F238E27FC236}">
                <a16:creationId xmlns:a16="http://schemas.microsoft.com/office/drawing/2014/main" id="{0C2435ED-2C79-D70B-66E8-C1E2FC79CC05}"/>
              </a:ext>
            </a:extLst>
          </p:cNvPr>
          <p:cNvSpPr/>
          <p:nvPr/>
        </p:nvSpPr>
        <p:spPr>
          <a:xfrm>
            <a:off x="6780990" y="3598292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B91784-B7AD-47E0-EC7D-C5DAFF5D63AE}"/>
              </a:ext>
            </a:extLst>
          </p:cNvPr>
          <p:cNvSpPr/>
          <p:nvPr/>
        </p:nvSpPr>
        <p:spPr>
          <a:xfrm>
            <a:off x="3334090" y="3619584"/>
            <a:ext cx="1062111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 = 2.0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20226C-BF41-5D77-B2E3-62B537ADFD5C}"/>
              </a:ext>
            </a:extLst>
          </p:cNvPr>
          <p:cNvSpPr/>
          <p:nvPr/>
        </p:nvSpPr>
        <p:spPr>
          <a:xfrm>
            <a:off x="5994273" y="4236190"/>
            <a:ext cx="130558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Uc = 0.94</a:t>
            </a:r>
          </a:p>
        </p:txBody>
      </p:sp>
      <p:sp>
        <p:nvSpPr>
          <p:cNvPr id="58" name="Plus Sign 57">
            <a:extLst>
              <a:ext uri="{FF2B5EF4-FFF2-40B4-BE49-F238E27FC236}">
                <a16:creationId xmlns:a16="http://schemas.microsoft.com/office/drawing/2014/main" id="{AD680544-A0AE-8516-E486-27EA386FC339}"/>
              </a:ext>
            </a:extLst>
          </p:cNvPr>
          <p:cNvSpPr/>
          <p:nvPr/>
        </p:nvSpPr>
        <p:spPr>
          <a:xfrm>
            <a:off x="9229468" y="3634896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6C34CD8-D4E6-00AA-85E7-6AE487939267}"/>
              </a:ext>
            </a:extLst>
          </p:cNvPr>
          <p:cNvSpPr/>
          <p:nvPr/>
        </p:nvSpPr>
        <p:spPr>
          <a:xfrm>
            <a:off x="8776859" y="4215316"/>
            <a:ext cx="1444479" cy="359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Uo = -0.19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2C1C45A-869F-9A64-761C-7E9B905DAB8F}"/>
              </a:ext>
            </a:extLst>
          </p:cNvPr>
          <p:cNvSpPr/>
          <p:nvPr/>
        </p:nvSpPr>
        <p:spPr>
          <a:xfrm>
            <a:off x="8207932" y="3028187"/>
            <a:ext cx="1296303" cy="435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Bo= 0.59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85110D0-3825-24F6-C905-5FF35CC5AC19}"/>
              </a:ext>
            </a:extLst>
          </p:cNvPr>
          <p:cNvSpPr/>
          <p:nvPr/>
        </p:nvSpPr>
        <p:spPr>
          <a:xfrm>
            <a:off x="7723191" y="3657091"/>
            <a:ext cx="1263536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 = 4.38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220DD8-BA21-F27C-62FB-D42DC0433015}"/>
              </a:ext>
            </a:extLst>
          </p:cNvPr>
          <p:cNvSpPr/>
          <p:nvPr/>
        </p:nvSpPr>
        <p:spPr>
          <a:xfrm>
            <a:off x="1799766" y="1375968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0.83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263A1F0-E3C9-7350-7BBF-A9E43ACAC527}"/>
              </a:ext>
            </a:extLst>
          </p:cNvPr>
          <p:cNvSpPr/>
          <p:nvPr/>
        </p:nvSpPr>
        <p:spPr>
          <a:xfrm>
            <a:off x="3612215" y="1764162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0.65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0FE73A-C3D7-8E9B-66AC-C4ACFDA91C33}"/>
              </a:ext>
            </a:extLst>
          </p:cNvPr>
          <p:cNvSpPr/>
          <p:nvPr/>
        </p:nvSpPr>
        <p:spPr>
          <a:xfrm>
            <a:off x="5619848" y="1751936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-0.31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00A2F5-E0D0-502C-A9BE-90798464D9D0}"/>
              </a:ext>
            </a:extLst>
          </p:cNvPr>
          <p:cNvSpPr/>
          <p:nvPr/>
        </p:nvSpPr>
        <p:spPr>
          <a:xfrm>
            <a:off x="4554425" y="1187855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-0.20</a:t>
            </a:r>
          </a:p>
        </p:txBody>
      </p:sp>
      <p:sp>
        <p:nvSpPr>
          <p:cNvPr id="78" name="Multiplication Sign 77">
            <a:extLst>
              <a:ext uri="{FF2B5EF4-FFF2-40B4-BE49-F238E27FC236}">
                <a16:creationId xmlns:a16="http://schemas.microsoft.com/office/drawing/2014/main" id="{43DDFCF2-9838-8E85-5888-CFDC5F2EFBF9}"/>
              </a:ext>
            </a:extLst>
          </p:cNvPr>
          <p:cNvSpPr/>
          <p:nvPr/>
        </p:nvSpPr>
        <p:spPr>
          <a:xfrm>
            <a:off x="8570161" y="1496994"/>
            <a:ext cx="547711" cy="55757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692C15-CD2E-8939-97A6-4584242EA4B6}"/>
              </a:ext>
            </a:extLst>
          </p:cNvPr>
          <p:cNvSpPr txBox="1"/>
          <p:nvPr/>
        </p:nvSpPr>
        <p:spPr>
          <a:xfrm>
            <a:off x="77557" y="5406728"/>
            <a:ext cx="2970685" cy="655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0(2.7) + 0(1.63) + 1.62 = 1.62</a:t>
            </a:r>
          </a:p>
          <a:p>
            <a:r>
              <a:rPr lang="en-US" dirty="0"/>
              <a:t>Sig(1.62) =0.83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894CEB-3664-F666-92B7-4A02C894ADDB}"/>
              </a:ext>
            </a:extLst>
          </p:cNvPr>
          <p:cNvSpPr txBox="1"/>
          <p:nvPr/>
        </p:nvSpPr>
        <p:spPr>
          <a:xfrm>
            <a:off x="3228732" y="5214663"/>
            <a:ext cx="258115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0(2)+0(1.65)+0.62= 0.62</a:t>
            </a:r>
          </a:p>
          <a:p>
            <a:r>
              <a:rPr lang="en-US" dirty="0"/>
              <a:t>sig(0.62) = 0.65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208CC22-90F8-E5D2-C5B2-F4EBC285A0F1}"/>
              </a:ext>
            </a:extLst>
          </p:cNvPr>
          <p:cNvSpPr txBox="1"/>
          <p:nvPr/>
        </p:nvSpPr>
        <p:spPr>
          <a:xfrm>
            <a:off x="6221566" y="5212797"/>
            <a:ext cx="3485790" cy="646331"/>
          </a:xfrm>
          <a:prstGeom prst="rect">
            <a:avLst/>
          </a:prstGeom>
          <a:solidFill>
            <a:srgbClr val="FFFFB3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c1= 0(0.83) + 0.65(-0.31) = -0.2</a:t>
            </a:r>
          </a:p>
          <a:p>
            <a:r>
              <a:rPr lang="en-US" dirty="0"/>
              <a:t>c1 = -0.2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ADB610C-35D5-F09A-4BEE-58FD7C149EB9}"/>
              </a:ext>
            </a:extLst>
          </p:cNvPr>
          <p:cNvSpPr/>
          <p:nvPr/>
        </p:nvSpPr>
        <p:spPr>
          <a:xfrm>
            <a:off x="9756458" y="1870856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-0.13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2993305-C8A6-2F3A-FF79-A77D25A9F6AE}"/>
              </a:ext>
            </a:extLst>
          </p:cNvPr>
          <p:cNvSpPr txBox="1"/>
          <p:nvPr/>
        </p:nvSpPr>
        <p:spPr>
          <a:xfrm>
            <a:off x="6227372" y="6024803"/>
            <a:ext cx="317266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0(-0.19) + 0(4.38) + 0.59 = 0.59</a:t>
            </a:r>
          </a:p>
          <a:p>
            <a:r>
              <a:rPr lang="en-US" dirty="0"/>
              <a:t>sig(0.59) = 0.64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630AB4C-A568-3CD0-F5A4-03613CDB01B5}"/>
              </a:ext>
            </a:extLst>
          </p:cNvPr>
          <p:cNvSpPr txBox="1"/>
          <p:nvPr/>
        </p:nvSpPr>
        <p:spPr>
          <a:xfrm>
            <a:off x="9547218" y="5993544"/>
            <a:ext cx="254496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0.64(tanh(-0.2)) = -0.13</a:t>
            </a:r>
          </a:p>
          <a:p>
            <a:r>
              <a:rPr lang="en-US" dirty="0"/>
              <a:t>h1 = -0.13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C753922-EA89-C5E7-8CD8-077D890373D1}"/>
              </a:ext>
            </a:extLst>
          </p:cNvPr>
          <p:cNvSpPr/>
          <p:nvPr/>
        </p:nvSpPr>
        <p:spPr>
          <a:xfrm>
            <a:off x="8397240" y="2176784"/>
            <a:ext cx="892574" cy="4878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0.64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DE37FA-0FBC-BCF5-75E7-602F46E8D4A9}"/>
              </a:ext>
            </a:extLst>
          </p:cNvPr>
          <p:cNvSpPr txBox="1"/>
          <p:nvPr/>
        </p:nvSpPr>
        <p:spPr>
          <a:xfrm>
            <a:off x="3231332" y="6024262"/>
            <a:ext cx="284885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0(1.41)+0(0.94)-0.32=-0.32</a:t>
            </a:r>
          </a:p>
          <a:p>
            <a:r>
              <a:rPr lang="en-US" dirty="0"/>
              <a:t>Tanh(-0.32) = -0.3106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FFAAE79-EE72-E991-1133-2AF31EA9924A}"/>
                  </a:ext>
                </a:extLst>
              </p:cNvPr>
              <p:cNvSpPr/>
              <p:nvPr/>
            </p:nvSpPr>
            <p:spPr>
              <a:xfrm>
                <a:off x="1562900" y="2116621"/>
                <a:ext cx="1450203" cy="42570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f1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(1.62)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FFAAE79-EE72-E991-1133-2AF31EA99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0" y="2116621"/>
                <a:ext cx="1450203" cy="425708"/>
              </a:xfrm>
              <a:prstGeom prst="rect">
                <a:avLst/>
              </a:prstGeom>
              <a:blipFill>
                <a:blip r:embed="rId4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B0C5398-03A1-16EC-C487-F6C8A333216D}"/>
                  </a:ext>
                </a:extLst>
              </p:cNvPr>
              <p:cNvSpPr/>
              <p:nvPr/>
            </p:nvSpPr>
            <p:spPr>
              <a:xfrm>
                <a:off x="3612215" y="2318016"/>
                <a:ext cx="1450203" cy="42570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i1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(0.62)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B0C5398-03A1-16EC-C487-F6C8A3332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215" y="2318016"/>
                <a:ext cx="1450203" cy="425708"/>
              </a:xfrm>
              <a:prstGeom prst="rect">
                <a:avLst/>
              </a:prstGeom>
              <a:blipFill>
                <a:blip r:embed="rId5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1853C1D2-9277-1949-4DE2-0072E6217C09}"/>
              </a:ext>
            </a:extLst>
          </p:cNvPr>
          <p:cNvSpPr/>
          <p:nvPr/>
        </p:nvSpPr>
        <p:spPr>
          <a:xfrm>
            <a:off x="5414765" y="2324034"/>
            <a:ext cx="1886148" cy="4257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ć1 = tanh(-0.32)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0E3C3-BE1C-7ACB-DAE3-42AF7D7155C8}"/>
              </a:ext>
            </a:extLst>
          </p:cNvPr>
          <p:cNvSpPr txBox="1"/>
          <p:nvPr/>
        </p:nvSpPr>
        <p:spPr>
          <a:xfrm>
            <a:off x="1547212" y="5651570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534C5-4C52-8059-01A1-14476D28AEE5}"/>
              </a:ext>
            </a:extLst>
          </p:cNvPr>
          <p:cNvSpPr txBox="1"/>
          <p:nvPr/>
        </p:nvSpPr>
        <p:spPr>
          <a:xfrm>
            <a:off x="2468219" y="137290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F6ABC-2A38-A015-5C66-B643471342C7}"/>
              </a:ext>
            </a:extLst>
          </p:cNvPr>
          <p:cNvSpPr txBox="1"/>
          <p:nvPr/>
        </p:nvSpPr>
        <p:spPr>
          <a:xfrm>
            <a:off x="4758775" y="546625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1ACDE-B7CF-D04D-EE46-B7D967F43B45}"/>
              </a:ext>
            </a:extLst>
          </p:cNvPr>
          <p:cNvSpPr txBox="1"/>
          <p:nvPr/>
        </p:nvSpPr>
        <p:spPr>
          <a:xfrm>
            <a:off x="4300346" y="175874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F8746-CEA1-F606-4F8E-249F0F3517FD}"/>
              </a:ext>
            </a:extLst>
          </p:cNvPr>
          <p:cNvSpPr txBox="1"/>
          <p:nvPr/>
        </p:nvSpPr>
        <p:spPr>
          <a:xfrm>
            <a:off x="5354547" y="6260224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7C971-F2D0-1206-1793-D5B7F8F7A315}"/>
              </a:ext>
            </a:extLst>
          </p:cNvPr>
          <p:cNvSpPr txBox="1"/>
          <p:nvPr/>
        </p:nvSpPr>
        <p:spPr>
          <a:xfrm>
            <a:off x="6327188" y="174447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378010-6229-9A8A-6D1D-D4B38C01D993}"/>
              </a:ext>
            </a:extLst>
          </p:cNvPr>
          <p:cNvSpPr txBox="1"/>
          <p:nvPr/>
        </p:nvSpPr>
        <p:spPr>
          <a:xfrm>
            <a:off x="7145085" y="544156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75C915-292D-AE3C-DEB4-50F63B4E8774}"/>
              </a:ext>
            </a:extLst>
          </p:cNvPr>
          <p:cNvSpPr txBox="1"/>
          <p:nvPr/>
        </p:nvSpPr>
        <p:spPr>
          <a:xfrm>
            <a:off x="5283331" y="1173547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FB24E-B241-60B6-68C9-1568E4810707}"/>
              </a:ext>
            </a:extLst>
          </p:cNvPr>
          <p:cNvSpPr txBox="1"/>
          <p:nvPr/>
        </p:nvSpPr>
        <p:spPr>
          <a:xfrm>
            <a:off x="7755203" y="6268085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8F679E-1075-352F-0F4D-B27BD571C5B8}"/>
              </a:ext>
            </a:extLst>
          </p:cNvPr>
          <p:cNvSpPr txBox="1"/>
          <p:nvPr/>
        </p:nvSpPr>
        <p:spPr>
          <a:xfrm>
            <a:off x="8992602" y="220593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1EA3C9-7C74-AF6B-504C-52B583E74429}"/>
              </a:ext>
            </a:extLst>
          </p:cNvPr>
          <p:cNvSpPr/>
          <p:nvPr/>
        </p:nvSpPr>
        <p:spPr>
          <a:xfrm>
            <a:off x="8324042" y="891958"/>
            <a:ext cx="1065423" cy="4742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-0.20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FE496-8DCE-4ECC-E8F8-BFCA4F6B8BBC}"/>
              </a:ext>
            </a:extLst>
          </p:cNvPr>
          <p:cNvSpPr txBox="1"/>
          <p:nvPr/>
        </p:nvSpPr>
        <p:spPr>
          <a:xfrm>
            <a:off x="9052948" y="926165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201362-CCB4-7C65-C6CC-A332CFA1AC18}"/>
              </a:ext>
            </a:extLst>
          </p:cNvPr>
          <p:cNvSpPr txBox="1"/>
          <p:nvPr/>
        </p:nvSpPr>
        <p:spPr>
          <a:xfrm>
            <a:off x="10486061" y="1870856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D31F2F-C9EA-C26F-9A73-962E06662998}"/>
              </a:ext>
            </a:extLst>
          </p:cNvPr>
          <p:cNvSpPr txBox="1"/>
          <p:nvPr/>
        </p:nvSpPr>
        <p:spPr>
          <a:xfrm>
            <a:off x="10539649" y="6230707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9D01E-CA58-8FF6-2B6C-1F68E9E8A1FA}"/>
              </a:ext>
            </a:extLst>
          </p:cNvPr>
          <p:cNvSpPr txBox="1"/>
          <p:nvPr/>
        </p:nvSpPr>
        <p:spPr>
          <a:xfrm>
            <a:off x="10604494" y="159415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c1 = -0.2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8FAF5E-D056-4549-5AFC-FEF09989BC3D}"/>
              </a:ext>
            </a:extLst>
          </p:cNvPr>
          <p:cNvSpPr txBox="1"/>
          <p:nvPr/>
        </p:nvSpPr>
        <p:spPr>
          <a:xfrm>
            <a:off x="10604494" y="5097896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h1 = -0.13</a:t>
            </a:r>
          </a:p>
        </p:txBody>
      </p:sp>
    </p:spTree>
    <p:extLst>
      <p:ext uri="{BB962C8B-B14F-4D97-AF65-F5344CB8AC3E}">
        <p14:creationId xmlns:p14="http://schemas.microsoft.com/office/powerpoint/2010/main" val="315177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86" grpId="0" animBg="1"/>
      <p:bldP spid="90" grpId="0" animBg="1"/>
      <p:bldP spid="96" grpId="0" animBg="1"/>
      <p:bldP spid="97" grpId="0" animBg="1"/>
      <p:bldP spid="99" grpId="0" animBg="1"/>
      <p:bldP spid="100" grpId="0" animBg="1"/>
      <p:bldP spid="101" grpId="0" animBg="1"/>
      <p:bldP spid="89" grpId="0" animBg="1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19EF0-D4EF-2147-D8D6-71E52ACE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26AE873-EB38-0D3C-0F89-75BA54E3E7BB}"/>
              </a:ext>
            </a:extLst>
          </p:cNvPr>
          <p:cNvSpPr/>
          <p:nvPr/>
        </p:nvSpPr>
        <p:spPr>
          <a:xfrm>
            <a:off x="3232508" y="663163"/>
            <a:ext cx="4241418" cy="1130980"/>
          </a:xfrm>
          <a:prstGeom prst="rect">
            <a:avLst/>
          </a:prstGeom>
          <a:solidFill>
            <a:srgbClr val="FFFF00">
              <a:alpha val="23000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1AB826D-9BD8-B85F-4A83-1D3E5BEAEB32}"/>
              </a:ext>
            </a:extLst>
          </p:cNvPr>
          <p:cNvSpPr/>
          <p:nvPr/>
        </p:nvSpPr>
        <p:spPr>
          <a:xfrm>
            <a:off x="7723191" y="663163"/>
            <a:ext cx="3364590" cy="4265303"/>
          </a:xfrm>
          <a:prstGeom prst="rect">
            <a:avLst/>
          </a:prstGeom>
          <a:solidFill>
            <a:schemeClr val="accent3">
              <a:lumMod val="20000"/>
              <a:lumOff val="80000"/>
              <a:alpha val="1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64DD6F5-983C-4E07-09C5-090E056DB6EA}"/>
              </a:ext>
            </a:extLst>
          </p:cNvPr>
          <p:cNvSpPr/>
          <p:nvPr/>
        </p:nvSpPr>
        <p:spPr>
          <a:xfrm>
            <a:off x="3204945" y="1984870"/>
            <a:ext cx="4241418" cy="2935482"/>
          </a:xfrm>
          <a:prstGeom prst="rect">
            <a:avLst/>
          </a:prstGeom>
          <a:solidFill>
            <a:schemeClr val="accent2">
              <a:lumMod val="40000"/>
              <a:lumOff val="60000"/>
              <a:alpha val="23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7E4F96-647F-3865-5AB1-40E3878F0D26}"/>
              </a:ext>
            </a:extLst>
          </p:cNvPr>
          <p:cNvSpPr/>
          <p:nvPr/>
        </p:nvSpPr>
        <p:spPr>
          <a:xfrm>
            <a:off x="1643690" y="682023"/>
            <a:ext cx="1347489" cy="4246444"/>
          </a:xfrm>
          <a:prstGeom prst="rect">
            <a:avLst/>
          </a:prstGeom>
          <a:solidFill>
            <a:schemeClr val="accent1">
              <a:alpha val="13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9932A-0EF7-EC78-90CB-7850D5F54FD1}"/>
              </a:ext>
            </a:extLst>
          </p:cNvPr>
          <p:cNvSpPr/>
          <p:nvPr/>
        </p:nvSpPr>
        <p:spPr>
          <a:xfrm>
            <a:off x="0" y="46911"/>
            <a:ext cx="932688" cy="101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7DEB1B-277C-61BF-422C-FA64B2870EC4}"/>
              </a:ext>
            </a:extLst>
          </p:cNvPr>
          <p:cNvCxnSpPr>
            <a:cxnSpLocks/>
          </p:cNvCxnSpPr>
          <p:nvPr/>
        </p:nvCxnSpPr>
        <p:spPr>
          <a:xfrm>
            <a:off x="90860" y="1032287"/>
            <a:ext cx="11529640" cy="4927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45F41F-77F9-BC80-7153-EEA860E3DD0E}"/>
              </a:ext>
            </a:extLst>
          </p:cNvPr>
          <p:cNvCxnSpPr>
            <a:cxnSpLocks/>
          </p:cNvCxnSpPr>
          <p:nvPr/>
        </p:nvCxnSpPr>
        <p:spPr>
          <a:xfrm flipV="1">
            <a:off x="77557" y="4349270"/>
            <a:ext cx="11542943" cy="2415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1A80F7-6D48-AC99-EA9A-2F3E63B05F5C}"/>
              </a:ext>
            </a:extLst>
          </p:cNvPr>
          <p:cNvCxnSpPr>
            <a:cxnSpLocks/>
          </p:cNvCxnSpPr>
          <p:nvPr/>
        </p:nvCxnSpPr>
        <p:spPr>
          <a:xfrm flipV="1">
            <a:off x="2509774" y="4673460"/>
            <a:ext cx="0" cy="32399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AF5809-B460-89CB-6EEC-4359C016DDC4}"/>
              </a:ext>
            </a:extLst>
          </p:cNvPr>
          <p:cNvSpPr txBox="1"/>
          <p:nvPr/>
        </p:nvSpPr>
        <p:spPr>
          <a:xfrm>
            <a:off x="139026" y="122261"/>
            <a:ext cx="278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Initial long-term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3ADF1-FBAA-B316-EA24-7FDF01974031}"/>
              </a:ext>
            </a:extLst>
          </p:cNvPr>
          <p:cNvSpPr txBox="1"/>
          <p:nvPr/>
        </p:nvSpPr>
        <p:spPr>
          <a:xfrm>
            <a:off x="8241" y="4454617"/>
            <a:ext cx="1650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Initial short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term 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AD7F4-2046-72A4-10F1-B9BD6D7D2467}"/>
              </a:ext>
            </a:extLst>
          </p:cNvPr>
          <p:cNvSpPr txBox="1"/>
          <p:nvPr/>
        </p:nvSpPr>
        <p:spPr>
          <a:xfrm>
            <a:off x="262326" y="58445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c0 = 0</a:t>
            </a:r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BFEDEB62-3324-E2DB-4E17-3C073105B61F}"/>
              </a:ext>
            </a:extLst>
          </p:cNvPr>
          <p:cNvSpPr/>
          <p:nvPr/>
        </p:nvSpPr>
        <p:spPr>
          <a:xfrm>
            <a:off x="2237889" y="3528826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C909D13B-8B6B-B180-5E7C-FB9CDF5F6390}"/>
              </a:ext>
            </a:extLst>
          </p:cNvPr>
          <p:cNvSpPr/>
          <p:nvPr/>
        </p:nvSpPr>
        <p:spPr>
          <a:xfrm>
            <a:off x="4497456" y="3620004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3D68C-8FF3-8DD1-673C-A46FD1820376}"/>
              </a:ext>
            </a:extLst>
          </p:cNvPr>
          <p:cNvSpPr txBox="1"/>
          <p:nvPr/>
        </p:nvSpPr>
        <p:spPr>
          <a:xfrm>
            <a:off x="262326" y="386994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h0 =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46D94-AB54-7B60-FE55-0429782CE9AB}"/>
              </a:ext>
            </a:extLst>
          </p:cNvPr>
          <p:cNvSpPr txBox="1"/>
          <p:nvPr/>
        </p:nvSpPr>
        <p:spPr>
          <a:xfrm>
            <a:off x="2057352" y="4936765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A1453-45FC-4FCF-DB2B-BF3FBF5667A3}"/>
              </a:ext>
            </a:extLst>
          </p:cNvPr>
          <p:cNvSpPr/>
          <p:nvPr/>
        </p:nvSpPr>
        <p:spPr>
          <a:xfrm>
            <a:off x="1908930" y="4148797"/>
            <a:ext cx="122809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Uf = 1.63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3BF18F-8101-98AB-4B65-6A829DCB7E2A}"/>
              </a:ext>
            </a:extLst>
          </p:cNvPr>
          <p:cNvSpPr/>
          <p:nvPr/>
        </p:nvSpPr>
        <p:spPr>
          <a:xfrm>
            <a:off x="5912910" y="3028187"/>
            <a:ext cx="1226114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Bc = -0.32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66636-8525-2B6E-EAA6-FAC6F657F7BD}"/>
              </a:ext>
            </a:extLst>
          </p:cNvPr>
          <p:cNvSpPr/>
          <p:nvPr/>
        </p:nvSpPr>
        <p:spPr>
          <a:xfrm>
            <a:off x="1803312" y="2912540"/>
            <a:ext cx="113639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Bf = 1.62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F30DAB-F1E1-B0EE-4F44-36653075F35E}"/>
              </a:ext>
            </a:extLst>
          </p:cNvPr>
          <p:cNvSpPr/>
          <p:nvPr/>
        </p:nvSpPr>
        <p:spPr>
          <a:xfrm>
            <a:off x="3925066" y="4236190"/>
            <a:ext cx="1360945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Ui = 1.65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437DB6-8E46-134C-7C87-1FDC8F7597CC}"/>
              </a:ext>
            </a:extLst>
          </p:cNvPr>
          <p:cNvSpPr/>
          <p:nvPr/>
        </p:nvSpPr>
        <p:spPr>
          <a:xfrm>
            <a:off x="5449666" y="3648800"/>
            <a:ext cx="1258445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Wc = 1.41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F945E6-4BA3-E134-5415-2060CFF94401}"/>
              </a:ext>
            </a:extLst>
          </p:cNvPr>
          <p:cNvSpPr/>
          <p:nvPr/>
        </p:nvSpPr>
        <p:spPr>
          <a:xfrm>
            <a:off x="1088192" y="3542431"/>
            <a:ext cx="106542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Wf = 2.7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AF7B0A-2885-E36B-E7EE-D01CD3446FDF}"/>
              </a:ext>
            </a:extLst>
          </p:cNvPr>
          <p:cNvSpPr/>
          <p:nvPr/>
        </p:nvSpPr>
        <p:spPr>
          <a:xfrm>
            <a:off x="4043700" y="2997533"/>
            <a:ext cx="1190198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 = 0.62</a:t>
            </a:r>
          </a:p>
        </p:txBody>
      </p:sp>
      <p:sp>
        <p:nvSpPr>
          <p:cNvPr id="52" name="Plus Sign 51">
            <a:extLst>
              <a:ext uri="{FF2B5EF4-FFF2-40B4-BE49-F238E27FC236}">
                <a16:creationId xmlns:a16="http://schemas.microsoft.com/office/drawing/2014/main" id="{857F8F9F-0B93-8A10-5CB0-44EB46A9E042}"/>
              </a:ext>
            </a:extLst>
          </p:cNvPr>
          <p:cNvSpPr/>
          <p:nvPr/>
        </p:nvSpPr>
        <p:spPr>
          <a:xfrm>
            <a:off x="6780990" y="3598292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0A8074-5FC4-7736-E9D1-85741D848EFE}"/>
              </a:ext>
            </a:extLst>
          </p:cNvPr>
          <p:cNvSpPr/>
          <p:nvPr/>
        </p:nvSpPr>
        <p:spPr>
          <a:xfrm>
            <a:off x="3334090" y="3619584"/>
            <a:ext cx="1062111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 = 2.0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99735F4-DD6F-881D-86B2-144607700E1D}"/>
              </a:ext>
            </a:extLst>
          </p:cNvPr>
          <p:cNvSpPr/>
          <p:nvPr/>
        </p:nvSpPr>
        <p:spPr>
          <a:xfrm>
            <a:off x="5994273" y="4236190"/>
            <a:ext cx="1305582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Uc = 0.94</a:t>
            </a:r>
          </a:p>
        </p:txBody>
      </p:sp>
      <p:sp>
        <p:nvSpPr>
          <p:cNvPr id="58" name="Plus Sign 57">
            <a:extLst>
              <a:ext uri="{FF2B5EF4-FFF2-40B4-BE49-F238E27FC236}">
                <a16:creationId xmlns:a16="http://schemas.microsoft.com/office/drawing/2014/main" id="{230B7A62-BE88-1526-B508-34625C04AD66}"/>
              </a:ext>
            </a:extLst>
          </p:cNvPr>
          <p:cNvSpPr/>
          <p:nvPr/>
        </p:nvSpPr>
        <p:spPr>
          <a:xfrm>
            <a:off x="9229468" y="3634896"/>
            <a:ext cx="526990" cy="45291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9AE2A2-2C9A-934A-BBDD-9CE761802E56}"/>
              </a:ext>
            </a:extLst>
          </p:cNvPr>
          <p:cNvSpPr/>
          <p:nvPr/>
        </p:nvSpPr>
        <p:spPr>
          <a:xfrm>
            <a:off x="8776859" y="4215316"/>
            <a:ext cx="1444479" cy="359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Uo = -0.19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FC0268-259B-D9AB-C57B-664C950070C8}"/>
              </a:ext>
            </a:extLst>
          </p:cNvPr>
          <p:cNvSpPr/>
          <p:nvPr/>
        </p:nvSpPr>
        <p:spPr>
          <a:xfrm>
            <a:off x="8207932" y="3028187"/>
            <a:ext cx="1296303" cy="435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Bo= 0.59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4FBD59D-A973-A0F7-6D75-905CF45032E8}"/>
              </a:ext>
            </a:extLst>
          </p:cNvPr>
          <p:cNvSpPr/>
          <p:nvPr/>
        </p:nvSpPr>
        <p:spPr>
          <a:xfrm>
            <a:off x="7723191" y="3657091"/>
            <a:ext cx="1263536" cy="4257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 = 4.38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4958867-D312-14C9-239D-73209DF77F7C}"/>
              </a:ext>
            </a:extLst>
          </p:cNvPr>
          <p:cNvSpPr/>
          <p:nvPr/>
        </p:nvSpPr>
        <p:spPr>
          <a:xfrm>
            <a:off x="1799766" y="1375968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0.83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0E00EF6-4E8D-AC42-9D39-F67361EEB2A6}"/>
              </a:ext>
            </a:extLst>
          </p:cNvPr>
          <p:cNvSpPr/>
          <p:nvPr/>
        </p:nvSpPr>
        <p:spPr>
          <a:xfrm>
            <a:off x="3612215" y="1764162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0.65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14F5EE-785B-5439-C1C3-C6930410FDD3}"/>
              </a:ext>
            </a:extLst>
          </p:cNvPr>
          <p:cNvSpPr/>
          <p:nvPr/>
        </p:nvSpPr>
        <p:spPr>
          <a:xfrm>
            <a:off x="5619848" y="1751936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-0.31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F8547BF-FACF-9EF7-E33A-704B23F3A0E7}"/>
              </a:ext>
            </a:extLst>
          </p:cNvPr>
          <p:cNvSpPr/>
          <p:nvPr/>
        </p:nvSpPr>
        <p:spPr>
          <a:xfrm>
            <a:off x="4554425" y="1187855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-0.20</a:t>
            </a:r>
          </a:p>
        </p:txBody>
      </p:sp>
      <p:sp>
        <p:nvSpPr>
          <p:cNvPr id="78" name="Multiplication Sign 77">
            <a:extLst>
              <a:ext uri="{FF2B5EF4-FFF2-40B4-BE49-F238E27FC236}">
                <a16:creationId xmlns:a16="http://schemas.microsoft.com/office/drawing/2014/main" id="{A85887F5-98AF-6CFE-2EC2-7FE444F2C96B}"/>
              </a:ext>
            </a:extLst>
          </p:cNvPr>
          <p:cNvSpPr/>
          <p:nvPr/>
        </p:nvSpPr>
        <p:spPr>
          <a:xfrm>
            <a:off x="8570161" y="1496994"/>
            <a:ext cx="547711" cy="55757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8A3206-0104-3458-43B9-F62F9857C46C}"/>
              </a:ext>
            </a:extLst>
          </p:cNvPr>
          <p:cNvSpPr txBox="1"/>
          <p:nvPr/>
        </p:nvSpPr>
        <p:spPr>
          <a:xfrm>
            <a:off x="77557" y="5406728"/>
            <a:ext cx="2970685" cy="655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0(2.7) + 0(1.63) + 1.62 = 1.62</a:t>
            </a:r>
          </a:p>
          <a:p>
            <a:r>
              <a:rPr lang="en-US" dirty="0"/>
              <a:t>Sig(1.62) =0.83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B24A826-6791-C1F7-5197-E5E46A9A268C}"/>
              </a:ext>
            </a:extLst>
          </p:cNvPr>
          <p:cNvSpPr txBox="1"/>
          <p:nvPr/>
        </p:nvSpPr>
        <p:spPr>
          <a:xfrm>
            <a:off x="3228732" y="5214663"/>
            <a:ext cx="258115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0(2)+0(1.65)+0.62=-0.62</a:t>
            </a:r>
          </a:p>
          <a:p>
            <a:r>
              <a:rPr lang="en-US" dirty="0"/>
              <a:t>sig(0.62) = 0.65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EC7F7D-5F28-592F-BA32-10378472E2BC}"/>
              </a:ext>
            </a:extLst>
          </p:cNvPr>
          <p:cNvSpPr txBox="1"/>
          <p:nvPr/>
        </p:nvSpPr>
        <p:spPr>
          <a:xfrm>
            <a:off x="6221566" y="5212797"/>
            <a:ext cx="3485790" cy="646331"/>
          </a:xfrm>
          <a:prstGeom prst="rect">
            <a:avLst/>
          </a:prstGeom>
          <a:solidFill>
            <a:srgbClr val="FFFFB3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c1= 0(0.83) + 0.65(-0.31) = -0.2</a:t>
            </a:r>
          </a:p>
          <a:p>
            <a:r>
              <a:rPr lang="en-US" dirty="0"/>
              <a:t>c1 = -0.2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54FFD13-1412-52A0-1EE9-02274117B316}"/>
              </a:ext>
            </a:extLst>
          </p:cNvPr>
          <p:cNvSpPr/>
          <p:nvPr/>
        </p:nvSpPr>
        <p:spPr>
          <a:xfrm>
            <a:off x="9756458" y="1870856"/>
            <a:ext cx="1065423" cy="425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-0.13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B39BAC-3A7C-71DC-7E53-90422453275B}"/>
              </a:ext>
            </a:extLst>
          </p:cNvPr>
          <p:cNvSpPr txBox="1"/>
          <p:nvPr/>
        </p:nvSpPr>
        <p:spPr>
          <a:xfrm>
            <a:off x="6227372" y="6024803"/>
            <a:ext cx="317266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0(-0.19) + 0(4.38) + 0.59 = 0.59</a:t>
            </a:r>
          </a:p>
          <a:p>
            <a:r>
              <a:rPr lang="en-US" dirty="0"/>
              <a:t>sig(0.59) = 0.64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5D138D-1FCF-442C-F69D-F93C4199CADC}"/>
              </a:ext>
            </a:extLst>
          </p:cNvPr>
          <p:cNvSpPr txBox="1"/>
          <p:nvPr/>
        </p:nvSpPr>
        <p:spPr>
          <a:xfrm>
            <a:off x="9547218" y="5993544"/>
            <a:ext cx="254496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0.64(tanh(-0.2)) = -0.13</a:t>
            </a:r>
          </a:p>
          <a:p>
            <a:r>
              <a:rPr lang="en-US" dirty="0"/>
              <a:t>h1 = -0.13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0BDBC67-FF6C-991F-69F1-EFD94AC445DD}"/>
              </a:ext>
            </a:extLst>
          </p:cNvPr>
          <p:cNvSpPr/>
          <p:nvPr/>
        </p:nvSpPr>
        <p:spPr>
          <a:xfrm>
            <a:off x="8397240" y="2176784"/>
            <a:ext cx="892574" cy="4878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0.64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A2315-91A9-A9FE-1D18-C2DBB52CF2B7}"/>
              </a:ext>
            </a:extLst>
          </p:cNvPr>
          <p:cNvSpPr txBox="1"/>
          <p:nvPr/>
        </p:nvSpPr>
        <p:spPr>
          <a:xfrm>
            <a:off x="3231332" y="6024262"/>
            <a:ext cx="284885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0(1.41)+0(0.94)-0.32=-0.32</a:t>
            </a:r>
          </a:p>
          <a:p>
            <a:r>
              <a:rPr lang="en-US" dirty="0"/>
              <a:t>Tanh(-0.32) = -0.3106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1A8FBA-6761-5548-68FA-9479377E0CAB}"/>
                  </a:ext>
                </a:extLst>
              </p:cNvPr>
              <p:cNvSpPr/>
              <p:nvPr/>
            </p:nvSpPr>
            <p:spPr>
              <a:xfrm>
                <a:off x="1562900" y="2116621"/>
                <a:ext cx="1450203" cy="42570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f1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(1.62)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1A8FBA-6761-5548-68FA-9479377E0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0" y="2116621"/>
                <a:ext cx="1450203" cy="425708"/>
              </a:xfrm>
              <a:prstGeom prst="rect">
                <a:avLst/>
              </a:prstGeom>
              <a:blipFill>
                <a:blip r:embed="rId3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A49CC2B-4A64-E640-74A3-89FFFA46809D}"/>
                  </a:ext>
                </a:extLst>
              </p:cNvPr>
              <p:cNvSpPr/>
              <p:nvPr/>
            </p:nvSpPr>
            <p:spPr>
              <a:xfrm>
                <a:off x="3612215" y="2318016"/>
                <a:ext cx="1450203" cy="42570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i1 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(0.62)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A49CC2B-4A64-E640-74A3-89FFFA4680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215" y="2318016"/>
                <a:ext cx="1450203" cy="425708"/>
              </a:xfrm>
              <a:prstGeom prst="rect">
                <a:avLst/>
              </a:prstGeom>
              <a:blipFill>
                <a:blip r:embed="rId4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6D4734F6-F385-4AA8-9D8E-140BE3C6A50A}"/>
              </a:ext>
            </a:extLst>
          </p:cNvPr>
          <p:cNvSpPr/>
          <p:nvPr/>
        </p:nvSpPr>
        <p:spPr>
          <a:xfrm>
            <a:off x="5414765" y="2324034"/>
            <a:ext cx="1886148" cy="4257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ć1 = tanh(-0.32)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DBADF-19AA-992B-633E-F3A476148926}"/>
              </a:ext>
            </a:extLst>
          </p:cNvPr>
          <p:cNvSpPr txBox="1"/>
          <p:nvPr/>
        </p:nvSpPr>
        <p:spPr>
          <a:xfrm>
            <a:off x="1547212" y="5651570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353C4-E1F3-29FB-4C7E-71E0442BFB27}"/>
              </a:ext>
            </a:extLst>
          </p:cNvPr>
          <p:cNvSpPr txBox="1"/>
          <p:nvPr/>
        </p:nvSpPr>
        <p:spPr>
          <a:xfrm>
            <a:off x="2468219" y="137290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A7E70-8909-AD1F-3447-ABB583048A66}"/>
              </a:ext>
            </a:extLst>
          </p:cNvPr>
          <p:cNvSpPr txBox="1"/>
          <p:nvPr/>
        </p:nvSpPr>
        <p:spPr>
          <a:xfrm>
            <a:off x="4758775" y="546625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017A9-9973-B2FE-7EDC-4D9AE90FA896}"/>
              </a:ext>
            </a:extLst>
          </p:cNvPr>
          <p:cNvSpPr txBox="1"/>
          <p:nvPr/>
        </p:nvSpPr>
        <p:spPr>
          <a:xfrm>
            <a:off x="4300346" y="175874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379C8-5A0C-B241-E7C8-FF31C02C49DA}"/>
              </a:ext>
            </a:extLst>
          </p:cNvPr>
          <p:cNvSpPr txBox="1"/>
          <p:nvPr/>
        </p:nvSpPr>
        <p:spPr>
          <a:xfrm>
            <a:off x="5354547" y="6260224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95BBFF-1A04-49B6-6503-E12DDA79C09F}"/>
              </a:ext>
            </a:extLst>
          </p:cNvPr>
          <p:cNvSpPr txBox="1"/>
          <p:nvPr/>
        </p:nvSpPr>
        <p:spPr>
          <a:xfrm>
            <a:off x="6327188" y="174447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557EE0-C898-044C-49F3-95920ABF23AA}"/>
              </a:ext>
            </a:extLst>
          </p:cNvPr>
          <p:cNvSpPr txBox="1"/>
          <p:nvPr/>
        </p:nvSpPr>
        <p:spPr>
          <a:xfrm>
            <a:off x="7145085" y="5441568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0D8415-D33B-A89D-887B-968C7F3EC36B}"/>
              </a:ext>
            </a:extLst>
          </p:cNvPr>
          <p:cNvSpPr txBox="1"/>
          <p:nvPr/>
        </p:nvSpPr>
        <p:spPr>
          <a:xfrm>
            <a:off x="5283331" y="1173547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FDC3B1-D6BE-1648-987E-2DF9B32100AB}"/>
              </a:ext>
            </a:extLst>
          </p:cNvPr>
          <p:cNvSpPr txBox="1"/>
          <p:nvPr/>
        </p:nvSpPr>
        <p:spPr>
          <a:xfrm>
            <a:off x="7755203" y="6268085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5C881-1411-08D1-9580-0312506F3E01}"/>
              </a:ext>
            </a:extLst>
          </p:cNvPr>
          <p:cNvSpPr txBox="1"/>
          <p:nvPr/>
        </p:nvSpPr>
        <p:spPr>
          <a:xfrm>
            <a:off x="8992602" y="2205932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CDB31B-F456-3AF6-6C40-9446BF62DBC9}"/>
              </a:ext>
            </a:extLst>
          </p:cNvPr>
          <p:cNvSpPr/>
          <p:nvPr/>
        </p:nvSpPr>
        <p:spPr>
          <a:xfrm>
            <a:off x="8324042" y="891958"/>
            <a:ext cx="1065423" cy="4742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-0.20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8E80A6-B7A6-A55E-DA45-1801F9A521CD}"/>
              </a:ext>
            </a:extLst>
          </p:cNvPr>
          <p:cNvSpPr txBox="1"/>
          <p:nvPr/>
        </p:nvSpPr>
        <p:spPr>
          <a:xfrm>
            <a:off x="9052948" y="926165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D7C79C-5699-E5F1-9ACA-7FF22917E4F0}"/>
              </a:ext>
            </a:extLst>
          </p:cNvPr>
          <p:cNvSpPr txBox="1"/>
          <p:nvPr/>
        </p:nvSpPr>
        <p:spPr>
          <a:xfrm>
            <a:off x="10486061" y="1870856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0C819C-9C7F-4591-4818-373DDAA4442E}"/>
              </a:ext>
            </a:extLst>
          </p:cNvPr>
          <p:cNvSpPr txBox="1"/>
          <p:nvPr/>
        </p:nvSpPr>
        <p:spPr>
          <a:xfrm>
            <a:off x="10539649" y="6230707"/>
            <a:ext cx="23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C9C88-C1FB-0A37-7427-DD2BF62D2058}"/>
              </a:ext>
            </a:extLst>
          </p:cNvPr>
          <p:cNvSpPr txBox="1"/>
          <p:nvPr/>
        </p:nvSpPr>
        <p:spPr>
          <a:xfrm>
            <a:off x="10604494" y="159415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c1 = -0.2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EAEF6-3AAF-52AC-CF6E-F02CD1863BC0}"/>
              </a:ext>
            </a:extLst>
          </p:cNvPr>
          <p:cNvSpPr txBox="1"/>
          <p:nvPr/>
        </p:nvSpPr>
        <p:spPr>
          <a:xfrm>
            <a:off x="10604494" y="5097896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h1 = -0.13</a:t>
            </a:r>
          </a:p>
        </p:txBody>
      </p:sp>
    </p:spTree>
    <p:extLst>
      <p:ext uri="{BB962C8B-B14F-4D97-AF65-F5344CB8AC3E}">
        <p14:creationId xmlns:p14="http://schemas.microsoft.com/office/powerpoint/2010/main" val="151966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86" grpId="0" animBg="1"/>
      <p:bldP spid="90" grpId="0" animBg="1"/>
      <p:bldP spid="96" grpId="0" animBg="1"/>
      <p:bldP spid="97" grpId="0" animBg="1"/>
      <p:bldP spid="99" grpId="0" animBg="1"/>
      <p:bldP spid="100" grpId="0" animBg="1"/>
      <p:bldP spid="101" grpId="0" animBg="1"/>
      <p:bldP spid="89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A567B-2288-650A-9C95-340B06B0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B9E00E-2E99-07ED-46B8-9506E70B7A3B}"/>
              </a:ext>
            </a:extLst>
          </p:cNvPr>
          <p:cNvSpPr/>
          <p:nvPr/>
        </p:nvSpPr>
        <p:spPr>
          <a:xfrm>
            <a:off x="1811708" y="0"/>
            <a:ext cx="1341689" cy="101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52FF3B-0BDB-F36E-00B5-E81EB3C27B6D}"/>
              </a:ext>
            </a:extLst>
          </p:cNvPr>
          <p:cNvSpPr/>
          <p:nvPr/>
        </p:nvSpPr>
        <p:spPr>
          <a:xfrm>
            <a:off x="1495514" y="2427006"/>
            <a:ext cx="1717705" cy="1196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2FCD25-4C63-4CE2-3E5B-461DD0E5227C}"/>
              </a:ext>
            </a:extLst>
          </p:cNvPr>
          <p:cNvCxnSpPr/>
          <p:nvPr/>
        </p:nvCxnSpPr>
        <p:spPr>
          <a:xfrm>
            <a:off x="658026" y="264919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0350FB-530C-3095-6A3D-881D5E3056B4}"/>
              </a:ext>
            </a:extLst>
          </p:cNvPr>
          <p:cNvCxnSpPr/>
          <p:nvPr/>
        </p:nvCxnSpPr>
        <p:spPr>
          <a:xfrm>
            <a:off x="658026" y="328870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E3DDF8-6207-6A54-B4CB-ED546BEBD108}"/>
              </a:ext>
            </a:extLst>
          </p:cNvPr>
          <p:cNvCxnSpPr>
            <a:cxnSpLocks/>
          </p:cNvCxnSpPr>
          <p:nvPr/>
        </p:nvCxnSpPr>
        <p:spPr>
          <a:xfrm flipV="1">
            <a:off x="1757584" y="3623417"/>
            <a:ext cx="0" cy="581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71FE18-A3C2-0EDA-9847-5665A547DA83}"/>
              </a:ext>
            </a:extLst>
          </p:cNvPr>
          <p:cNvSpPr txBox="1"/>
          <p:nvPr/>
        </p:nvSpPr>
        <p:spPr>
          <a:xfrm>
            <a:off x="17091" y="1866326"/>
            <a:ext cx="262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long-term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30287-52F2-9DB2-0D0C-295411D15E5C}"/>
              </a:ext>
            </a:extLst>
          </p:cNvPr>
          <p:cNvSpPr txBox="1"/>
          <p:nvPr/>
        </p:nvSpPr>
        <p:spPr>
          <a:xfrm>
            <a:off x="945485" y="29896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5F9901-BBC2-312F-FAD5-077DD4DEF7E2}"/>
              </a:ext>
            </a:extLst>
          </p:cNvPr>
          <p:cNvSpPr txBox="1"/>
          <p:nvPr/>
        </p:nvSpPr>
        <p:spPr>
          <a:xfrm>
            <a:off x="-28286" y="3442743"/>
            <a:ext cx="1575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short</a:t>
            </a:r>
          </a:p>
          <a:p>
            <a:r>
              <a:rPr lang="en-US" dirty="0"/>
              <a:t> term memory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4FBAF-D828-74CD-BB0D-CEAA422AEC96}"/>
              </a:ext>
            </a:extLst>
          </p:cNvPr>
          <p:cNvSpPr txBox="1"/>
          <p:nvPr/>
        </p:nvSpPr>
        <p:spPr>
          <a:xfrm>
            <a:off x="1757584" y="4366901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Day 1 =0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2DEBBD-6EC6-3366-2AF7-D080C83A9CE5}"/>
              </a:ext>
            </a:extLst>
          </p:cNvPr>
          <p:cNvCxnSpPr/>
          <p:nvPr/>
        </p:nvCxnSpPr>
        <p:spPr>
          <a:xfrm>
            <a:off x="3213219" y="2664866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994356-AD5A-1E3A-E823-9AC7D89999B7}"/>
              </a:ext>
            </a:extLst>
          </p:cNvPr>
          <p:cNvCxnSpPr/>
          <p:nvPr/>
        </p:nvCxnSpPr>
        <p:spPr>
          <a:xfrm>
            <a:off x="3213219" y="335893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EC2D84-3B2D-7B63-7E7E-53D3E5210C0A}"/>
              </a:ext>
            </a:extLst>
          </p:cNvPr>
          <p:cNvSpPr txBox="1"/>
          <p:nvPr/>
        </p:nvSpPr>
        <p:spPr>
          <a:xfrm>
            <a:off x="3566444" y="1834310"/>
            <a:ext cx="29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long term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109B2F-D28D-BD8A-9424-A251A41DF969}"/>
              </a:ext>
            </a:extLst>
          </p:cNvPr>
          <p:cNvSpPr txBox="1"/>
          <p:nvPr/>
        </p:nvSpPr>
        <p:spPr>
          <a:xfrm>
            <a:off x="3270831" y="3564094"/>
            <a:ext cx="300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short term memory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4C038-2CFC-D221-EF92-3B4463246CD9}"/>
              </a:ext>
            </a:extLst>
          </p:cNvPr>
          <p:cNvSpPr txBox="1"/>
          <p:nvPr/>
        </p:nvSpPr>
        <p:spPr>
          <a:xfrm>
            <a:off x="965206" y="2350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06AE9-B80A-33BB-2469-70B3CE3F9B27}"/>
              </a:ext>
            </a:extLst>
          </p:cNvPr>
          <p:cNvSpPr txBox="1"/>
          <p:nvPr/>
        </p:nvSpPr>
        <p:spPr>
          <a:xfrm>
            <a:off x="3725820" y="2981772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-0.13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4238EA-24ED-F696-62DC-90788040BB46}"/>
              </a:ext>
            </a:extLst>
          </p:cNvPr>
          <p:cNvSpPr txBox="1"/>
          <p:nvPr/>
        </p:nvSpPr>
        <p:spPr>
          <a:xfrm>
            <a:off x="3707669" y="2347961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-0.2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B473F77-70A7-24A9-A3D7-123C00030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429" y="110692"/>
            <a:ext cx="2835803" cy="1338978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6DFB1B8-9F3C-D946-8F93-79251F7B8BB2}"/>
              </a:ext>
            </a:extLst>
          </p:cNvPr>
          <p:cNvSpPr/>
          <p:nvPr/>
        </p:nvSpPr>
        <p:spPr>
          <a:xfrm>
            <a:off x="5105642" y="2408933"/>
            <a:ext cx="1717705" cy="1196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AB34D6-AB0D-C203-9F6E-2F73BC3BC0D3}"/>
              </a:ext>
            </a:extLst>
          </p:cNvPr>
          <p:cNvCxnSpPr/>
          <p:nvPr/>
        </p:nvCxnSpPr>
        <p:spPr>
          <a:xfrm>
            <a:off x="4268154" y="263112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CF98AE-E607-D055-F752-3B477F749D21}"/>
              </a:ext>
            </a:extLst>
          </p:cNvPr>
          <p:cNvCxnSpPr/>
          <p:nvPr/>
        </p:nvCxnSpPr>
        <p:spPr>
          <a:xfrm>
            <a:off x="4268154" y="327063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1DCC8A-FAA3-F5D7-A509-D2D39EB71D9C}"/>
              </a:ext>
            </a:extLst>
          </p:cNvPr>
          <p:cNvCxnSpPr>
            <a:cxnSpLocks/>
          </p:cNvCxnSpPr>
          <p:nvPr/>
        </p:nvCxnSpPr>
        <p:spPr>
          <a:xfrm flipV="1">
            <a:off x="5367712" y="3605344"/>
            <a:ext cx="0" cy="581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0DE2FB-B08E-606A-8318-B05AD8302D32}"/>
              </a:ext>
            </a:extLst>
          </p:cNvPr>
          <p:cNvCxnSpPr/>
          <p:nvPr/>
        </p:nvCxnSpPr>
        <p:spPr>
          <a:xfrm>
            <a:off x="6823347" y="2646793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36F2DE-51ED-7517-260F-069ED2B89555}"/>
              </a:ext>
            </a:extLst>
          </p:cNvPr>
          <p:cNvCxnSpPr/>
          <p:nvPr/>
        </p:nvCxnSpPr>
        <p:spPr>
          <a:xfrm>
            <a:off x="6823347" y="334086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3E519B-D5C9-238D-0175-E14D51EE45B4}"/>
              </a:ext>
            </a:extLst>
          </p:cNvPr>
          <p:cNvSpPr txBox="1"/>
          <p:nvPr/>
        </p:nvSpPr>
        <p:spPr>
          <a:xfrm>
            <a:off x="4661978" y="4244853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Day 2 =0.5</a:t>
            </a:r>
          </a:p>
        </p:txBody>
      </p:sp>
    </p:spTree>
    <p:extLst>
      <p:ext uri="{BB962C8B-B14F-4D97-AF65-F5344CB8AC3E}">
        <p14:creationId xmlns:p14="http://schemas.microsoft.com/office/powerpoint/2010/main" val="2060375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84BB9-D696-96AB-EAEE-6CF214A4DCFD}"/>
              </a:ext>
            </a:extLst>
          </p:cNvPr>
          <p:cNvSpPr/>
          <p:nvPr/>
        </p:nvSpPr>
        <p:spPr>
          <a:xfrm>
            <a:off x="1811708" y="0"/>
            <a:ext cx="1341689" cy="101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6528A4-5A5C-0B64-650C-72EC62C82B31}"/>
              </a:ext>
            </a:extLst>
          </p:cNvPr>
          <p:cNvSpPr/>
          <p:nvPr/>
        </p:nvSpPr>
        <p:spPr>
          <a:xfrm>
            <a:off x="1495514" y="2427006"/>
            <a:ext cx="1717705" cy="1196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58F621-A8A5-98BF-72BE-1E2666FC2B94}"/>
              </a:ext>
            </a:extLst>
          </p:cNvPr>
          <p:cNvCxnSpPr/>
          <p:nvPr/>
        </p:nvCxnSpPr>
        <p:spPr>
          <a:xfrm>
            <a:off x="658026" y="264919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0CF907-17D2-1B23-A3F6-F21401371421}"/>
              </a:ext>
            </a:extLst>
          </p:cNvPr>
          <p:cNvCxnSpPr/>
          <p:nvPr/>
        </p:nvCxnSpPr>
        <p:spPr>
          <a:xfrm>
            <a:off x="658026" y="328870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ED72E-67AC-3024-51B5-6FFAD065C3F7}"/>
              </a:ext>
            </a:extLst>
          </p:cNvPr>
          <p:cNvCxnSpPr>
            <a:cxnSpLocks/>
          </p:cNvCxnSpPr>
          <p:nvPr/>
        </p:nvCxnSpPr>
        <p:spPr>
          <a:xfrm flipV="1">
            <a:off x="1757584" y="3623417"/>
            <a:ext cx="0" cy="581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B3EA73-C141-E9B5-F697-90E74BA01DA1}"/>
              </a:ext>
            </a:extLst>
          </p:cNvPr>
          <p:cNvSpPr txBox="1"/>
          <p:nvPr/>
        </p:nvSpPr>
        <p:spPr>
          <a:xfrm>
            <a:off x="17091" y="1866326"/>
            <a:ext cx="262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long-term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E110B1-658E-6354-3E64-FA36C06C1396}"/>
              </a:ext>
            </a:extLst>
          </p:cNvPr>
          <p:cNvSpPr txBox="1"/>
          <p:nvPr/>
        </p:nvSpPr>
        <p:spPr>
          <a:xfrm>
            <a:off x="945485" y="29896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8196A-AFDF-0838-D9F0-669A353E9D0F}"/>
              </a:ext>
            </a:extLst>
          </p:cNvPr>
          <p:cNvSpPr txBox="1"/>
          <p:nvPr/>
        </p:nvSpPr>
        <p:spPr>
          <a:xfrm>
            <a:off x="-28286" y="3442743"/>
            <a:ext cx="1575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short</a:t>
            </a:r>
          </a:p>
          <a:p>
            <a:r>
              <a:rPr lang="en-US" dirty="0"/>
              <a:t> term memory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B2CC80-19D4-2113-B4BF-0A1D8A844A76}"/>
              </a:ext>
            </a:extLst>
          </p:cNvPr>
          <p:cNvSpPr txBox="1"/>
          <p:nvPr/>
        </p:nvSpPr>
        <p:spPr>
          <a:xfrm>
            <a:off x="1757584" y="4366901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Day 1 =1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FDD4AB-5B6E-ABD2-BC0A-9A1C5C94D550}"/>
              </a:ext>
            </a:extLst>
          </p:cNvPr>
          <p:cNvCxnSpPr/>
          <p:nvPr/>
        </p:nvCxnSpPr>
        <p:spPr>
          <a:xfrm>
            <a:off x="3213219" y="2664866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C0426A-CAA1-2CFC-9F4C-5C35CDBC7FCE}"/>
              </a:ext>
            </a:extLst>
          </p:cNvPr>
          <p:cNvCxnSpPr/>
          <p:nvPr/>
        </p:nvCxnSpPr>
        <p:spPr>
          <a:xfrm>
            <a:off x="3213219" y="3358937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1AEFD6-2FFD-256B-354F-7FDC0E2C24BE}"/>
              </a:ext>
            </a:extLst>
          </p:cNvPr>
          <p:cNvSpPr txBox="1"/>
          <p:nvPr/>
        </p:nvSpPr>
        <p:spPr>
          <a:xfrm>
            <a:off x="3566444" y="1834310"/>
            <a:ext cx="29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long term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5A1B7A-92FD-A44D-A334-8E61E757A5B4}"/>
              </a:ext>
            </a:extLst>
          </p:cNvPr>
          <p:cNvSpPr txBox="1"/>
          <p:nvPr/>
        </p:nvSpPr>
        <p:spPr>
          <a:xfrm>
            <a:off x="3270831" y="3564094"/>
            <a:ext cx="300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short term memory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E4C2E-29BF-60A0-2F9B-C60663B4B4D9}"/>
              </a:ext>
            </a:extLst>
          </p:cNvPr>
          <p:cNvSpPr txBox="1"/>
          <p:nvPr/>
        </p:nvSpPr>
        <p:spPr>
          <a:xfrm>
            <a:off x="965206" y="2350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09B35-077F-D0D3-C00E-9A486915AFEF}"/>
              </a:ext>
            </a:extLst>
          </p:cNvPr>
          <p:cNvSpPr txBox="1"/>
          <p:nvPr/>
        </p:nvSpPr>
        <p:spPr>
          <a:xfrm>
            <a:off x="3716195" y="298177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-.3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90EF6-BFF9-B693-26C0-EE09E1F81EAF}"/>
              </a:ext>
            </a:extLst>
          </p:cNvPr>
          <p:cNvSpPr txBox="1"/>
          <p:nvPr/>
        </p:nvSpPr>
        <p:spPr>
          <a:xfrm>
            <a:off x="3707669" y="234796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0.5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57412EE-0CB0-C4AC-6637-62BEE87516CF}"/>
              </a:ext>
            </a:extLst>
          </p:cNvPr>
          <p:cNvSpPr/>
          <p:nvPr/>
        </p:nvSpPr>
        <p:spPr>
          <a:xfrm>
            <a:off x="5105642" y="2408933"/>
            <a:ext cx="1717705" cy="1196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8B7DB5-221C-4976-39D8-606EBE590955}"/>
              </a:ext>
            </a:extLst>
          </p:cNvPr>
          <p:cNvCxnSpPr/>
          <p:nvPr/>
        </p:nvCxnSpPr>
        <p:spPr>
          <a:xfrm>
            <a:off x="4268154" y="263112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7ACAD7-E4D8-D295-0996-6B0422107DBB}"/>
              </a:ext>
            </a:extLst>
          </p:cNvPr>
          <p:cNvCxnSpPr/>
          <p:nvPr/>
        </p:nvCxnSpPr>
        <p:spPr>
          <a:xfrm>
            <a:off x="4268154" y="327063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A1A084-9A43-4FDB-D938-EEDDC21DC2B3}"/>
              </a:ext>
            </a:extLst>
          </p:cNvPr>
          <p:cNvCxnSpPr>
            <a:cxnSpLocks/>
          </p:cNvCxnSpPr>
          <p:nvPr/>
        </p:nvCxnSpPr>
        <p:spPr>
          <a:xfrm flipV="1">
            <a:off x="5367712" y="3605344"/>
            <a:ext cx="0" cy="581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4C0385-DEBF-059B-08B8-5DE0A395BAB0}"/>
              </a:ext>
            </a:extLst>
          </p:cNvPr>
          <p:cNvCxnSpPr/>
          <p:nvPr/>
        </p:nvCxnSpPr>
        <p:spPr>
          <a:xfrm>
            <a:off x="6823347" y="2646793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6100AE-7A6E-0013-E277-BFA24A0842B6}"/>
              </a:ext>
            </a:extLst>
          </p:cNvPr>
          <p:cNvCxnSpPr/>
          <p:nvPr/>
        </p:nvCxnSpPr>
        <p:spPr>
          <a:xfrm>
            <a:off x="6823347" y="3340864"/>
            <a:ext cx="837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859D138-5715-9F46-91D9-B939C9F032C8}"/>
              </a:ext>
            </a:extLst>
          </p:cNvPr>
          <p:cNvSpPr txBox="1"/>
          <p:nvPr/>
        </p:nvSpPr>
        <p:spPr>
          <a:xfrm>
            <a:off x="4661978" y="4244853"/>
            <a:ext cx="124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Day 2 =0.5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D99EF1-474C-08E8-21AE-B4A302A2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91" y="49448"/>
            <a:ext cx="4945320" cy="200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0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CAA7BDD6E90148B0AE2A8FEC8E0875" ma:contentTypeVersion="17" ma:contentTypeDescription="Create a new document." ma:contentTypeScope="" ma:versionID="8d92cc494622425f2dddc510ee11f906">
  <xsd:schema xmlns:xsd="http://www.w3.org/2001/XMLSchema" xmlns:xs="http://www.w3.org/2001/XMLSchema" xmlns:p="http://schemas.microsoft.com/office/2006/metadata/properties" xmlns:ns3="c3f03550-a4c2-468a-bdc1-cbe2f2088984" xmlns:ns4="5b7eb3d6-8701-4225-88b7-bb1cfb4febda" targetNamespace="http://schemas.microsoft.com/office/2006/metadata/properties" ma:root="true" ma:fieldsID="ac786f04cc7211612565f094c16994fa" ns3:_="" ns4:_="">
    <xsd:import namespace="c3f03550-a4c2-468a-bdc1-cbe2f2088984"/>
    <xsd:import namespace="5b7eb3d6-8701-4225-88b7-bb1cfb4febd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03550-a4c2-468a-bdc1-cbe2f208898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7eb3d6-8701-4225-88b7-bb1cfb4fe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7eb3d6-8701-4225-88b7-bb1cfb4febda" xsi:nil="true"/>
  </documentManagement>
</p:properties>
</file>

<file path=customXml/itemProps1.xml><?xml version="1.0" encoding="utf-8"?>
<ds:datastoreItem xmlns:ds="http://schemas.openxmlformats.org/officeDocument/2006/customXml" ds:itemID="{9EDDB58B-986C-4F33-BF6D-EDD13F885E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f03550-a4c2-468a-bdc1-cbe2f2088984"/>
    <ds:schemaRef ds:uri="5b7eb3d6-8701-4225-88b7-bb1cfb4fe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7C9FC8-48D6-4AA0-B76D-737B490F87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3EA5F9-816B-4E2F-964F-9851F9197076}">
  <ds:schemaRefs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5b7eb3d6-8701-4225-88b7-bb1cfb4febda"/>
    <ds:schemaRef ds:uri="c3f03550-a4c2-468a-bdc1-cbe2f2088984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4436</TotalTime>
  <Words>778</Words>
  <Application>Microsoft Office PowerPoint</Application>
  <PresentationFormat>Widescreen</PresentationFormat>
  <Paragraphs>226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Step 1: t=1, Input: x_1=0.5</vt:lpstr>
      <vt:lpstr>PowerPoint Presentation</vt:lpstr>
      <vt:lpstr>PowerPoint Presentation</vt:lpstr>
      <vt:lpstr>Summary table</vt:lpstr>
      <vt:lpstr>How to build and train an LSTM model for time series forecasting</vt:lpstr>
      <vt:lpstr>Data generation (sine + noise)</vt:lpstr>
      <vt:lpstr>Preprocessing and sequence creation </vt:lpstr>
      <vt:lpstr>Building and training an LSTM model</vt:lpstr>
      <vt:lpstr>Train the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Rizk, Dr. Nouhad</dc:creator>
  <cp:lastModifiedBy>Israel Trejo</cp:lastModifiedBy>
  <cp:revision>2</cp:revision>
  <dcterms:created xsi:type="dcterms:W3CDTF">2025-09-29T15:06:53Z</dcterms:created>
  <dcterms:modified xsi:type="dcterms:W3CDTF">2025-11-02T17:33:53Z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0x01010083CAA7BDD6E90148B0AE2A8FEC8E0875</vt:lpwstr>
  </property>
</Properties>
</file>