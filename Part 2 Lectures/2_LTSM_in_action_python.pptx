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22A587-3F2D-4F8D-968A-C591822E0A75}" v="2" dt="2025-09-30T19:21:21.891"/>
  </p1510:revLst>
</p1510:revInfo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46" autoAdjust="0"/>
    <p:restoredTop sz="94660"/>
  </p:normalViewPr>
  <p:slideViewPr>
    <p:cSldViewPr snapToGrid="0">
      <p:cViewPr varScale="1">
        <p:scale>
          <a:sx n="57" d="100"/>
          <a:sy n="57" d="100"/>
        </p:scale>
        <p:origin x="7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zk, Dr. Nouhad" userId="fac36f85-1e54-4654-ba5f-feb2a5b75425" providerId="ADAL" clId="{5B3ACA06-D576-49B7-A525-F24B657D8B5F}"/>
    <pc:docChg chg="custSel addSld delSld modSld">
      <pc:chgData name="Rizk, Dr. Nouhad" userId="fac36f85-1e54-4654-ba5f-feb2a5b75425" providerId="ADAL" clId="{5B3ACA06-D576-49B7-A525-F24B657D8B5F}" dt="2025-09-30T21:13:38.747" v="130" actId="1076"/>
      <pc:docMkLst>
        <pc:docMk/>
      </pc:docMkLst>
      <pc:sldChg chg="del">
        <pc:chgData name="Rizk, Dr. Nouhad" userId="fac36f85-1e54-4654-ba5f-feb2a5b75425" providerId="ADAL" clId="{5B3ACA06-D576-49B7-A525-F24B657D8B5F}" dt="2025-09-30T16:56:15.316" v="0" actId="47"/>
        <pc:sldMkLst>
          <pc:docMk/>
          <pc:sldMk cId="1759093548" sldId="256"/>
        </pc:sldMkLst>
      </pc:sldChg>
      <pc:sldChg chg="del">
        <pc:chgData name="Rizk, Dr. Nouhad" userId="fac36f85-1e54-4654-ba5f-feb2a5b75425" providerId="ADAL" clId="{5B3ACA06-D576-49B7-A525-F24B657D8B5F}" dt="2025-09-30T16:56:15.316" v="0" actId="47"/>
        <pc:sldMkLst>
          <pc:docMk/>
          <pc:sldMk cId="3958871025" sldId="257"/>
        </pc:sldMkLst>
      </pc:sldChg>
      <pc:sldChg chg="del">
        <pc:chgData name="Rizk, Dr. Nouhad" userId="fac36f85-1e54-4654-ba5f-feb2a5b75425" providerId="ADAL" clId="{5B3ACA06-D576-49B7-A525-F24B657D8B5F}" dt="2025-09-30T16:56:15.316" v="0" actId="47"/>
        <pc:sldMkLst>
          <pc:docMk/>
          <pc:sldMk cId="2301448438" sldId="258"/>
        </pc:sldMkLst>
      </pc:sldChg>
      <pc:sldChg chg="del">
        <pc:chgData name="Rizk, Dr. Nouhad" userId="fac36f85-1e54-4654-ba5f-feb2a5b75425" providerId="ADAL" clId="{5B3ACA06-D576-49B7-A525-F24B657D8B5F}" dt="2025-09-30T16:56:15.316" v="0" actId="47"/>
        <pc:sldMkLst>
          <pc:docMk/>
          <pc:sldMk cId="1283476369" sldId="259"/>
        </pc:sldMkLst>
      </pc:sldChg>
      <pc:sldChg chg="del">
        <pc:chgData name="Rizk, Dr. Nouhad" userId="fac36f85-1e54-4654-ba5f-feb2a5b75425" providerId="ADAL" clId="{5B3ACA06-D576-49B7-A525-F24B657D8B5F}" dt="2025-09-30T16:56:15.316" v="0" actId="47"/>
        <pc:sldMkLst>
          <pc:docMk/>
          <pc:sldMk cId="109513665" sldId="260"/>
        </pc:sldMkLst>
      </pc:sldChg>
      <pc:sldChg chg="del">
        <pc:chgData name="Rizk, Dr. Nouhad" userId="fac36f85-1e54-4654-ba5f-feb2a5b75425" providerId="ADAL" clId="{5B3ACA06-D576-49B7-A525-F24B657D8B5F}" dt="2025-09-30T16:56:15.316" v="0" actId="47"/>
        <pc:sldMkLst>
          <pc:docMk/>
          <pc:sldMk cId="2321613266" sldId="261"/>
        </pc:sldMkLst>
      </pc:sldChg>
      <pc:sldChg chg="del">
        <pc:chgData name="Rizk, Dr. Nouhad" userId="fac36f85-1e54-4654-ba5f-feb2a5b75425" providerId="ADAL" clId="{5B3ACA06-D576-49B7-A525-F24B657D8B5F}" dt="2025-09-30T16:56:15.316" v="0" actId="47"/>
        <pc:sldMkLst>
          <pc:docMk/>
          <pc:sldMk cId="783175951" sldId="262"/>
        </pc:sldMkLst>
      </pc:sldChg>
      <pc:sldChg chg="del">
        <pc:chgData name="Rizk, Dr. Nouhad" userId="fac36f85-1e54-4654-ba5f-feb2a5b75425" providerId="ADAL" clId="{5B3ACA06-D576-49B7-A525-F24B657D8B5F}" dt="2025-09-30T16:56:15.316" v="0" actId="47"/>
        <pc:sldMkLst>
          <pc:docMk/>
          <pc:sldMk cId="2410594706" sldId="265"/>
        </pc:sldMkLst>
      </pc:sldChg>
      <pc:sldChg chg="del">
        <pc:chgData name="Rizk, Dr. Nouhad" userId="fac36f85-1e54-4654-ba5f-feb2a5b75425" providerId="ADAL" clId="{5B3ACA06-D576-49B7-A525-F24B657D8B5F}" dt="2025-09-30T16:56:15.316" v="0" actId="47"/>
        <pc:sldMkLst>
          <pc:docMk/>
          <pc:sldMk cId="3099762207" sldId="266"/>
        </pc:sldMkLst>
      </pc:sldChg>
      <pc:sldChg chg="del">
        <pc:chgData name="Rizk, Dr. Nouhad" userId="fac36f85-1e54-4654-ba5f-feb2a5b75425" providerId="ADAL" clId="{5B3ACA06-D576-49B7-A525-F24B657D8B5F}" dt="2025-09-30T16:56:15.316" v="0" actId="47"/>
        <pc:sldMkLst>
          <pc:docMk/>
          <pc:sldMk cId="2153353954" sldId="267"/>
        </pc:sldMkLst>
      </pc:sldChg>
      <pc:sldChg chg="del">
        <pc:chgData name="Rizk, Dr. Nouhad" userId="fac36f85-1e54-4654-ba5f-feb2a5b75425" providerId="ADAL" clId="{5B3ACA06-D576-49B7-A525-F24B657D8B5F}" dt="2025-09-30T16:56:15.316" v="0" actId="47"/>
        <pc:sldMkLst>
          <pc:docMk/>
          <pc:sldMk cId="349714163" sldId="268"/>
        </pc:sldMkLst>
      </pc:sldChg>
      <pc:sldChg chg="del">
        <pc:chgData name="Rizk, Dr. Nouhad" userId="fac36f85-1e54-4654-ba5f-feb2a5b75425" providerId="ADAL" clId="{5B3ACA06-D576-49B7-A525-F24B657D8B5F}" dt="2025-09-30T16:56:15.316" v="0" actId="47"/>
        <pc:sldMkLst>
          <pc:docMk/>
          <pc:sldMk cId="2939564731" sldId="269"/>
        </pc:sldMkLst>
      </pc:sldChg>
      <pc:sldChg chg="del">
        <pc:chgData name="Rizk, Dr. Nouhad" userId="fac36f85-1e54-4654-ba5f-feb2a5b75425" providerId="ADAL" clId="{5B3ACA06-D576-49B7-A525-F24B657D8B5F}" dt="2025-09-30T16:56:15.316" v="0" actId="47"/>
        <pc:sldMkLst>
          <pc:docMk/>
          <pc:sldMk cId="3418668478" sldId="270"/>
        </pc:sldMkLst>
      </pc:sldChg>
      <pc:sldChg chg="del">
        <pc:chgData name="Rizk, Dr. Nouhad" userId="fac36f85-1e54-4654-ba5f-feb2a5b75425" providerId="ADAL" clId="{5B3ACA06-D576-49B7-A525-F24B657D8B5F}" dt="2025-09-30T16:56:15.316" v="0" actId="47"/>
        <pc:sldMkLst>
          <pc:docMk/>
          <pc:sldMk cId="1067363068" sldId="271"/>
        </pc:sldMkLst>
      </pc:sldChg>
      <pc:sldChg chg="del">
        <pc:chgData name="Rizk, Dr. Nouhad" userId="fac36f85-1e54-4654-ba5f-feb2a5b75425" providerId="ADAL" clId="{5B3ACA06-D576-49B7-A525-F24B657D8B5F}" dt="2025-09-30T16:56:15.316" v="0" actId="47"/>
        <pc:sldMkLst>
          <pc:docMk/>
          <pc:sldMk cId="1504894747" sldId="272"/>
        </pc:sldMkLst>
      </pc:sldChg>
      <pc:sldChg chg="del">
        <pc:chgData name="Rizk, Dr. Nouhad" userId="fac36f85-1e54-4654-ba5f-feb2a5b75425" providerId="ADAL" clId="{5B3ACA06-D576-49B7-A525-F24B657D8B5F}" dt="2025-09-30T16:56:15.316" v="0" actId="47"/>
        <pc:sldMkLst>
          <pc:docMk/>
          <pc:sldMk cId="2915918995" sldId="273"/>
        </pc:sldMkLst>
      </pc:sldChg>
      <pc:sldChg chg="del">
        <pc:chgData name="Rizk, Dr. Nouhad" userId="fac36f85-1e54-4654-ba5f-feb2a5b75425" providerId="ADAL" clId="{5B3ACA06-D576-49B7-A525-F24B657D8B5F}" dt="2025-09-30T16:56:15.316" v="0" actId="47"/>
        <pc:sldMkLst>
          <pc:docMk/>
          <pc:sldMk cId="4022725812" sldId="274"/>
        </pc:sldMkLst>
      </pc:sldChg>
      <pc:sldChg chg="del">
        <pc:chgData name="Rizk, Dr. Nouhad" userId="fac36f85-1e54-4654-ba5f-feb2a5b75425" providerId="ADAL" clId="{5B3ACA06-D576-49B7-A525-F24B657D8B5F}" dt="2025-09-30T16:56:15.316" v="0" actId="47"/>
        <pc:sldMkLst>
          <pc:docMk/>
          <pc:sldMk cId="4237133371" sldId="275"/>
        </pc:sldMkLst>
      </pc:sldChg>
      <pc:sldChg chg="del">
        <pc:chgData name="Rizk, Dr. Nouhad" userId="fac36f85-1e54-4654-ba5f-feb2a5b75425" providerId="ADAL" clId="{5B3ACA06-D576-49B7-A525-F24B657D8B5F}" dt="2025-09-30T19:12:52.012" v="98" actId="47"/>
        <pc:sldMkLst>
          <pc:docMk/>
          <pc:sldMk cId="4241996429" sldId="276"/>
        </pc:sldMkLst>
      </pc:sldChg>
      <pc:sldChg chg="del">
        <pc:chgData name="Rizk, Dr. Nouhad" userId="fac36f85-1e54-4654-ba5f-feb2a5b75425" providerId="ADAL" clId="{5B3ACA06-D576-49B7-A525-F24B657D8B5F}" dt="2025-09-30T19:12:52.012" v="98" actId="47"/>
        <pc:sldMkLst>
          <pc:docMk/>
          <pc:sldMk cId="3151779432" sldId="278"/>
        </pc:sldMkLst>
      </pc:sldChg>
      <pc:sldChg chg="del">
        <pc:chgData name="Rizk, Dr. Nouhad" userId="fac36f85-1e54-4654-ba5f-feb2a5b75425" providerId="ADAL" clId="{5B3ACA06-D576-49B7-A525-F24B657D8B5F}" dt="2025-09-30T19:12:58.085" v="99" actId="47"/>
        <pc:sldMkLst>
          <pc:docMk/>
          <pc:sldMk cId="2238801564" sldId="280"/>
        </pc:sldMkLst>
      </pc:sldChg>
      <pc:sldChg chg="del">
        <pc:chgData name="Rizk, Dr. Nouhad" userId="fac36f85-1e54-4654-ba5f-feb2a5b75425" providerId="ADAL" clId="{5B3ACA06-D576-49B7-A525-F24B657D8B5F}" dt="2025-09-30T19:12:52.012" v="98" actId="47"/>
        <pc:sldMkLst>
          <pc:docMk/>
          <pc:sldMk cId="2060375775" sldId="281"/>
        </pc:sldMkLst>
      </pc:sldChg>
      <pc:sldChg chg="modSp new mod">
        <pc:chgData name="Rizk, Dr. Nouhad" userId="fac36f85-1e54-4654-ba5f-feb2a5b75425" providerId="ADAL" clId="{5B3ACA06-D576-49B7-A525-F24B657D8B5F}" dt="2025-09-30T19:11:04.753" v="97" actId="20577"/>
        <pc:sldMkLst>
          <pc:docMk/>
          <pc:sldMk cId="4264580347" sldId="283"/>
        </pc:sldMkLst>
        <pc:spChg chg="mod">
          <ac:chgData name="Rizk, Dr. Nouhad" userId="fac36f85-1e54-4654-ba5f-feb2a5b75425" providerId="ADAL" clId="{5B3ACA06-D576-49B7-A525-F24B657D8B5F}" dt="2025-09-30T19:10:24.261" v="65" actId="6549"/>
          <ac:spMkLst>
            <pc:docMk/>
            <pc:sldMk cId="4264580347" sldId="283"/>
            <ac:spMk id="2" creationId="{212AE4EF-223B-82DC-CBE6-61FC987B1290}"/>
          </ac:spMkLst>
        </pc:spChg>
        <pc:spChg chg="mod">
          <ac:chgData name="Rizk, Dr. Nouhad" userId="fac36f85-1e54-4654-ba5f-feb2a5b75425" providerId="ADAL" clId="{5B3ACA06-D576-49B7-A525-F24B657D8B5F}" dt="2025-09-30T19:11:04.753" v="97" actId="20577"/>
          <ac:spMkLst>
            <pc:docMk/>
            <pc:sldMk cId="4264580347" sldId="283"/>
            <ac:spMk id="3" creationId="{2F37E2B8-9D85-6AF0-3AD7-F7AC22E68DB2}"/>
          </ac:spMkLst>
        </pc:spChg>
      </pc:sldChg>
      <pc:sldChg chg="addSp delSp modSp new mod">
        <pc:chgData name="Rizk, Dr. Nouhad" userId="fac36f85-1e54-4654-ba5f-feb2a5b75425" providerId="ADAL" clId="{5B3ACA06-D576-49B7-A525-F24B657D8B5F}" dt="2025-09-30T21:09:06.442" v="107" actId="22"/>
        <pc:sldMkLst>
          <pc:docMk/>
          <pc:sldMk cId="3033856821" sldId="284"/>
        </pc:sldMkLst>
        <pc:spChg chg="del mod">
          <ac:chgData name="Rizk, Dr. Nouhad" userId="fac36f85-1e54-4654-ba5f-feb2a5b75425" providerId="ADAL" clId="{5B3ACA06-D576-49B7-A525-F24B657D8B5F}" dt="2025-09-30T19:29:14.704" v="105" actId="478"/>
          <ac:spMkLst>
            <pc:docMk/>
            <pc:sldMk cId="3033856821" sldId="284"/>
            <ac:spMk id="3" creationId="{96BA049D-D06E-2F75-DC4B-FF56E4EB2970}"/>
          </ac:spMkLst>
        </pc:spChg>
        <pc:spChg chg="add del mod">
          <ac:chgData name="Rizk, Dr. Nouhad" userId="fac36f85-1e54-4654-ba5f-feb2a5b75425" providerId="ADAL" clId="{5B3ACA06-D576-49B7-A525-F24B657D8B5F}" dt="2025-09-30T19:29:09.033" v="104" actId="478"/>
          <ac:spMkLst>
            <pc:docMk/>
            <pc:sldMk cId="3033856821" sldId="284"/>
            <ac:spMk id="5" creationId="{3E91667E-382E-2238-5119-6EA647982425}"/>
          </ac:spMkLst>
        </pc:spChg>
        <pc:spChg chg="add del mod">
          <ac:chgData name="Rizk, Dr. Nouhad" userId="fac36f85-1e54-4654-ba5f-feb2a5b75425" providerId="ADAL" clId="{5B3ACA06-D576-49B7-A525-F24B657D8B5F}" dt="2025-09-30T19:29:18.159" v="106" actId="478"/>
          <ac:spMkLst>
            <pc:docMk/>
            <pc:sldMk cId="3033856821" sldId="284"/>
            <ac:spMk id="7" creationId="{AC56A378-B716-DDF6-E9DB-FBC84EA3E8F4}"/>
          </ac:spMkLst>
        </pc:spChg>
        <pc:picChg chg="add">
          <ac:chgData name="Rizk, Dr. Nouhad" userId="fac36f85-1e54-4654-ba5f-feb2a5b75425" providerId="ADAL" clId="{5B3ACA06-D576-49B7-A525-F24B657D8B5F}" dt="2025-09-30T21:09:06.442" v="107" actId="22"/>
          <ac:picMkLst>
            <pc:docMk/>
            <pc:sldMk cId="3033856821" sldId="284"/>
            <ac:picMk id="9" creationId="{06F868FC-094D-AEF2-504E-A7436D6785EB}"/>
          </ac:picMkLst>
        </pc:picChg>
      </pc:sldChg>
      <pc:sldChg chg="addSp new mod">
        <pc:chgData name="Rizk, Dr. Nouhad" userId="fac36f85-1e54-4654-ba5f-feb2a5b75425" providerId="ADAL" clId="{5B3ACA06-D576-49B7-A525-F24B657D8B5F}" dt="2025-09-30T21:09:48.548" v="109" actId="22"/>
        <pc:sldMkLst>
          <pc:docMk/>
          <pc:sldMk cId="1762099540" sldId="285"/>
        </pc:sldMkLst>
        <pc:picChg chg="add">
          <ac:chgData name="Rizk, Dr. Nouhad" userId="fac36f85-1e54-4654-ba5f-feb2a5b75425" providerId="ADAL" clId="{5B3ACA06-D576-49B7-A525-F24B657D8B5F}" dt="2025-09-30T21:09:48.548" v="109" actId="22"/>
          <ac:picMkLst>
            <pc:docMk/>
            <pc:sldMk cId="1762099540" sldId="285"/>
            <ac:picMk id="3" creationId="{ABC43579-7B6F-2D02-ABD5-95363EF6E253}"/>
          </ac:picMkLst>
        </pc:picChg>
      </pc:sldChg>
      <pc:sldChg chg="addSp modSp new mod">
        <pc:chgData name="Rizk, Dr. Nouhad" userId="fac36f85-1e54-4654-ba5f-feb2a5b75425" providerId="ADAL" clId="{5B3ACA06-D576-49B7-A525-F24B657D8B5F}" dt="2025-09-30T21:10:36.698" v="115" actId="1076"/>
        <pc:sldMkLst>
          <pc:docMk/>
          <pc:sldMk cId="1925593923" sldId="286"/>
        </pc:sldMkLst>
        <pc:picChg chg="add mod">
          <ac:chgData name="Rizk, Dr. Nouhad" userId="fac36f85-1e54-4654-ba5f-feb2a5b75425" providerId="ADAL" clId="{5B3ACA06-D576-49B7-A525-F24B657D8B5F}" dt="2025-09-30T21:10:36.698" v="115" actId="1076"/>
          <ac:picMkLst>
            <pc:docMk/>
            <pc:sldMk cId="1925593923" sldId="286"/>
            <ac:picMk id="3" creationId="{10B0D705-152C-E7D4-A237-C320D6F5B684}"/>
          </ac:picMkLst>
        </pc:picChg>
      </pc:sldChg>
      <pc:sldChg chg="addSp modSp new mod">
        <pc:chgData name="Rizk, Dr. Nouhad" userId="fac36f85-1e54-4654-ba5f-feb2a5b75425" providerId="ADAL" clId="{5B3ACA06-D576-49B7-A525-F24B657D8B5F}" dt="2025-09-30T21:11:14.157" v="118" actId="14100"/>
        <pc:sldMkLst>
          <pc:docMk/>
          <pc:sldMk cId="3747394803" sldId="287"/>
        </pc:sldMkLst>
        <pc:picChg chg="add mod">
          <ac:chgData name="Rizk, Dr. Nouhad" userId="fac36f85-1e54-4654-ba5f-feb2a5b75425" providerId="ADAL" clId="{5B3ACA06-D576-49B7-A525-F24B657D8B5F}" dt="2025-09-30T21:11:14.157" v="118" actId="14100"/>
          <ac:picMkLst>
            <pc:docMk/>
            <pc:sldMk cId="3747394803" sldId="287"/>
            <ac:picMk id="3" creationId="{D1690CD3-C6AC-F518-BC3C-A216D2300C03}"/>
          </ac:picMkLst>
        </pc:picChg>
      </pc:sldChg>
      <pc:sldChg chg="addSp modSp new mod">
        <pc:chgData name="Rizk, Dr. Nouhad" userId="fac36f85-1e54-4654-ba5f-feb2a5b75425" providerId="ADAL" clId="{5B3ACA06-D576-49B7-A525-F24B657D8B5F}" dt="2025-09-30T21:12:04.065" v="122" actId="1076"/>
        <pc:sldMkLst>
          <pc:docMk/>
          <pc:sldMk cId="2066535537" sldId="288"/>
        </pc:sldMkLst>
        <pc:picChg chg="add mod">
          <ac:chgData name="Rizk, Dr. Nouhad" userId="fac36f85-1e54-4654-ba5f-feb2a5b75425" providerId="ADAL" clId="{5B3ACA06-D576-49B7-A525-F24B657D8B5F}" dt="2025-09-30T21:12:04.065" v="122" actId="1076"/>
          <ac:picMkLst>
            <pc:docMk/>
            <pc:sldMk cId="2066535537" sldId="288"/>
            <ac:picMk id="3" creationId="{F1F7BBA7-9BDC-C4DC-A911-4B19C26353F1}"/>
          </ac:picMkLst>
        </pc:picChg>
      </pc:sldChg>
      <pc:sldChg chg="addSp modSp new mod">
        <pc:chgData name="Rizk, Dr. Nouhad" userId="fac36f85-1e54-4654-ba5f-feb2a5b75425" providerId="ADAL" clId="{5B3ACA06-D576-49B7-A525-F24B657D8B5F}" dt="2025-09-30T21:12:51.098" v="126" actId="1076"/>
        <pc:sldMkLst>
          <pc:docMk/>
          <pc:sldMk cId="2387844029" sldId="289"/>
        </pc:sldMkLst>
        <pc:picChg chg="add mod">
          <ac:chgData name="Rizk, Dr. Nouhad" userId="fac36f85-1e54-4654-ba5f-feb2a5b75425" providerId="ADAL" clId="{5B3ACA06-D576-49B7-A525-F24B657D8B5F}" dt="2025-09-30T21:12:51.098" v="126" actId="1076"/>
          <ac:picMkLst>
            <pc:docMk/>
            <pc:sldMk cId="2387844029" sldId="289"/>
            <ac:picMk id="3" creationId="{478A50D6-8CB5-FF25-399B-F7BE90B54881}"/>
          </ac:picMkLst>
        </pc:picChg>
      </pc:sldChg>
      <pc:sldChg chg="addSp modSp new mod">
        <pc:chgData name="Rizk, Dr. Nouhad" userId="fac36f85-1e54-4654-ba5f-feb2a5b75425" providerId="ADAL" clId="{5B3ACA06-D576-49B7-A525-F24B657D8B5F}" dt="2025-09-30T21:13:38.747" v="130" actId="1076"/>
        <pc:sldMkLst>
          <pc:docMk/>
          <pc:sldMk cId="2416420354" sldId="290"/>
        </pc:sldMkLst>
        <pc:picChg chg="add mod">
          <ac:chgData name="Rizk, Dr. Nouhad" userId="fac36f85-1e54-4654-ba5f-feb2a5b75425" providerId="ADAL" clId="{5B3ACA06-D576-49B7-A525-F24B657D8B5F}" dt="2025-09-30T21:13:38.747" v="130" actId="1076"/>
          <ac:picMkLst>
            <pc:docMk/>
            <pc:sldMk cId="2416420354" sldId="290"/>
            <ac:picMk id="3" creationId="{40A9A185-8130-A896-DEA9-60F421BB526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E877D-0D68-5FDF-4B4C-4D65E96901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70CD52-5BC1-90F8-27EE-9BF9BF337F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02AB0-ECDB-C8D4-E78A-9E2FE8546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377F-E81C-404C-82FD-883D4ECAAF6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06464-97E1-6E2E-9224-FE80074BC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DA10B-F46F-B409-0A70-9951E3C27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2E156-0672-4E11-811D-FE3A9B247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666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700FA-FB20-B766-3C2C-18DCE3EA6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73293-C8CF-1F27-267F-44141119D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D1A39-BAB8-F1FA-D1DD-9D1FD1727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377F-E81C-404C-82FD-883D4ECAAF6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BF6B9-898C-A5A3-A168-9963F7AD2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0659D-54D5-9677-FFBB-7C2CC8679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2E156-0672-4E11-811D-FE3A9B247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965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FF1FA-E94C-DBC2-90CE-FE66DFDC3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6311E9-42FC-974D-8EB0-D886BE695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476B5-9E78-58CA-BC4F-69E52F804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377F-E81C-404C-82FD-883D4ECAAF6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9D5B9-9EA3-6937-73A0-14615A884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47260-4D45-D33E-6992-C4FCDF740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2E156-0672-4E11-811D-FE3A9B247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417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3CF37-84AF-A4E2-9E33-F6D51B074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0331F-8C40-2BB4-1574-A4A311A61B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12CE74-4532-D570-CC10-4ED63A39EF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5A7284-C3F0-BDE4-6FFA-782B0E6AD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377F-E81C-404C-82FD-883D4ECAAF6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F6AA9D-3D9B-C423-A8E7-D205DD928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069E11-E6A7-13C9-2655-D22355B9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2E156-0672-4E11-811D-FE3A9B247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705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E7540-302E-5602-59D9-9966CEFC8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6A1688-156D-2C0E-D130-DE1CC820D9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C58923-C578-85BA-0282-11E538BA39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EFFC4D-B982-EE4D-9D2C-62E09830D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7CEC89-1EE3-62AF-9E9C-C3B11520AF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696AC4-9D05-F1BA-3975-EA5251958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377F-E81C-404C-82FD-883D4ECAAF6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CA0954-B670-2381-B7BB-B49D66301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41EE57-FC44-A66B-6CBB-56E162CAF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2E156-0672-4E11-811D-FE3A9B247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726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53F9F-2DCE-DBA7-05A9-B4F5F528B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DC609E-A6B9-95CB-1CCB-FED7BB5EA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377F-E81C-404C-82FD-883D4ECAAF6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FB287D-AE69-A339-AD2B-7C4352DE4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75A77F-4515-9FA3-D69E-EBEFADD31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2E156-0672-4E11-811D-FE3A9B247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146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20569E-1FD5-C88C-D691-83A5EA39B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377F-E81C-404C-82FD-883D4ECAAF6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859893-5900-EBDA-EC1E-12141A3A8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647AE8-E6E9-B44D-227C-0C3E804A0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2E156-0672-4E11-811D-FE3A9B247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843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E4449-1958-DB12-86DA-5CA57EAC4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D84A5-3621-3C18-7C52-DE23BD30ED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F9E961-ACDD-4AE3-61A8-7DD7CCDEA2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A3F864-599F-C28D-F1EA-3605D6884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377F-E81C-404C-82FD-883D4ECAAF6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792067-2F0F-EAF0-8CAD-3961AD0C1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922A71-471C-0436-61F0-C57884F33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2E156-0672-4E11-811D-FE3A9B247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055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8EE08-1F97-B491-0A32-5D9180BD5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A4A2DF-5D74-2452-9F7D-2B094DD916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EDAD79-3BE7-5C2B-3D9D-20C0E666B2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A56E1-98E1-F2F2-9414-A7501F9BC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377F-E81C-404C-82FD-883D4ECAAF6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6D4EC4-1DF3-0D68-7A7F-27195A18A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C59BE9-67D9-663E-1A0C-160048588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2E156-0672-4E11-811D-FE3A9B247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480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A7B17-A4CF-F46A-D02B-870CE66E7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9328D9-9ED9-AA00-C6EC-788F280C4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2E358-6DB7-E760-684A-5D1B8E49D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377F-E81C-404C-82FD-883D4ECAAF6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996B9-5BC7-256F-81D5-25B1CD5D7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FA810-0267-DA65-DC63-E307C5E17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2E156-0672-4E11-811D-FE3A9B247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932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142CCF-BBF8-1ED4-29D4-DF89AF0FDA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9CA876-8DA4-D3CA-87A2-8327FAEFAC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937BE-FE2E-F087-BB6D-06F78D424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377F-E81C-404C-82FD-883D4ECAAF6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E9E45-5E8E-7FB6-7802-572A9B3CC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72816-FBA6-CE3A-D5A8-EFB962BF8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2E156-0672-4E11-811D-FE3A9B247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33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9719AD-12DF-87DE-8EB8-97D96E110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477B12-0437-152C-1740-992986D79D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A3680-D94C-03BE-6476-4AAC06D767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7F377F-E81C-404C-82FD-883D4ECAAF6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6EDE7-A8B8-CCA2-AD50-8B7E461A5E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2437A-99FC-0CF3-9260-1DAD03965F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32E156-0672-4E11-811D-FE3A9B247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361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5D45021-4786-FF14-C277-D2D391178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92429" y="173140"/>
            <a:ext cx="9731141" cy="5814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BBE393-E546-2791-C617-7CD49C285C88}"/>
              </a:ext>
            </a:extLst>
          </p:cNvPr>
          <p:cNvSpPr txBox="1"/>
          <p:nvPr/>
        </p:nvSpPr>
        <p:spPr>
          <a:xfrm>
            <a:off x="221381" y="1366787"/>
            <a:ext cx="23787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Long Term Memory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58C884-EC0F-3E79-2AC1-B3DE0113A295}"/>
              </a:ext>
            </a:extLst>
          </p:cNvPr>
          <p:cNvSpPr txBox="1"/>
          <p:nvPr/>
        </p:nvSpPr>
        <p:spPr>
          <a:xfrm>
            <a:off x="59040" y="3819625"/>
            <a:ext cx="25068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Short  Term Memory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A8953A-E0F0-2D4A-916E-5BA871F344EF}"/>
              </a:ext>
            </a:extLst>
          </p:cNvPr>
          <p:cNvSpPr txBox="1"/>
          <p:nvPr/>
        </p:nvSpPr>
        <p:spPr>
          <a:xfrm>
            <a:off x="2069432" y="2637378"/>
            <a:ext cx="303195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What percentage of the long-term memory to remember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B81E3D-EAC3-38FD-8138-07D5BD3B357F}"/>
              </a:ext>
            </a:extLst>
          </p:cNvPr>
          <p:cNvSpPr txBox="1"/>
          <p:nvPr/>
        </p:nvSpPr>
        <p:spPr>
          <a:xfrm>
            <a:off x="2905226" y="2960543"/>
            <a:ext cx="3341570" cy="6463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What percentage of the potential memory to remember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E616DB-6F3D-6A1A-2758-99C1D51C4F26}"/>
              </a:ext>
            </a:extLst>
          </p:cNvPr>
          <p:cNvSpPr txBox="1"/>
          <p:nvPr/>
        </p:nvSpPr>
        <p:spPr>
          <a:xfrm>
            <a:off x="5863705" y="3173294"/>
            <a:ext cx="3031958" cy="6463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Potential long-term memory (</a:t>
            </a:r>
            <a:r>
              <a:rPr lang="en-US" dirty="0" err="1"/>
              <a:t>input+short</a:t>
            </a:r>
            <a:r>
              <a:rPr lang="en-US" dirty="0"/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570C12-6D57-2E30-DAA3-47A004AAE220}"/>
              </a:ext>
            </a:extLst>
          </p:cNvPr>
          <p:cNvSpPr txBox="1"/>
          <p:nvPr/>
        </p:nvSpPr>
        <p:spPr>
          <a:xfrm>
            <a:off x="5608875" y="1655545"/>
            <a:ext cx="2653227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New long-term memory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C15EA1-359B-0323-2994-45739532F840}"/>
              </a:ext>
            </a:extLst>
          </p:cNvPr>
          <p:cNvSpPr txBox="1"/>
          <p:nvPr/>
        </p:nvSpPr>
        <p:spPr>
          <a:xfrm>
            <a:off x="9205275" y="2803962"/>
            <a:ext cx="305609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Potential short-term memory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C31ED9-8E3F-54F4-6DC8-6EE2D94F4923}"/>
              </a:ext>
            </a:extLst>
          </p:cNvPr>
          <p:cNvSpPr txBox="1"/>
          <p:nvPr/>
        </p:nvSpPr>
        <p:spPr>
          <a:xfrm>
            <a:off x="5863705" y="3173294"/>
            <a:ext cx="320521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What percentage of the short-term memory to remember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004677-0A64-1CC1-1741-77D855E680FB}"/>
              </a:ext>
            </a:extLst>
          </p:cNvPr>
          <p:cNvSpPr txBox="1"/>
          <p:nvPr/>
        </p:nvSpPr>
        <p:spPr>
          <a:xfrm>
            <a:off x="9440370" y="4812632"/>
            <a:ext cx="2585901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New short term </a:t>
            </a:r>
            <a:r>
              <a:rPr lang="en-US" b="1" dirty="0" err="1">
                <a:solidFill>
                  <a:srgbClr val="FF0000"/>
                </a:solidFill>
              </a:rPr>
              <a:t>memry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2520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AE4EF-223B-82DC-CBE6-61FC987B1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 the number of passenger next month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7E2B8-9D85-6AF0-3AD7-F7AC22E68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set airline passengers :</a:t>
            </a:r>
          </a:p>
          <a:p>
            <a:r>
              <a:rPr lang="en-US" dirty="0"/>
              <a:t>Load and visualize the dataset.</a:t>
            </a:r>
          </a:p>
          <a:p>
            <a:r>
              <a:rPr lang="en-US" dirty="0"/>
              <a:t>Preprocess + normalize data.</a:t>
            </a:r>
          </a:p>
          <a:p>
            <a:r>
              <a:rPr lang="en-US" dirty="0"/>
              <a:t>Prepare sequences for supervised learning.</a:t>
            </a:r>
          </a:p>
          <a:p>
            <a:r>
              <a:rPr lang="en-US" dirty="0"/>
              <a:t>Build a </a:t>
            </a:r>
            <a:r>
              <a:rPr lang="en-US" b="1" dirty="0"/>
              <a:t>stacked LSTM model</a:t>
            </a:r>
            <a:r>
              <a:rPr lang="en-US" dirty="0"/>
              <a:t>.</a:t>
            </a:r>
          </a:p>
          <a:p>
            <a:r>
              <a:rPr lang="en-US" dirty="0"/>
              <a:t>Train and evaluate.</a:t>
            </a:r>
          </a:p>
          <a:p>
            <a:r>
              <a:rPr lang="en-US" dirty="0"/>
              <a:t>Plot </a:t>
            </a:r>
            <a:r>
              <a:rPr lang="en-US" b="1" dirty="0"/>
              <a:t>training history</a:t>
            </a:r>
            <a:r>
              <a:rPr lang="en-US" dirty="0"/>
              <a:t> and </a:t>
            </a:r>
            <a:r>
              <a:rPr lang="en-US" b="1" dirty="0"/>
              <a:t>forecast results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4580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29A57-D527-DC32-443A-6CAE78142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6F868FC-094D-AEF2-504E-A7436D678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809" y="1864137"/>
            <a:ext cx="6934381" cy="312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856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C43579-7B6F-2D02-ABD5-95363EF6E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042" y="1521228"/>
            <a:ext cx="8267916" cy="381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099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B0D705-152C-E7D4-A237-C320D6F5B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4186" y="217596"/>
            <a:ext cx="6497052" cy="6200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593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690CD3-C6AC-F518-BC3C-A216D2300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677" y="540690"/>
            <a:ext cx="7117670" cy="4850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394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F7BBA7-9BDC-C4DC-A911-4B19C2635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300" y="203773"/>
            <a:ext cx="6025652" cy="6450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535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8A50D6-8CB5-FF25-399B-F7BE90B54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430" y="566638"/>
            <a:ext cx="6594724" cy="5494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844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A9A185-8130-A896-DEA9-60F421BB5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145" y="734297"/>
            <a:ext cx="9557710" cy="4974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420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CAA7BDD6E90148B0AE2A8FEC8E0875" ma:contentTypeVersion="17" ma:contentTypeDescription="Create a new document." ma:contentTypeScope="" ma:versionID="8d92cc494622425f2dddc510ee11f906">
  <xsd:schema xmlns:xsd="http://www.w3.org/2001/XMLSchema" xmlns:xs="http://www.w3.org/2001/XMLSchema" xmlns:p="http://schemas.microsoft.com/office/2006/metadata/properties" xmlns:ns3="c3f03550-a4c2-468a-bdc1-cbe2f2088984" xmlns:ns4="5b7eb3d6-8701-4225-88b7-bb1cfb4febda" targetNamespace="http://schemas.microsoft.com/office/2006/metadata/properties" ma:root="true" ma:fieldsID="ac786f04cc7211612565f094c16994fa" ns3:_="" ns4:_="">
    <xsd:import namespace="c3f03550-a4c2-468a-bdc1-cbe2f2088984"/>
    <xsd:import namespace="5b7eb3d6-8701-4225-88b7-bb1cfb4febda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DateTaken" minOccurs="0"/>
                <xsd:element ref="ns4:MediaLengthInSeconds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_activity" minOccurs="0"/>
                <xsd:element ref="ns4:MediaServiceObjectDetectorVersions" minOccurs="0"/>
                <xsd:element ref="ns4:MediaServiceSearchProperties" minOccurs="0"/>
                <xsd:element ref="ns4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3f03550-a4c2-468a-bdc1-cbe2f208898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7eb3d6-8701-4225-88b7-bb1cfb4feb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b7eb3d6-8701-4225-88b7-bb1cfb4febda" xsi:nil="true"/>
  </documentManagement>
</p:properties>
</file>

<file path=customXml/itemProps1.xml><?xml version="1.0" encoding="utf-8"?>
<ds:datastoreItem xmlns:ds="http://schemas.openxmlformats.org/officeDocument/2006/customXml" ds:itemID="{9EDDB58B-986C-4F33-BF6D-EDD13F885E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3f03550-a4c2-468a-bdc1-cbe2f2088984"/>
    <ds:schemaRef ds:uri="5b7eb3d6-8701-4225-88b7-bb1cfb4feb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C7C9FC8-48D6-4AA0-B76D-737B490F87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63EA5F9-816B-4E2F-964F-9851F9197076}">
  <ds:schemaRefs>
    <ds:schemaRef ds:uri="http://purl.org/dc/dcmitype/"/>
    <ds:schemaRef ds:uri="http://purl.org/dc/elements/1.1/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5b7eb3d6-8701-4225-88b7-bb1cfb4febda"/>
    <ds:schemaRef ds:uri="c3f03550-a4c2-468a-bdc1-cbe2f2088984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1354</TotalTime>
  <Words>94</Words>
  <Application>Microsoft Office PowerPoint</Application>
  <PresentationFormat>Widescreen</PresentationFormat>
  <Paragraphs>17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Predict the number of passenger next month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Rizk, Dr. Nouhad</dc:creator>
  <cp:lastModifiedBy>Dr. Nouhad Rizk</cp:lastModifiedBy>
  <cp:revision>3</cp:revision>
  <dcterms:created xsi:type="dcterms:W3CDTF">2025-09-29T15:06:53Z</dcterms:created>
  <dcterms:modified xsi:type="dcterms:W3CDTF">2025-09-30T21:13:41Z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0x01010083CAA7BDD6E90148B0AE2A8FEC8E0875</vt:lpwstr>
  </property>
</Properties>
</file>